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1" r:id="rId1"/>
  </p:sldMasterIdLst>
  <p:notesMasterIdLst>
    <p:notesMasterId r:id="rId76"/>
  </p:notesMasterIdLst>
  <p:sldIdLst>
    <p:sldId id="548" r:id="rId2"/>
    <p:sldId id="505" r:id="rId3"/>
    <p:sldId id="580" r:id="rId4"/>
    <p:sldId id="581" r:id="rId5"/>
    <p:sldId id="582" r:id="rId6"/>
    <p:sldId id="520" r:id="rId7"/>
    <p:sldId id="521" r:id="rId8"/>
    <p:sldId id="550" r:id="rId9"/>
    <p:sldId id="523" r:id="rId10"/>
    <p:sldId id="525" r:id="rId11"/>
    <p:sldId id="526" r:id="rId12"/>
    <p:sldId id="527" r:id="rId13"/>
    <p:sldId id="528" r:id="rId14"/>
    <p:sldId id="529" r:id="rId15"/>
    <p:sldId id="530" r:id="rId16"/>
    <p:sldId id="531" r:id="rId17"/>
    <p:sldId id="551" r:id="rId18"/>
    <p:sldId id="534" r:id="rId19"/>
    <p:sldId id="535" r:id="rId20"/>
    <p:sldId id="537" r:id="rId21"/>
    <p:sldId id="552" r:id="rId22"/>
    <p:sldId id="442" r:id="rId23"/>
    <p:sldId id="445" r:id="rId24"/>
    <p:sldId id="539" r:id="rId25"/>
    <p:sldId id="540" r:id="rId26"/>
    <p:sldId id="541" r:id="rId27"/>
    <p:sldId id="542" r:id="rId28"/>
    <p:sldId id="543" r:id="rId29"/>
    <p:sldId id="544" r:id="rId30"/>
    <p:sldId id="447" r:id="rId31"/>
    <p:sldId id="545" r:id="rId32"/>
    <p:sldId id="546" r:id="rId33"/>
    <p:sldId id="572" r:id="rId34"/>
    <p:sldId id="573" r:id="rId35"/>
    <p:sldId id="574" r:id="rId36"/>
    <p:sldId id="575" r:id="rId37"/>
    <p:sldId id="576" r:id="rId38"/>
    <p:sldId id="448" r:id="rId39"/>
    <p:sldId id="553" r:id="rId40"/>
    <p:sldId id="384" r:id="rId41"/>
    <p:sldId id="506" r:id="rId42"/>
    <p:sldId id="555" r:id="rId43"/>
    <p:sldId id="556" r:id="rId44"/>
    <p:sldId id="557" r:id="rId45"/>
    <p:sldId id="478" r:id="rId46"/>
    <p:sldId id="507" r:id="rId47"/>
    <p:sldId id="558" r:id="rId48"/>
    <p:sldId id="511" r:id="rId49"/>
    <p:sldId id="508" r:id="rId50"/>
    <p:sldId id="509" r:id="rId51"/>
    <p:sldId id="510" r:id="rId52"/>
    <p:sldId id="512" r:id="rId53"/>
    <p:sldId id="479" r:id="rId54"/>
    <p:sldId id="516" r:id="rId55"/>
    <p:sldId id="517" r:id="rId56"/>
    <p:sldId id="518" r:id="rId57"/>
    <p:sldId id="513" r:id="rId58"/>
    <p:sldId id="559" r:id="rId59"/>
    <p:sldId id="514" r:id="rId60"/>
    <p:sldId id="481" r:id="rId61"/>
    <p:sldId id="482" r:id="rId62"/>
    <p:sldId id="566" r:id="rId63"/>
    <p:sldId id="570" r:id="rId64"/>
    <p:sldId id="563" r:id="rId65"/>
    <p:sldId id="571" r:id="rId66"/>
    <p:sldId id="562" r:id="rId67"/>
    <p:sldId id="564" r:id="rId68"/>
    <p:sldId id="565" r:id="rId69"/>
    <p:sldId id="561" r:id="rId70"/>
    <p:sldId id="476" r:id="rId71"/>
    <p:sldId id="577" r:id="rId72"/>
    <p:sldId id="477" r:id="rId73"/>
    <p:sldId id="579" r:id="rId74"/>
    <p:sldId id="578" r:id="rId7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1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F13080-5BF2-43B2-B573-B0ADA10A7F85}" type="doc">
      <dgm:prSet loTypeId="urn:diagrams.loki3.com/Bracket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th-TH"/>
        </a:p>
      </dgm:t>
    </dgm:pt>
    <dgm:pt modelId="{D828253F-211F-4F87-88ED-1981D36D7790}">
      <dgm:prSet phldrT="[Text]"/>
      <dgm:spPr/>
      <dgm:t>
        <a:bodyPr/>
        <a:lstStyle/>
        <a:p>
          <a:r>
            <a:rPr lang="en-US"/>
            <a:t>font-family:</a:t>
          </a:r>
          <a:endParaRPr lang="th-TH" dirty="0"/>
        </a:p>
      </dgm:t>
    </dgm:pt>
    <dgm:pt modelId="{5EE73E17-D5B8-42F8-B389-2097FF5E9CE4}" type="parTrans" cxnId="{A408AD2D-D2F2-4792-9BBE-29D40FCE99B5}">
      <dgm:prSet/>
      <dgm:spPr/>
      <dgm:t>
        <a:bodyPr/>
        <a:lstStyle/>
        <a:p>
          <a:endParaRPr lang="th-TH"/>
        </a:p>
      </dgm:t>
    </dgm:pt>
    <dgm:pt modelId="{381435BF-B2F1-47D5-868E-A1BDC39E57AC}" type="sibTrans" cxnId="{A408AD2D-D2F2-4792-9BBE-29D40FCE99B5}">
      <dgm:prSet/>
      <dgm:spPr/>
      <dgm:t>
        <a:bodyPr/>
        <a:lstStyle/>
        <a:p>
          <a:endParaRPr lang="th-TH"/>
        </a:p>
      </dgm:t>
    </dgm:pt>
    <dgm:pt modelId="{4B9B3140-09EA-43C4-937C-E8ABE0ACA934}">
      <dgm:prSet/>
      <dgm:spPr/>
      <dgm:t>
        <a:bodyPr/>
        <a:lstStyle/>
        <a:p>
          <a:r>
            <a:rPr lang="en-US"/>
            <a:t>font-size:</a:t>
          </a:r>
          <a:endParaRPr lang="en-US" dirty="0"/>
        </a:p>
      </dgm:t>
    </dgm:pt>
    <dgm:pt modelId="{E2B59D2D-823A-4434-90A7-C34AD69548FB}" type="parTrans" cxnId="{DE6A5D91-6F72-43F1-AE64-5045B88AD2DC}">
      <dgm:prSet/>
      <dgm:spPr/>
      <dgm:t>
        <a:bodyPr/>
        <a:lstStyle/>
        <a:p>
          <a:endParaRPr lang="th-TH"/>
        </a:p>
      </dgm:t>
    </dgm:pt>
    <dgm:pt modelId="{94DDEE7C-EBB0-4120-B7EF-B45727D014F3}" type="sibTrans" cxnId="{DE6A5D91-6F72-43F1-AE64-5045B88AD2DC}">
      <dgm:prSet/>
      <dgm:spPr/>
      <dgm:t>
        <a:bodyPr/>
        <a:lstStyle/>
        <a:p>
          <a:endParaRPr lang="th-TH"/>
        </a:p>
      </dgm:t>
    </dgm:pt>
    <dgm:pt modelId="{3C52A288-D37D-4489-AB20-7D75EAFDA0FB}">
      <dgm:prSet/>
      <dgm:spPr/>
      <dgm:t>
        <a:bodyPr/>
        <a:lstStyle/>
        <a:p>
          <a:r>
            <a:rPr lang="en-US"/>
            <a:t>font-weight:</a:t>
          </a:r>
          <a:endParaRPr lang="en-US" dirty="0"/>
        </a:p>
      </dgm:t>
    </dgm:pt>
    <dgm:pt modelId="{13E52F8A-9430-48CE-BDB9-D15205B92A93}" type="parTrans" cxnId="{47896282-BBB9-41D5-9ECB-9D610438D95D}">
      <dgm:prSet/>
      <dgm:spPr/>
      <dgm:t>
        <a:bodyPr/>
        <a:lstStyle/>
        <a:p>
          <a:endParaRPr lang="th-TH"/>
        </a:p>
      </dgm:t>
    </dgm:pt>
    <dgm:pt modelId="{3F6E0ECB-5EB0-4307-9A98-2359FF1E02F1}" type="sibTrans" cxnId="{47896282-BBB9-41D5-9ECB-9D610438D95D}">
      <dgm:prSet/>
      <dgm:spPr/>
      <dgm:t>
        <a:bodyPr/>
        <a:lstStyle/>
        <a:p>
          <a:endParaRPr lang="th-TH"/>
        </a:p>
      </dgm:t>
    </dgm:pt>
    <dgm:pt modelId="{CE164505-8CD7-4B41-8026-F575D0AB2A41}">
      <dgm:prSet/>
      <dgm:spPr/>
      <dgm:t>
        <a:bodyPr/>
        <a:lstStyle/>
        <a:p>
          <a:r>
            <a:rPr lang="en-US"/>
            <a:t>font-style:</a:t>
          </a:r>
          <a:endParaRPr lang="en-US" dirty="0"/>
        </a:p>
      </dgm:t>
    </dgm:pt>
    <dgm:pt modelId="{449F9DA4-8CF4-404A-AB05-68F466C8513B}" type="parTrans" cxnId="{8FED273C-85C2-4032-81A8-CF3C88F1558E}">
      <dgm:prSet/>
      <dgm:spPr/>
      <dgm:t>
        <a:bodyPr/>
        <a:lstStyle/>
        <a:p>
          <a:endParaRPr lang="th-TH"/>
        </a:p>
      </dgm:t>
    </dgm:pt>
    <dgm:pt modelId="{C773D795-EE86-41F9-BBF3-030187CA0D07}" type="sibTrans" cxnId="{8FED273C-85C2-4032-81A8-CF3C88F1558E}">
      <dgm:prSet/>
      <dgm:spPr/>
      <dgm:t>
        <a:bodyPr/>
        <a:lstStyle/>
        <a:p>
          <a:endParaRPr lang="th-TH"/>
        </a:p>
      </dgm:t>
    </dgm:pt>
    <dgm:pt modelId="{374572BF-DE18-42EE-8EEC-7906A38A65A2}">
      <dgm:prSet/>
      <dgm:spPr/>
      <dgm:t>
        <a:bodyPr/>
        <a:lstStyle/>
        <a:p>
          <a:r>
            <a:rPr lang="en-US"/>
            <a:t>font-variant:</a:t>
          </a:r>
          <a:endParaRPr lang="en-US" dirty="0"/>
        </a:p>
      </dgm:t>
    </dgm:pt>
    <dgm:pt modelId="{AC06AFD9-C0DC-4C91-9105-558DF5024B7C}" type="parTrans" cxnId="{2F227216-420C-418E-B5FE-3577B4887484}">
      <dgm:prSet/>
      <dgm:spPr/>
      <dgm:t>
        <a:bodyPr/>
        <a:lstStyle/>
        <a:p>
          <a:endParaRPr lang="th-TH"/>
        </a:p>
      </dgm:t>
    </dgm:pt>
    <dgm:pt modelId="{56BBD1D6-2580-4F7B-A42D-87F0B7E0DA04}" type="sibTrans" cxnId="{2F227216-420C-418E-B5FE-3577B4887484}">
      <dgm:prSet/>
      <dgm:spPr/>
      <dgm:t>
        <a:bodyPr/>
        <a:lstStyle/>
        <a:p>
          <a:endParaRPr lang="th-TH"/>
        </a:p>
      </dgm:t>
    </dgm:pt>
    <dgm:pt modelId="{3FEB1FFE-69F4-43F0-8CD7-6CC08BD0C246}">
      <dgm:prSet/>
      <dgm:spPr/>
      <dgm:t>
        <a:bodyPr/>
        <a:lstStyle/>
        <a:p>
          <a:r>
            <a:rPr lang="en-US"/>
            <a:t>font-stretch:</a:t>
          </a:r>
          <a:endParaRPr lang="en-US" dirty="0"/>
        </a:p>
      </dgm:t>
    </dgm:pt>
    <dgm:pt modelId="{8D3B421E-C2CF-418B-94BB-D808BCF8E54C}" type="parTrans" cxnId="{3B3B19F7-F6C0-4384-8BCC-BF2C1C51F714}">
      <dgm:prSet/>
      <dgm:spPr/>
      <dgm:t>
        <a:bodyPr/>
        <a:lstStyle/>
        <a:p>
          <a:endParaRPr lang="th-TH"/>
        </a:p>
      </dgm:t>
    </dgm:pt>
    <dgm:pt modelId="{3695FA49-AA60-4DFC-AC83-FDE7225E9243}" type="sibTrans" cxnId="{3B3B19F7-F6C0-4384-8BCC-BF2C1C51F714}">
      <dgm:prSet/>
      <dgm:spPr/>
      <dgm:t>
        <a:bodyPr/>
        <a:lstStyle/>
        <a:p>
          <a:endParaRPr lang="th-TH"/>
        </a:p>
      </dgm:t>
    </dgm:pt>
    <dgm:pt modelId="{D14B5C64-7A3B-40F8-BD20-7C16824FE74E}">
      <dgm:prSet/>
      <dgm:spPr/>
      <dgm:t>
        <a:bodyPr/>
        <a:lstStyle/>
        <a:p>
          <a:r>
            <a:rPr lang="en-US"/>
            <a:t>line-height:</a:t>
          </a:r>
          <a:endParaRPr lang="th-TH" dirty="0"/>
        </a:p>
      </dgm:t>
    </dgm:pt>
    <dgm:pt modelId="{803978C8-116A-474C-BF2C-F2E0C27F23DC}" type="parTrans" cxnId="{2E0909BE-4340-4FD8-8FCE-D7D59D6DAC91}">
      <dgm:prSet/>
      <dgm:spPr/>
      <dgm:t>
        <a:bodyPr/>
        <a:lstStyle/>
        <a:p>
          <a:endParaRPr lang="th-TH"/>
        </a:p>
      </dgm:t>
    </dgm:pt>
    <dgm:pt modelId="{08639496-D97A-49E1-98C3-7BC39C61E999}" type="sibTrans" cxnId="{2E0909BE-4340-4FD8-8FCE-D7D59D6DAC91}">
      <dgm:prSet/>
      <dgm:spPr/>
      <dgm:t>
        <a:bodyPr/>
        <a:lstStyle/>
        <a:p>
          <a:endParaRPr lang="th-TH"/>
        </a:p>
      </dgm:t>
    </dgm:pt>
    <dgm:pt modelId="{8B93C4F4-8F3C-4C16-9D1C-503AD2209D6A}">
      <dgm:prSet phldrT="[Text]"/>
      <dgm:spPr/>
      <dgm:t>
        <a:bodyPr/>
        <a:lstStyle/>
        <a:p>
          <a:r>
            <a:rPr lang="en-US" dirty="0"/>
            <a:t>defines the font applied to the text</a:t>
          </a:r>
          <a:endParaRPr lang="th-TH" dirty="0"/>
        </a:p>
      </dgm:t>
    </dgm:pt>
    <dgm:pt modelId="{6EC2B428-BECA-4C44-AE0F-F4A7C6786BE9}" type="parTrans" cxnId="{E8347A73-3896-4949-A01F-18D5B486435F}">
      <dgm:prSet/>
      <dgm:spPr/>
      <dgm:t>
        <a:bodyPr/>
        <a:lstStyle/>
        <a:p>
          <a:endParaRPr lang="th-TH"/>
        </a:p>
      </dgm:t>
    </dgm:pt>
    <dgm:pt modelId="{A0A63545-A6EE-4AB6-96AF-1BF3A43E0D06}" type="sibTrans" cxnId="{E8347A73-3896-4949-A01F-18D5B486435F}">
      <dgm:prSet/>
      <dgm:spPr/>
      <dgm:t>
        <a:bodyPr/>
        <a:lstStyle/>
        <a:p>
          <a:endParaRPr lang="th-TH"/>
        </a:p>
      </dgm:t>
    </dgm:pt>
    <dgm:pt modelId="{866844D9-911F-44D6-AD50-1A22E2822F77}">
      <dgm:prSet/>
      <dgm:spPr/>
      <dgm:t>
        <a:bodyPr/>
        <a:lstStyle/>
        <a:p>
          <a:r>
            <a:rPr lang="en-US" dirty="0"/>
            <a:t>sets the size of the font</a:t>
          </a:r>
        </a:p>
      </dgm:t>
    </dgm:pt>
    <dgm:pt modelId="{0654FDE7-2D3A-45CA-A909-F855D249A1B9}" type="parTrans" cxnId="{A5ACFBB7-286B-4043-A7CD-61919A34FED1}">
      <dgm:prSet/>
      <dgm:spPr/>
      <dgm:t>
        <a:bodyPr/>
        <a:lstStyle/>
        <a:p>
          <a:endParaRPr lang="th-TH"/>
        </a:p>
      </dgm:t>
    </dgm:pt>
    <dgm:pt modelId="{C626CDD1-5060-43C3-9FF3-1EEE2B0BBEB5}" type="sibTrans" cxnId="{A5ACFBB7-286B-4043-A7CD-61919A34FED1}">
      <dgm:prSet/>
      <dgm:spPr/>
      <dgm:t>
        <a:bodyPr/>
        <a:lstStyle/>
        <a:p>
          <a:endParaRPr lang="th-TH"/>
        </a:p>
      </dgm:t>
    </dgm:pt>
    <dgm:pt modelId="{5FF8DB6A-85CD-457C-BFFC-4989B0371DCE}">
      <dgm:prSet/>
      <dgm:spPr/>
      <dgm:t>
        <a:bodyPr/>
        <a:lstStyle/>
        <a:p>
          <a:r>
            <a:rPr lang="en-US" dirty="0"/>
            <a:t>sets the thickness </a:t>
          </a:r>
          <a:r>
            <a:rPr lang="en-US" dirty="0" err="1"/>
            <a:t>i.e</a:t>
          </a:r>
          <a:r>
            <a:rPr lang="en-US" dirty="0"/>
            <a:t> increase the boldness or lightness of the font</a:t>
          </a:r>
        </a:p>
      </dgm:t>
    </dgm:pt>
    <dgm:pt modelId="{047FF38E-5DD7-4CDE-AC94-D8E1B310796C}" type="parTrans" cxnId="{D99628E3-851D-4289-BC24-8C1BB3626924}">
      <dgm:prSet/>
      <dgm:spPr/>
      <dgm:t>
        <a:bodyPr/>
        <a:lstStyle/>
        <a:p>
          <a:endParaRPr lang="th-TH"/>
        </a:p>
      </dgm:t>
    </dgm:pt>
    <dgm:pt modelId="{9AA65DD4-5381-470C-9BFC-C54E4E21370B}" type="sibTrans" cxnId="{D99628E3-851D-4289-BC24-8C1BB3626924}">
      <dgm:prSet/>
      <dgm:spPr/>
      <dgm:t>
        <a:bodyPr/>
        <a:lstStyle/>
        <a:p>
          <a:endParaRPr lang="th-TH"/>
        </a:p>
      </dgm:t>
    </dgm:pt>
    <dgm:pt modelId="{EA99FB11-6FC4-44E4-A67C-488C8BE557B7}">
      <dgm:prSet/>
      <dgm:spPr/>
      <dgm:t>
        <a:bodyPr/>
        <a:lstStyle/>
        <a:p>
          <a:r>
            <a:rPr lang="en-US" dirty="0"/>
            <a:t>sets the font to italic or oblique</a:t>
          </a:r>
        </a:p>
      </dgm:t>
    </dgm:pt>
    <dgm:pt modelId="{AF972547-B0B4-4A56-864F-C97A7E11D0E4}" type="parTrans" cxnId="{F09CCDDA-9A65-470F-8FF4-1E3F84AD35B4}">
      <dgm:prSet/>
      <dgm:spPr/>
      <dgm:t>
        <a:bodyPr/>
        <a:lstStyle/>
        <a:p>
          <a:endParaRPr lang="th-TH"/>
        </a:p>
      </dgm:t>
    </dgm:pt>
    <dgm:pt modelId="{B07A96AD-1B1B-4F6D-8DAF-273770F107C3}" type="sibTrans" cxnId="{F09CCDDA-9A65-470F-8FF4-1E3F84AD35B4}">
      <dgm:prSet/>
      <dgm:spPr/>
      <dgm:t>
        <a:bodyPr/>
        <a:lstStyle/>
        <a:p>
          <a:endParaRPr lang="th-TH"/>
        </a:p>
      </dgm:t>
    </dgm:pt>
    <dgm:pt modelId="{0EF1F790-0A07-4FA5-84F3-2CE0F7552807}">
      <dgm:prSet/>
      <dgm:spPr/>
      <dgm:t>
        <a:bodyPr/>
        <a:lstStyle/>
        <a:p>
          <a:r>
            <a:rPr lang="en-US" dirty="0"/>
            <a:t>changes the font to small-caps</a:t>
          </a:r>
        </a:p>
      </dgm:t>
    </dgm:pt>
    <dgm:pt modelId="{150DC90F-1AE0-40FD-AA7C-ECF4B4A5372A}" type="parTrans" cxnId="{67FA8568-8D99-4724-B4C5-A3260D0B48E2}">
      <dgm:prSet/>
      <dgm:spPr/>
      <dgm:t>
        <a:bodyPr/>
        <a:lstStyle/>
        <a:p>
          <a:endParaRPr lang="th-TH"/>
        </a:p>
      </dgm:t>
    </dgm:pt>
    <dgm:pt modelId="{EE9E6753-CE40-4A67-829D-EB704501CBA9}" type="sibTrans" cxnId="{67FA8568-8D99-4724-B4C5-A3260D0B48E2}">
      <dgm:prSet/>
      <dgm:spPr/>
      <dgm:t>
        <a:bodyPr/>
        <a:lstStyle/>
        <a:p>
          <a:endParaRPr lang="th-TH"/>
        </a:p>
      </dgm:t>
    </dgm:pt>
    <dgm:pt modelId="{5F6BD035-8BF5-4EB8-8C05-AF69B41DD456}">
      <dgm:prSet/>
      <dgm:spPr/>
      <dgm:t>
        <a:bodyPr/>
        <a:lstStyle/>
        <a:p>
          <a:r>
            <a:rPr lang="en-US" dirty="0"/>
            <a:t>expands or narrows the text</a:t>
          </a:r>
        </a:p>
      </dgm:t>
    </dgm:pt>
    <dgm:pt modelId="{871E568E-0E03-4DBE-83B3-12A2ECD181F5}" type="parTrans" cxnId="{914F36BE-CAAD-44D9-8B03-D4F447AC15F6}">
      <dgm:prSet/>
      <dgm:spPr/>
      <dgm:t>
        <a:bodyPr/>
        <a:lstStyle/>
        <a:p>
          <a:endParaRPr lang="th-TH"/>
        </a:p>
      </dgm:t>
    </dgm:pt>
    <dgm:pt modelId="{CA9A1072-EE92-4CE5-8FD3-0CC5AA406387}" type="sibTrans" cxnId="{914F36BE-CAAD-44D9-8B03-D4F447AC15F6}">
      <dgm:prSet/>
      <dgm:spPr/>
      <dgm:t>
        <a:bodyPr/>
        <a:lstStyle/>
        <a:p>
          <a:endParaRPr lang="th-TH"/>
        </a:p>
      </dgm:t>
    </dgm:pt>
    <dgm:pt modelId="{73A40590-659F-493C-BDBD-00F650686D2D}">
      <dgm:prSet/>
      <dgm:spPr/>
      <dgm:t>
        <a:bodyPr/>
        <a:lstStyle/>
        <a:p>
          <a:r>
            <a:rPr lang="en-US" dirty="0"/>
            <a:t>sets the distance between lines of the text</a:t>
          </a:r>
          <a:endParaRPr lang="th-TH" dirty="0"/>
        </a:p>
      </dgm:t>
    </dgm:pt>
    <dgm:pt modelId="{8E6C798E-7405-46E0-B10D-E8D5C3F77485}" type="parTrans" cxnId="{572174CA-7460-4C89-88C2-C02795EEF10E}">
      <dgm:prSet/>
      <dgm:spPr/>
      <dgm:t>
        <a:bodyPr/>
        <a:lstStyle/>
        <a:p>
          <a:endParaRPr lang="th-TH"/>
        </a:p>
      </dgm:t>
    </dgm:pt>
    <dgm:pt modelId="{C06C143F-C07E-4F4C-B100-BEA483FA5297}" type="sibTrans" cxnId="{572174CA-7460-4C89-88C2-C02795EEF10E}">
      <dgm:prSet/>
      <dgm:spPr/>
      <dgm:t>
        <a:bodyPr/>
        <a:lstStyle/>
        <a:p>
          <a:endParaRPr lang="th-TH"/>
        </a:p>
      </dgm:t>
    </dgm:pt>
    <dgm:pt modelId="{E3D1E010-40AF-444B-9781-4D433943ADE1}" type="pres">
      <dgm:prSet presAssocID="{60F13080-5BF2-43B2-B573-B0ADA10A7F85}" presName="Name0" presStyleCnt="0">
        <dgm:presLayoutVars>
          <dgm:dir/>
          <dgm:animLvl val="lvl"/>
          <dgm:resizeHandles val="exact"/>
        </dgm:presLayoutVars>
      </dgm:prSet>
      <dgm:spPr/>
    </dgm:pt>
    <dgm:pt modelId="{39ED2E9A-D2A7-4DBE-8B56-BA5F89BE6DD4}" type="pres">
      <dgm:prSet presAssocID="{D828253F-211F-4F87-88ED-1981D36D7790}" presName="linNode" presStyleCnt="0"/>
      <dgm:spPr/>
    </dgm:pt>
    <dgm:pt modelId="{CE271E6A-A9C5-43A1-9B2F-42C5E3EB8005}" type="pres">
      <dgm:prSet presAssocID="{D828253F-211F-4F87-88ED-1981D36D7790}" presName="parTx" presStyleLbl="revTx" presStyleIdx="0" presStyleCnt="7">
        <dgm:presLayoutVars>
          <dgm:chMax val="1"/>
          <dgm:bulletEnabled val="1"/>
        </dgm:presLayoutVars>
      </dgm:prSet>
      <dgm:spPr/>
    </dgm:pt>
    <dgm:pt modelId="{9B0ADD08-1686-4150-A02B-85B3BB3674CA}" type="pres">
      <dgm:prSet presAssocID="{D828253F-211F-4F87-88ED-1981D36D7790}" presName="bracket" presStyleLbl="parChTrans1D1" presStyleIdx="0" presStyleCnt="7"/>
      <dgm:spPr/>
    </dgm:pt>
    <dgm:pt modelId="{0565083E-BD38-4555-B7DC-983C58FF1AD1}" type="pres">
      <dgm:prSet presAssocID="{D828253F-211F-4F87-88ED-1981D36D7790}" presName="spH" presStyleCnt="0"/>
      <dgm:spPr/>
    </dgm:pt>
    <dgm:pt modelId="{D68279AB-F150-4F71-B656-6B36D66C43D9}" type="pres">
      <dgm:prSet presAssocID="{D828253F-211F-4F87-88ED-1981D36D7790}" presName="desTx" presStyleLbl="node1" presStyleIdx="0" presStyleCnt="7">
        <dgm:presLayoutVars>
          <dgm:bulletEnabled val="1"/>
        </dgm:presLayoutVars>
      </dgm:prSet>
      <dgm:spPr/>
    </dgm:pt>
    <dgm:pt modelId="{C69CA5E4-ECBB-4082-A0F5-301A82044729}" type="pres">
      <dgm:prSet presAssocID="{381435BF-B2F1-47D5-868E-A1BDC39E57AC}" presName="spV" presStyleCnt="0"/>
      <dgm:spPr/>
    </dgm:pt>
    <dgm:pt modelId="{A03F5826-3B87-499E-873A-52C5DB2910E4}" type="pres">
      <dgm:prSet presAssocID="{4B9B3140-09EA-43C4-937C-E8ABE0ACA934}" presName="linNode" presStyleCnt="0"/>
      <dgm:spPr/>
    </dgm:pt>
    <dgm:pt modelId="{A0470613-FAC5-404C-8A89-2C5D024B9E57}" type="pres">
      <dgm:prSet presAssocID="{4B9B3140-09EA-43C4-937C-E8ABE0ACA934}" presName="parTx" presStyleLbl="revTx" presStyleIdx="1" presStyleCnt="7">
        <dgm:presLayoutVars>
          <dgm:chMax val="1"/>
          <dgm:bulletEnabled val="1"/>
        </dgm:presLayoutVars>
      </dgm:prSet>
      <dgm:spPr/>
    </dgm:pt>
    <dgm:pt modelId="{B0FA6D82-97A9-4C8F-95CC-9D8CEB41E211}" type="pres">
      <dgm:prSet presAssocID="{4B9B3140-09EA-43C4-937C-E8ABE0ACA934}" presName="bracket" presStyleLbl="parChTrans1D1" presStyleIdx="1" presStyleCnt="7"/>
      <dgm:spPr/>
    </dgm:pt>
    <dgm:pt modelId="{A3BC9573-9765-44A2-926B-B10A497F1F16}" type="pres">
      <dgm:prSet presAssocID="{4B9B3140-09EA-43C4-937C-E8ABE0ACA934}" presName="spH" presStyleCnt="0"/>
      <dgm:spPr/>
    </dgm:pt>
    <dgm:pt modelId="{363211B2-10B3-4F2D-86B1-D60B5A040ADF}" type="pres">
      <dgm:prSet presAssocID="{4B9B3140-09EA-43C4-937C-E8ABE0ACA934}" presName="desTx" presStyleLbl="node1" presStyleIdx="1" presStyleCnt="7">
        <dgm:presLayoutVars>
          <dgm:bulletEnabled val="1"/>
        </dgm:presLayoutVars>
      </dgm:prSet>
      <dgm:spPr/>
    </dgm:pt>
    <dgm:pt modelId="{FA84A06C-43AA-4F00-92C8-D4E74647485B}" type="pres">
      <dgm:prSet presAssocID="{94DDEE7C-EBB0-4120-B7EF-B45727D014F3}" presName="spV" presStyleCnt="0"/>
      <dgm:spPr/>
    </dgm:pt>
    <dgm:pt modelId="{2B8D52B8-2722-45D0-ADE2-6E6D72A75F3E}" type="pres">
      <dgm:prSet presAssocID="{3C52A288-D37D-4489-AB20-7D75EAFDA0FB}" presName="linNode" presStyleCnt="0"/>
      <dgm:spPr/>
    </dgm:pt>
    <dgm:pt modelId="{2D492AE5-DE14-4739-9697-4881C304AC1A}" type="pres">
      <dgm:prSet presAssocID="{3C52A288-D37D-4489-AB20-7D75EAFDA0FB}" presName="parTx" presStyleLbl="revTx" presStyleIdx="2" presStyleCnt="7">
        <dgm:presLayoutVars>
          <dgm:chMax val="1"/>
          <dgm:bulletEnabled val="1"/>
        </dgm:presLayoutVars>
      </dgm:prSet>
      <dgm:spPr/>
    </dgm:pt>
    <dgm:pt modelId="{0D2FF6EC-AE59-4BB7-9E3D-B342174F7890}" type="pres">
      <dgm:prSet presAssocID="{3C52A288-D37D-4489-AB20-7D75EAFDA0FB}" presName="bracket" presStyleLbl="parChTrans1D1" presStyleIdx="2" presStyleCnt="7"/>
      <dgm:spPr/>
    </dgm:pt>
    <dgm:pt modelId="{73D18182-E029-403B-A643-CC86C2804BC6}" type="pres">
      <dgm:prSet presAssocID="{3C52A288-D37D-4489-AB20-7D75EAFDA0FB}" presName="spH" presStyleCnt="0"/>
      <dgm:spPr/>
    </dgm:pt>
    <dgm:pt modelId="{13EE3BB0-CF05-4486-A557-A2D3C63A4E38}" type="pres">
      <dgm:prSet presAssocID="{3C52A288-D37D-4489-AB20-7D75EAFDA0FB}" presName="desTx" presStyleLbl="node1" presStyleIdx="2" presStyleCnt="7">
        <dgm:presLayoutVars>
          <dgm:bulletEnabled val="1"/>
        </dgm:presLayoutVars>
      </dgm:prSet>
      <dgm:spPr/>
    </dgm:pt>
    <dgm:pt modelId="{E83CEAE8-4D8A-43D9-B47F-AD449E3D63DD}" type="pres">
      <dgm:prSet presAssocID="{3F6E0ECB-5EB0-4307-9A98-2359FF1E02F1}" presName="spV" presStyleCnt="0"/>
      <dgm:spPr/>
    </dgm:pt>
    <dgm:pt modelId="{000950AB-037E-4314-91B0-00E2FF4DDF38}" type="pres">
      <dgm:prSet presAssocID="{CE164505-8CD7-4B41-8026-F575D0AB2A41}" presName="linNode" presStyleCnt="0"/>
      <dgm:spPr/>
    </dgm:pt>
    <dgm:pt modelId="{88E4D583-523C-4444-A954-1325100A5D38}" type="pres">
      <dgm:prSet presAssocID="{CE164505-8CD7-4B41-8026-F575D0AB2A41}" presName="parTx" presStyleLbl="revTx" presStyleIdx="3" presStyleCnt="7">
        <dgm:presLayoutVars>
          <dgm:chMax val="1"/>
          <dgm:bulletEnabled val="1"/>
        </dgm:presLayoutVars>
      </dgm:prSet>
      <dgm:spPr/>
    </dgm:pt>
    <dgm:pt modelId="{CE905C05-FCD4-4EE0-B777-5F65616B5444}" type="pres">
      <dgm:prSet presAssocID="{CE164505-8CD7-4B41-8026-F575D0AB2A41}" presName="bracket" presStyleLbl="parChTrans1D1" presStyleIdx="3" presStyleCnt="7"/>
      <dgm:spPr/>
    </dgm:pt>
    <dgm:pt modelId="{A95EDEB8-0B05-4691-9819-E11298429B55}" type="pres">
      <dgm:prSet presAssocID="{CE164505-8CD7-4B41-8026-F575D0AB2A41}" presName="spH" presStyleCnt="0"/>
      <dgm:spPr/>
    </dgm:pt>
    <dgm:pt modelId="{CABD6713-2F4C-406D-B088-48A911ABA3C7}" type="pres">
      <dgm:prSet presAssocID="{CE164505-8CD7-4B41-8026-F575D0AB2A41}" presName="desTx" presStyleLbl="node1" presStyleIdx="3" presStyleCnt="7">
        <dgm:presLayoutVars>
          <dgm:bulletEnabled val="1"/>
        </dgm:presLayoutVars>
      </dgm:prSet>
      <dgm:spPr/>
    </dgm:pt>
    <dgm:pt modelId="{9A08519F-2E1C-4905-9AC9-421E912396D4}" type="pres">
      <dgm:prSet presAssocID="{C773D795-EE86-41F9-BBF3-030187CA0D07}" presName="spV" presStyleCnt="0"/>
      <dgm:spPr/>
    </dgm:pt>
    <dgm:pt modelId="{9E54195F-712C-4DB0-A981-D509C83A7BD1}" type="pres">
      <dgm:prSet presAssocID="{374572BF-DE18-42EE-8EEC-7906A38A65A2}" presName="linNode" presStyleCnt="0"/>
      <dgm:spPr/>
    </dgm:pt>
    <dgm:pt modelId="{475C4FA7-BF7E-4FF1-9C46-CD5835949A67}" type="pres">
      <dgm:prSet presAssocID="{374572BF-DE18-42EE-8EEC-7906A38A65A2}" presName="parTx" presStyleLbl="revTx" presStyleIdx="4" presStyleCnt="7">
        <dgm:presLayoutVars>
          <dgm:chMax val="1"/>
          <dgm:bulletEnabled val="1"/>
        </dgm:presLayoutVars>
      </dgm:prSet>
      <dgm:spPr/>
    </dgm:pt>
    <dgm:pt modelId="{13F822C9-29AF-4CB3-91C5-AEF1C14E5C5F}" type="pres">
      <dgm:prSet presAssocID="{374572BF-DE18-42EE-8EEC-7906A38A65A2}" presName="bracket" presStyleLbl="parChTrans1D1" presStyleIdx="4" presStyleCnt="7"/>
      <dgm:spPr/>
    </dgm:pt>
    <dgm:pt modelId="{63C0387A-38F3-4530-ACB2-B92357C65E7D}" type="pres">
      <dgm:prSet presAssocID="{374572BF-DE18-42EE-8EEC-7906A38A65A2}" presName="spH" presStyleCnt="0"/>
      <dgm:spPr/>
    </dgm:pt>
    <dgm:pt modelId="{4B5139A7-C602-46AD-9A2F-789A2B9D9672}" type="pres">
      <dgm:prSet presAssocID="{374572BF-DE18-42EE-8EEC-7906A38A65A2}" presName="desTx" presStyleLbl="node1" presStyleIdx="4" presStyleCnt="7">
        <dgm:presLayoutVars>
          <dgm:bulletEnabled val="1"/>
        </dgm:presLayoutVars>
      </dgm:prSet>
      <dgm:spPr/>
    </dgm:pt>
    <dgm:pt modelId="{45C6EBAE-80D8-4B16-98CE-3DEE9B0CAC7E}" type="pres">
      <dgm:prSet presAssocID="{56BBD1D6-2580-4F7B-A42D-87F0B7E0DA04}" presName="spV" presStyleCnt="0"/>
      <dgm:spPr/>
    </dgm:pt>
    <dgm:pt modelId="{DFEFF3B9-744C-4F67-8C20-07AA8D6391C7}" type="pres">
      <dgm:prSet presAssocID="{3FEB1FFE-69F4-43F0-8CD7-6CC08BD0C246}" presName="linNode" presStyleCnt="0"/>
      <dgm:spPr/>
    </dgm:pt>
    <dgm:pt modelId="{B4D42503-6B1A-439E-BE30-5CA0B3704D75}" type="pres">
      <dgm:prSet presAssocID="{3FEB1FFE-69F4-43F0-8CD7-6CC08BD0C246}" presName="parTx" presStyleLbl="revTx" presStyleIdx="5" presStyleCnt="7">
        <dgm:presLayoutVars>
          <dgm:chMax val="1"/>
          <dgm:bulletEnabled val="1"/>
        </dgm:presLayoutVars>
      </dgm:prSet>
      <dgm:spPr/>
    </dgm:pt>
    <dgm:pt modelId="{1B24100A-34FE-4ADB-9714-581EAAF45965}" type="pres">
      <dgm:prSet presAssocID="{3FEB1FFE-69F4-43F0-8CD7-6CC08BD0C246}" presName="bracket" presStyleLbl="parChTrans1D1" presStyleIdx="5" presStyleCnt="7"/>
      <dgm:spPr/>
    </dgm:pt>
    <dgm:pt modelId="{5FD352B9-AE47-4C11-A96B-122973F0C096}" type="pres">
      <dgm:prSet presAssocID="{3FEB1FFE-69F4-43F0-8CD7-6CC08BD0C246}" presName="spH" presStyleCnt="0"/>
      <dgm:spPr/>
    </dgm:pt>
    <dgm:pt modelId="{F02EF3BF-05A2-419E-B6EA-26325C3A6BEF}" type="pres">
      <dgm:prSet presAssocID="{3FEB1FFE-69F4-43F0-8CD7-6CC08BD0C246}" presName="desTx" presStyleLbl="node1" presStyleIdx="5" presStyleCnt="7">
        <dgm:presLayoutVars>
          <dgm:bulletEnabled val="1"/>
        </dgm:presLayoutVars>
      </dgm:prSet>
      <dgm:spPr/>
    </dgm:pt>
    <dgm:pt modelId="{845BB54D-54E9-45A2-93B0-90A9BF8E2158}" type="pres">
      <dgm:prSet presAssocID="{3695FA49-AA60-4DFC-AC83-FDE7225E9243}" presName="spV" presStyleCnt="0"/>
      <dgm:spPr/>
    </dgm:pt>
    <dgm:pt modelId="{97C18569-FBB6-4B4D-B366-ECAD399E0F41}" type="pres">
      <dgm:prSet presAssocID="{D14B5C64-7A3B-40F8-BD20-7C16824FE74E}" presName="linNode" presStyleCnt="0"/>
      <dgm:spPr/>
    </dgm:pt>
    <dgm:pt modelId="{3D6C3D38-D7AB-44AB-A31D-BBF76788A78E}" type="pres">
      <dgm:prSet presAssocID="{D14B5C64-7A3B-40F8-BD20-7C16824FE74E}" presName="parTx" presStyleLbl="revTx" presStyleIdx="6" presStyleCnt="7">
        <dgm:presLayoutVars>
          <dgm:chMax val="1"/>
          <dgm:bulletEnabled val="1"/>
        </dgm:presLayoutVars>
      </dgm:prSet>
      <dgm:spPr/>
    </dgm:pt>
    <dgm:pt modelId="{192A77D4-F382-4252-9DA9-83F4BDF6BDC8}" type="pres">
      <dgm:prSet presAssocID="{D14B5C64-7A3B-40F8-BD20-7C16824FE74E}" presName="bracket" presStyleLbl="parChTrans1D1" presStyleIdx="6" presStyleCnt="7"/>
      <dgm:spPr/>
    </dgm:pt>
    <dgm:pt modelId="{4833AE8B-34F9-48BF-8877-7F5FE8873DFD}" type="pres">
      <dgm:prSet presAssocID="{D14B5C64-7A3B-40F8-BD20-7C16824FE74E}" presName="spH" presStyleCnt="0"/>
      <dgm:spPr/>
    </dgm:pt>
    <dgm:pt modelId="{8363675F-8530-4EB4-8AD5-4E0F47ABFBD1}" type="pres">
      <dgm:prSet presAssocID="{D14B5C64-7A3B-40F8-BD20-7C16824FE74E}" presName="desTx" presStyleLbl="node1" presStyleIdx="6" presStyleCnt="7">
        <dgm:presLayoutVars>
          <dgm:bulletEnabled val="1"/>
        </dgm:presLayoutVars>
      </dgm:prSet>
      <dgm:spPr/>
    </dgm:pt>
  </dgm:ptLst>
  <dgm:cxnLst>
    <dgm:cxn modelId="{DD48CA03-3D56-4A7D-929C-7BFDF2FBAC00}" type="presOf" srcId="{EA99FB11-6FC4-44E4-A67C-488C8BE557B7}" destId="{CABD6713-2F4C-406D-B088-48A911ABA3C7}" srcOrd="0" destOrd="0" presId="urn:diagrams.loki3.com/BracketList"/>
    <dgm:cxn modelId="{2F227216-420C-418E-B5FE-3577B4887484}" srcId="{60F13080-5BF2-43B2-B573-B0ADA10A7F85}" destId="{374572BF-DE18-42EE-8EEC-7906A38A65A2}" srcOrd="4" destOrd="0" parTransId="{AC06AFD9-C0DC-4C91-9105-558DF5024B7C}" sibTransId="{56BBD1D6-2580-4F7B-A42D-87F0B7E0DA04}"/>
    <dgm:cxn modelId="{2393BC1B-C91E-4FAD-AE9E-61AD4068AF55}" type="presOf" srcId="{0EF1F790-0A07-4FA5-84F3-2CE0F7552807}" destId="{4B5139A7-C602-46AD-9A2F-789A2B9D9672}" srcOrd="0" destOrd="0" presId="urn:diagrams.loki3.com/BracketList"/>
    <dgm:cxn modelId="{A408AD2D-D2F2-4792-9BBE-29D40FCE99B5}" srcId="{60F13080-5BF2-43B2-B573-B0ADA10A7F85}" destId="{D828253F-211F-4F87-88ED-1981D36D7790}" srcOrd="0" destOrd="0" parTransId="{5EE73E17-D5B8-42F8-B389-2097FF5E9CE4}" sibTransId="{381435BF-B2F1-47D5-868E-A1BDC39E57AC}"/>
    <dgm:cxn modelId="{5F44C637-3B81-40F9-A36B-11DF51F2FEBF}" type="presOf" srcId="{8B93C4F4-8F3C-4C16-9D1C-503AD2209D6A}" destId="{D68279AB-F150-4F71-B656-6B36D66C43D9}" srcOrd="0" destOrd="0" presId="urn:diagrams.loki3.com/BracketList"/>
    <dgm:cxn modelId="{8FED273C-85C2-4032-81A8-CF3C88F1558E}" srcId="{60F13080-5BF2-43B2-B573-B0ADA10A7F85}" destId="{CE164505-8CD7-4B41-8026-F575D0AB2A41}" srcOrd="3" destOrd="0" parTransId="{449F9DA4-8CF4-404A-AB05-68F466C8513B}" sibTransId="{C773D795-EE86-41F9-BBF3-030187CA0D07}"/>
    <dgm:cxn modelId="{EA14595E-F6A6-4468-9918-9E55D8412B8B}" type="presOf" srcId="{D14B5C64-7A3B-40F8-BD20-7C16824FE74E}" destId="{3D6C3D38-D7AB-44AB-A31D-BBF76788A78E}" srcOrd="0" destOrd="0" presId="urn:diagrams.loki3.com/BracketList"/>
    <dgm:cxn modelId="{9DA80F42-FE48-429B-B677-B2803DE71FAB}" type="presOf" srcId="{3FEB1FFE-69F4-43F0-8CD7-6CC08BD0C246}" destId="{B4D42503-6B1A-439E-BE30-5CA0B3704D75}" srcOrd="0" destOrd="0" presId="urn:diagrams.loki3.com/BracketList"/>
    <dgm:cxn modelId="{09EC5F45-87B2-4144-95DE-8F55CB8AC816}" type="presOf" srcId="{5F6BD035-8BF5-4EB8-8C05-AF69B41DD456}" destId="{F02EF3BF-05A2-419E-B6EA-26325C3A6BEF}" srcOrd="0" destOrd="0" presId="urn:diagrams.loki3.com/BracketList"/>
    <dgm:cxn modelId="{67FA8568-8D99-4724-B4C5-A3260D0B48E2}" srcId="{374572BF-DE18-42EE-8EEC-7906A38A65A2}" destId="{0EF1F790-0A07-4FA5-84F3-2CE0F7552807}" srcOrd="0" destOrd="0" parTransId="{150DC90F-1AE0-40FD-AA7C-ECF4B4A5372A}" sibTransId="{EE9E6753-CE40-4A67-829D-EB704501CBA9}"/>
    <dgm:cxn modelId="{E8347A73-3896-4949-A01F-18D5B486435F}" srcId="{D828253F-211F-4F87-88ED-1981D36D7790}" destId="{8B93C4F4-8F3C-4C16-9D1C-503AD2209D6A}" srcOrd="0" destOrd="0" parTransId="{6EC2B428-BECA-4C44-AE0F-F4A7C6786BE9}" sibTransId="{A0A63545-A6EE-4AB6-96AF-1BF3A43E0D06}"/>
    <dgm:cxn modelId="{47896282-BBB9-41D5-9ECB-9D610438D95D}" srcId="{60F13080-5BF2-43B2-B573-B0ADA10A7F85}" destId="{3C52A288-D37D-4489-AB20-7D75EAFDA0FB}" srcOrd="2" destOrd="0" parTransId="{13E52F8A-9430-48CE-BDB9-D15205B92A93}" sibTransId="{3F6E0ECB-5EB0-4307-9A98-2359FF1E02F1}"/>
    <dgm:cxn modelId="{DE6A5D91-6F72-43F1-AE64-5045B88AD2DC}" srcId="{60F13080-5BF2-43B2-B573-B0ADA10A7F85}" destId="{4B9B3140-09EA-43C4-937C-E8ABE0ACA934}" srcOrd="1" destOrd="0" parTransId="{E2B59D2D-823A-4434-90A7-C34AD69548FB}" sibTransId="{94DDEE7C-EBB0-4120-B7EF-B45727D014F3}"/>
    <dgm:cxn modelId="{5672B797-78D6-4DC4-A6E1-1D463CC1C146}" type="presOf" srcId="{374572BF-DE18-42EE-8EEC-7906A38A65A2}" destId="{475C4FA7-BF7E-4FF1-9C46-CD5835949A67}" srcOrd="0" destOrd="0" presId="urn:diagrams.loki3.com/BracketList"/>
    <dgm:cxn modelId="{6AB998B0-584C-4552-963D-8246652D2BD1}" type="presOf" srcId="{D828253F-211F-4F87-88ED-1981D36D7790}" destId="{CE271E6A-A9C5-43A1-9B2F-42C5E3EB8005}" srcOrd="0" destOrd="0" presId="urn:diagrams.loki3.com/BracketList"/>
    <dgm:cxn modelId="{FDFF80B5-2864-4882-B98E-21262C7B8EB5}" type="presOf" srcId="{60F13080-5BF2-43B2-B573-B0ADA10A7F85}" destId="{E3D1E010-40AF-444B-9781-4D433943ADE1}" srcOrd="0" destOrd="0" presId="urn:diagrams.loki3.com/BracketList"/>
    <dgm:cxn modelId="{A5ACFBB7-286B-4043-A7CD-61919A34FED1}" srcId="{4B9B3140-09EA-43C4-937C-E8ABE0ACA934}" destId="{866844D9-911F-44D6-AD50-1A22E2822F77}" srcOrd="0" destOrd="0" parTransId="{0654FDE7-2D3A-45CA-A909-F855D249A1B9}" sibTransId="{C626CDD1-5060-43C3-9FF3-1EEE2B0BBEB5}"/>
    <dgm:cxn modelId="{2E0909BE-4340-4FD8-8FCE-D7D59D6DAC91}" srcId="{60F13080-5BF2-43B2-B573-B0ADA10A7F85}" destId="{D14B5C64-7A3B-40F8-BD20-7C16824FE74E}" srcOrd="6" destOrd="0" parTransId="{803978C8-116A-474C-BF2C-F2E0C27F23DC}" sibTransId="{08639496-D97A-49E1-98C3-7BC39C61E999}"/>
    <dgm:cxn modelId="{914F36BE-CAAD-44D9-8B03-D4F447AC15F6}" srcId="{3FEB1FFE-69F4-43F0-8CD7-6CC08BD0C246}" destId="{5F6BD035-8BF5-4EB8-8C05-AF69B41DD456}" srcOrd="0" destOrd="0" parTransId="{871E568E-0E03-4DBE-83B3-12A2ECD181F5}" sibTransId="{CA9A1072-EE92-4CE5-8FD3-0CC5AA406387}"/>
    <dgm:cxn modelId="{85915BC6-0183-4997-8A09-43DE60C4B26E}" type="presOf" srcId="{CE164505-8CD7-4B41-8026-F575D0AB2A41}" destId="{88E4D583-523C-4444-A954-1325100A5D38}" srcOrd="0" destOrd="0" presId="urn:diagrams.loki3.com/BracketList"/>
    <dgm:cxn modelId="{F0BCF6C8-E002-4B71-8F31-D8FF9A64142A}" type="presOf" srcId="{73A40590-659F-493C-BDBD-00F650686D2D}" destId="{8363675F-8530-4EB4-8AD5-4E0F47ABFBD1}" srcOrd="0" destOrd="0" presId="urn:diagrams.loki3.com/BracketList"/>
    <dgm:cxn modelId="{572174CA-7460-4C89-88C2-C02795EEF10E}" srcId="{D14B5C64-7A3B-40F8-BD20-7C16824FE74E}" destId="{73A40590-659F-493C-BDBD-00F650686D2D}" srcOrd="0" destOrd="0" parTransId="{8E6C798E-7405-46E0-B10D-E8D5C3F77485}" sibTransId="{C06C143F-C07E-4F4C-B100-BEA483FA5297}"/>
    <dgm:cxn modelId="{F09CCDDA-9A65-470F-8FF4-1E3F84AD35B4}" srcId="{CE164505-8CD7-4B41-8026-F575D0AB2A41}" destId="{EA99FB11-6FC4-44E4-A67C-488C8BE557B7}" srcOrd="0" destOrd="0" parTransId="{AF972547-B0B4-4A56-864F-C97A7E11D0E4}" sibTransId="{B07A96AD-1B1B-4F6D-8DAF-273770F107C3}"/>
    <dgm:cxn modelId="{6C9FA1E1-0BA6-4FEA-8698-D0CEB2B22CDF}" type="presOf" srcId="{3C52A288-D37D-4489-AB20-7D75EAFDA0FB}" destId="{2D492AE5-DE14-4739-9697-4881C304AC1A}" srcOrd="0" destOrd="0" presId="urn:diagrams.loki3.com/BracketList"/>
    <dgm:cxn modelId="{D99628E3-851D-4289-BC24-8C1BB3626924}" srcId="{3C52A288-D37D-4489-AB20-7D75EAFDA0FB}" destId="{5FF8DB6A-85CD-457C-BFFC-4989B0371DCE}" srcOrd="0" destOrd="0" parTransId="{047FF38E-5DD7-4CDE-AC94-D8E1B310796C}" sibTransId="{9AA65DD4-5381-470C-9BFC-C54E4E21370B}"/>
    <dgm:cxn modelId="{EBAB30E4-DF7F-4F80-BCBE-10AC578BBCB5}" type="presOf" srcId="{866844D9-911F-44D6-AD50-1A22E2822F77}" destId="{363211B2-10B3-4F2D-86B1-D60B5A040ADF}" srcOrd="0" destOrd="0" presId="urn:diagrams.loki3.com/BracketList"/>
    <dgm:cxn modelId="{3B3B19F7-F6C0-4384-8BCC-BF2C1C51F714}" srcId="{60F13080-5BF2-43B2-B573-B0ADA10A7F85}" destId="{3FEB1FFE-69F4-43F0-8CD7-6CC08BD0C246}" srcOrd="5" destOrd="0" parTransId="{8D3B421E-C2CF-418B-94BB-D808BCF8E54C}" sibTransId="{3695FA49-AA60-4DFC-AC83-FDE7225E9243}"/>
    <dgm:cxn modelId="{898818F9-04C0-4C80-80C7-B98A39DEFB8A}" type="presOf" srcId="{5FF8DB6A-85CD-457C-BFFC-4989B0371DCE}" destId="{13EE3BB0-CF05-4486-A557-A2D3C63A4E38}" srcOrd="0" destOrd="0" presId="urn:diagrams.loki3.com/BracketList"/>
    <dgm:cxn modelId="{75648CFE-25E6-4FA4-B77C-FC4073EB5AA7}" type="presOf" srcId="{4B9B3140-09EA-43C4-937C-E8ABE0ACA934}" destId="{A0470613-FAC5-404C-8A89-2C5D024B9E57}" srcOrd="0" destOrd="0" presId="urn:diagrams.loki3.com/BracketList"/>
    <dgm:cxn modelId="{903A3A53-4E9D-479F-B5CC-0AB6279C010B}" type="presParOf" srcId="{E3D1E010-40AF-444B-9781-4D433943ADE1}" destId="{39ED2E9A-D2A7-4DBE-8B56-BA5F89BE6DD4}" srcOrd="0" destOrd="0" presId="urn:diagrams.loki3.com/BracketList"/>
    <dgm:cxn modelId="{EA9C974B-7D83-45D6-A761-1CDA5CD1272C}" type="presParOf" srcId="{39ED2E9A-D2A7-4DBE-8B56-BA5F89BE6DD4}" destId="{CE271E6A-A9C5-43A1-9B2F-42C5E3EB8005}" srcOrd="0" destOrd="0" presId="urn:diagrams.loki3.com/BracketList"/>
    <dgm:cxn modelId="{384F213D-5DA6-4BC5-86AA-88D9A5A20ED5}" type="presParOf" srcId="{39ED2E9A-D2A7-4DBE-8B56-BA5F89BE6DD4}" destId="{9B0ADD08-1686-4150-A02B-85B3BB3674CA}" srcOrd="1" destOrd="0" presId="urn:diagrams.loki3.com/BracketList"/>
    <dgm:cxn modelId="{714C7B15-6CBD-40B5-A6A2-D899EE6BF4ED}" type="presParOf" srcId="{39ED2E9A-D2A7-4DBE-8B56-BA5F89BE6DD4}" destId="{0565083E-BD38-4555-B7DC-983C58FF1AD1}" srcOrd="2" destOrd="0" presId="urn:diagrams.loki3.com/BracketList"/>
    <dgm:cxn modelId="{DB9390B3-3593-4AD6-BD70-9F48C0745281}" type="presParOf" srcId="{39ED2E9A-D2A7-4DBE-8B56-BA5F89BE6DD4}" destId="{D68279AB-F150-4F71-B656-6B36D66C43D9}" srcOrd="3" destOrd="0" presId="urn:diagrams.loki3.com/BracketList"/>
    <dgm:cxn modelId="{F9C1A1CE-2083-45D2-8F03-B2A13EE9D639}" type="presParOf" srcId="{E3D1E010-40AF-444B-9781-4D433943ADE1}" destId="{C69CA5E4-ECBB-4082-A0F5-301A82044729}" srcOrd="1" destOrd="0" presId="urn:diagrams.loki3.com/BracketList"/>
    <dgm:cxn modelId="{294E8344-B561-498A-B7C0-B8D1050097FA}" type="presParOf" srcId="{E3D1E010-40AF-444B-9781-4D433943ADE1}" destId="{A03F5826-3B87-499E-873A-52C5DB2910E4}" srcOrd="2" destOrd="0" presId="urn:diagrams.loki3.com/BracketList"/>
    <dgm:cxn modelId="{A673BD46-E217-4530-9000-7687B8EFBB1B}" type="presParOf" srcId="{A03F5826-3B87-499E-873A-52C5DB2910E4}" destId="{A0470613-FAC5-404C-8A89-2C5D024B9E57}" srcOrd="0" destOrd="0" presId="urn:diagrams.loki3.com/BracketList"/>
    <dgm:cxn modelId="{71EBE946-FCFE-4664-955F-E651A7C31265}" type="presParOf" srcId="{A03F5826-3B87-499E-873A-52C5DB2910E4}" destId="{B0FA6D82-97A9-4C8F-95CC-9D8CEB41E211}" srcOrd="1" destOrd="0" presId="urn:diagrams.loki3.com/BracketList"/>
    <dgm:cxn modelId="{326CBBE1-99A1-49B3-A42F-92D6773D5616}" type="presParOf" srcId="{A03F5826-3B87-499E-873A-52C5DB2910E4}" destId="{A3BC9573-9765-44A2-926B-B10A497F1F16}" srcOrd="2" destOrd="0" presId="urn:diagrams.loki3.com/BracketList"/>
    <dgm:cxn modelId="{20121F16-D5B2-447E-85E7-B6C132E58C1C}" type="presParOf" srcId="{A03F5826-3B87-499E-873A-52C5DB2910E4}" destId="{363211B2-10B3-4F2D-86B1-D60B5A040ADF}" srcOrd="3" destOrd="0" presId="urn:diagrams.loki3.com/BracketList"/>
    <dgm:cxn modelId="{57734573-6E91-46F0-909D-52FAF8E0D696}" type="presParOf" srcId="{E3D1E010-40AF-444B-9781-4D433943ADE1}" destId="{FA84A06C-43AA-4F00-92C8-D4E74647485B}" srcOrd="3" destOrd="0" presId="urn:diagrams.loki3.com/BracketList"/>
    <dgm:cxn modelId="{16F08C97-2BC5-45D7-A98D-F156597EF572}" type="presParOf" srcId="{E3D1E010-40AF-444B-9781-4D433943ADE1}" destId="{2B8D52B8-2722-45D0-ADE2-6E6D72A75F3E}" srcOrd="4" destOrd="0" presId="urn:diagrams.loki3.com/BracketList"/>
    <dgm:cxn modelId="{2EDA6A9F-2EB2-4C27-B363-3CDE13230ADA}" type="presParOf" srcId="{2B8D52B8-2722-45D0-ADE2-6E6D72A75F3E}" destId="{2D492AE5-DE14-4739-9697-4881C304AC1A}" srcOrd="0" destOrd="0" presId="urn:diagrams.loki3.com/BracketList"/>
    <dgm:cxn modelId="{C609A597-E104-4F5B-85A3-5A572DFFE3AD}" type="presParOf" srcId="{2B8D52B8-2722-45D0-ADE2-6E6D72A75F3E}" destId="{0D2FF6EC-AE59-4BB7-9E3D-B342174F7890}" srcOrd="1" destOrd="0" presId="urn:diagrams.loki3.com/BracketList"/>
    <dgm:cxn modelId="{F25E5703-2CBA-4AF6-97BB-64242A8A983D}" type="presParOf" srcId="{2B8D52B8-2722-45D0-ADE2-6E6D72A75F3E}" destId="{73D18182-E029-403B-A643-CC86C2804BC6}" srcOrd="2" destOrd="0" presId="urn:diagrams.loki3.com/BracketList"/>
    <dgm:cxn modelId="{49081020-31DA-4C32-BA64-2F0CD1CD2EAE}" type="presParOf" srcId="{2B8D52B8-2722-45D0-ADE2-6E6D72A75F3E}" destId="{13EE3BB0-CF05-4486-A557-A2D3C63A4E38}" srcOrd="3" destOrd="0" presId="urn:diagrams.loki3.com/BracketList"/>
    <dgm:cxn modelId="{CBD1D46A-A138-481E-AB7C-430982EC02FF}" type="presParOf" srcId="{E3D1E010-40AF-444B-9781-4D433943ADE1}" destId="{E83CEAE8-4D8A-43D9-B47F-AD449E3D63DD}" srcOrd="5" destOrd="0" presId="urn:diagrams.loki3.com/BracketList"/>
    <dgm:cxn modelId="{2E3D1714-2B5B-4980-BF4B-3C2FFF135B82}" type="presParOf" srcId="{E3D1E010-40AF-444B-9781-4D433943ADE1}" destId="{000950AB-037E-4314-91B0-00E2FF4DDF38}" srcOrd="6" destOrd="0" presId="urn:diagrams.loki3.com/BracketList"/>
    <dgm:cxn modelId="{B4BA4108-6529-41E2-85D2-6AAB82DEE64C}" type="presParOf" srcId="{000950AB-037E-4314-91B0-00E2FF4DDF38}" destId="{88E4D583-523C-4444-A954-1325100A5D38}" srcOrd="0" destOrd="0" presId="urn:diagrams.loki3.com/BracketList"/>
    <dgm:cxn modelId="{954134D0-ABD6-45A9-A427-58D88EBCEA26}" type="presParOf" srcId="{000950AB-037E-4314-91B0-00E2FF4DDF38}" destId="{CE905C05-FCD4-4EE0-B777-5F65616B5444}" srcOrd="1" destOrd="0" presId="urn:diagrams.loki3.com/BracketList"/>
    <dgm:cxn modelId="{5B39A6A7-A0AE-4B24-A07C-79778E3FBF4C}" type="presParOf" srcId="{000950AB-037E-4314-91B0-00E2FF4DDF38}" destId="{A95EDEB8-0B05-4691-9819-E11298429B55}" srcOrd="2" destOrd="0" presId="urn:diagrams.loki3.com/BracketList"/>
    <dgm:cxn modelId="{919656BA-2A74-4E1A-9C80-479FC8D1D6ED}" type="presParOf" srcId="{000950AB-037E-4314-91B0-00E2FF4DDF38}" destId="{CABD6713-2F4C-406D-B088-48A911ABA3C7}" srcOrd="3" destOrd="0" presId="urn:diagrams.loki3.com/BracketList"/>
    <dgm:cxn modelId="{81DDED49-E154-4DBE-AC1F-3459F3D49BAA}" type="presParOf" srcId="{E3D1E010-40AF-444B-9781-4D433943ADE1}" destId="{9A08519F-2E1C-4905-9AC9-421E912396D4}" srcOrd="7" destOrd="0" presId="urn:diagrams.loki3.com/BracketList"/>
    <dgm:cxn modelId="{0EEB75A7-3F62-44EB-87D4-962E4A472FC1}" type="presParOf" srcId="{E3D1E010-40AF-444B-9781-4D433943ADE1}" destId="{9E54195F-712C-4DB0-A981-D509C83A7BD1}" srcOrd="8" destOrd="0" presId="urn:diagrams.loki3.com/BracketList"/>
    <dgm:cxn modelId="{A36FB6C2-6540-4B6D-A69C-C20A95B4CDDB}" type="presParOf" srcId="{9E54195F-712C-4DB0-A981-D509C83A7BD1}" destId="{475C4FA7-BF7E-4FF1-9C46-CD5835949A67}" srcOrd="0" destOrd="0" presId="urn:diagrams.loki3.com/BracketList"/>
    <dgm:cxn modelId="{B1D66A5D-686D-43C6-B8FB-C3FA527ECEA6}" type="presParOf" srcId="{9E54195F-712C-4DB0-A981-D509C83A7BD1}" destId="{13F822C9-29AF-4CB3-91C5-AEF1C14E5C5F}" srcOrd="1" destOrd="0" presId="urn:diagrams.loki3.com/BracketList"/>
    <dgm:cxn modelId="{84710016-1192-407D-96E4-8F867B9AB763}" type="presParOf" srcId="{9E54195F-712C-4DB0-A981-D509C83A7BD1}" destId="{63C0387A-38F3-4530-ACB2-B92357C65E7D}" srcOrd="2" destOrd="0" presId="urn:diagrams.loki3.com/BracketList"/>
    <dgm:cxn modelId="{3539A19D-E5EA-41EC-A8E4-A287CBA0CD92}" type="presParOf" srcId="{9E54195F-712C-4DB0-A981-D509C83A7BD1}" destId="{4B5139A7-C602-46AD-9A2F-789A2B9D9672}" srcOrd="3" destOrd="0" presId="urn:diagrams.loki3.com/BracketList"/>
    <dgm:cxn modelId="{A8F17440-1EED-4BCF-A99C-747773C59CC7}" type="presParOf" srcId="{E3D1E010-40AF-444B-9781-4D433943ADE1}" destId="{45C6EBAE-80D8-4B16-98CE-3DEE9B0CAC7E}" srcOrd="9" destOrd="0" presId="urn:diagrams.loki3.com/BracketList"/>
    <dgm:cxn modelId="{17D52D73-7933-46E1-AA78-F3DFDE308972}" type="presParOf" srcId="{E3D1E010-40AF-444B-9781-4D433943ADE1}" destId="{DFEFF3B9-744C-4F67-8C20-07AA8D6391C7}" srcOrd="10" destOrd="0" presId="urn:diagrams.loki3.com/BracketList"/>
    <dgm:cxn modelId="{DA9DAB51-8837-4FB3-86F0-150194E3E561}" type="presParOf" srcId="{DFEFF3B9-744C-4F67-8C20-07AA8D6391C7}" destId="{B4D42503-6B1A-439E-BE30-5CA0B3704D75}" srcOrd="0" destOrd="0" presId="urn:diagrams.loki3.com/BracketList"/>
    <dgm:cxn modelId="{A77F01EC-B5D8-4F16-A285-877343AC3CEE}" type="presParOf" srcId="{DFEFF3B9-744C-4F67-8C20-07AA8D6391C7}" destId="{1B24100A-34FE-4ADB-9714-581EAAF45965}" srcOrd="1" destOrd="0" presId="urn:diagrams.loki3.com/BracketList"/>
    <dgm:cxn modelId="{425394BC-9B3B-42B0-8264-46EC6EA027A7}" type="presParOf" srcId="{DFEFF3B9-744C-4F67-8C20-07AA8D6391C7}" destId="{5FD352B9-AE47-4C11-A96B-122973F0C096}" srcOrd="2" destOrd="0" presId="urn:diagrams.loki3.com/BracketList"/>
    <dgm:cxn modelId="{E43D2246-ABF9-4F6A-A334-78C4C418F3C6}" type="presParOf" srcId="{DFEFF3B9-744C-4F67-8C20-07AA8D6391C7}" destId="{F02EF3BF-05A2-419E-B6EA-26325C3A6BEF}" srcOrd="3" destOrd="0" presId="urn:diagrams.loki3.com/BracketList"/>
    <dgm:cxn modelId="{7ECE94DC-DF43-4680-B7EC-88D5F7A72F28}" type="presParOf" srcId="{E3D1E010-40AF-444B-9781-4D433943ADE1}" destId="{845BB54D-54E9-45A2-93B0-90A9BF8E2158}" srcOrd="11" destOrd="0" presId="urn:diagrams.loki3.com/BracketList"/>
    <dgm:cxn modelId="{18190F99-2831-4583-AF38-0A5BDEB28775}" type="presParOf" srcId="{E3D1E010-40AF-444B-9781-4D433943ADE1}" destId="{97C18569-FBB6-4B4D-B366-ECAD399E0F41}" srcOrd="12" destOrd="0" presId="urn:diagrams.loki3.com/BracketList"/>
    <dgm:cxn modelId="{CB491BF7-5602-4749-9353-60076063D965}" type="presParOf" srcId="{97C18569-FBB6-4B4D-B366-ECAD399E0F41}" destId="{3D6C3D38-D7AB-44AB-A31D-BBF76788A78E}" srcOrd="0" destOrd="0" presId="urn:diagrams.loki3.com/BracketList"/>
    <dgm:cxn modelId="{67C18824-BF5D-4734-A10A-E66A26334836}" type="presParOf" srcId="{97C18569-FBB6-4B4D-B366-ECAD399E0F41}" destId="{192A77D4-F382-4252-9DA9-83F4BDF6BDC8}" srcOrd="1" destOrd="0" presId="urn:diagrams.loki3.com/BracketList"/>
    <dgm:cxn modelId="{E05C3757-AD41-4EA6-B0D7-DF17CE84818E}" type="presParOf" srcId="{97C18569-FBB6-4B4D-B366-ECAD399E0F41}" destId="{4833AE8B-34F9-48BF-8877-7F5FE8873DFD}" srcOrd="2" destOrd="0" presId="urn:diagrams.loki3.com/BracketList"/>
    <dgm:cxn modelId="{FA911980-3D9F-4B57-ACA4-16DE9FAF7B17}" type="presParOf" srcId="{97C18569-FBB6-4B4D-B366-ECAD399E0F41}" destId="{8363675F-8530-4EB4-8AD5-4E0F47ABFBD1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072E72-63B6-4FDB-B5AB-898488AB5F7C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th-TH"/>
        </a:p>
      </dgm:t>
    </dgm:pt>
    <dgm:pt modelId="{84C05FC0-73E2-439F-AD62-967BB37E9196}">
      <dgm:prSet phldrT="[ข้อความ]"/>
      <dgm:spPr/>
      <dgm:t>
        <a:bodyPr/>
        <a:lstStyle/>
        <a:p>
          <a:r>
            <a:rPr lang="en-US" b="0" i="0" dirty="0"/>
            <a:t>Element selector</a:t>
          </a:r>
          <a:endParaRPr lang="th-TH" dirty="0"/>
        </a:p>
      </dgm:t>
    </dgm:pt>
    <dgm:pt modelId="{87396115-1360-449E-867C-599E31EF0269}" type="parTrans" cxnId="{C970ED36-493A-4197-B935-831A0E024556}">
      <dgm:prSet/>
      <dgm:spPr/>
      <dgm:t>
        <a:bodyPr/>
        <a:lstStyle/>
        <a:p>
          <a:endParaRPr lang="th-TH"/>
        </a:p>
      </dgm:t>
    </dgm:pt>
    <dgm:pt modelId="{7236631B-2034-4DE5-BE5D-E69E16F8F9E0}" type="sibTrans" cxnId="{C970ED36-493A-4197-B935-831A0E024556}">
      <dgm:prSet/>
      <dgm:spPr/>
      <dgm:t>
        <a:bodyPr/>
        <a:lstStyle/>
        <a:p>
          <a:endParaRPr lang="th-TH"/>
        </a:p>
      </dgm:t>
    </dgm:pt>
    <dgm:pt modelId="{E2318B26-52BD-42B9-B397-0F9E8365D046}">
      <dgm:prSet/>
      <dgm:spPr/>
      <dgm:t>
        <a:bodyPr/>
        <a:lstStyle/>
        <a:p>
          <a:r>
            <a:rPr lang="en-US" b="0" i="0" dirty="0"/>
            <a:t>Id selector</a:t>
          </a:r>
        </a:p>
      </dgm:t>
    </dgm:pt>
    <dgm:pt modelId="{8AAB12A4-2CC1-4211-9EBC-16232ADC7BA0}" type="parTrans" cxnId="{0CC142D5-C606-4DBA-9568-BB3BAE731AA4}">
      <dgm:prSet/>
      <dgm:spPr/>
      <dgm:t>
        <a:bodyPr/>
        <a:lstStyle/>
        <a:p>
          <a:endParaRPr lang="th-TH"/>
        </a:p>
      </dgm:t>
    </dgm:pt>
    <dgm:pt modelId="{800C6965-9A63-4902-AD29-F732A3C415B2}" type="sibTrans" cxnId="{0CC142D5-C606-4DBA-9568-BB3BAE731AA4}">
      <dgm:prSet/>
      <dgm:spPr/>
      <dgm:t>
        <a:bodyPr/>
        <a:lstStyle/>
        <a:p>
          <a:endParaRPr lang="th-TH"/>
        </a:p>
      </dgm:t>
    </dgm:pt>
    <dgm:pt modelId="{347B5ED9-AEA4-4871-8456-12DB43191CDE}">
      <dgm:prSet/>
      <dgm:spPr/>
      <dgm:t>
        <a:bodyPr/>
        <a:lstStyle/>
        <a:p>
          <a:r>
            <a:rPr lang="en-US" b="0" i="0" dirty="0"/>
            <a:t>Class selector</a:t>
          </a:r>
        </a:p>
      </dgm:t>
    </dgm:pt>
    <dgm:pt modelId="{EBE77394-EFDF-43CD-933A-A56884D4882B}" type="parTrans" cxnId="{905583DE-882E-468C-B28C-06D572AAEB82}">
      <dgm:prSet/>
      <dgm:spPr/>
      <dgm:t>
        <a:bodyPr/>
        <a:lstStyle/>
        <a:p>
          <a:endParaRPr lang="th-TH"/>
        </a:p>
      </dgm:t>
    </dgm:pt>
    <dgm:pt modelId="{A5073599-8F7D-4E94-8C67-414AA3262AFE}" type="sibTrans" cxnId="{905583DE-882E-468C-B28C-06D572AAEB82}">
      <dgm:prSet/>
      <dgm:spPr/>
      <dgm:t>
        <a:bodyPr/>
        <a:lstStyle/>
        <a:p>
          <a:endParaRPr lang="th-TH"/>
        </a:p>
      </dgm:t>
    </dgm:pt>
    <dgm:pt modelId="{7DE15EBA-E424-4714-9C5A-6F395816CEBC}">
      <dgm:prSet/>
      <dgm:spPr/>
      <dgm:t>
        <a:bodyPr/>
        <a:lstStyle/>
        <a:p>
          <a:r>
            <a:rPr lang="en-US" b="0" i="0" dirty="0"/>
            <a:t>Universal selector</a:t>
          </a:r>
        </a:p>
      </dgm:t>
    </dgm:pt>
    <dgm:pt modelId="{95C2DEAF-1247-40BA-9B04-8150653188DE}" type="parTrans" cxnId="{6CBA2F5B-F25B-4384-82F4-FACBB8B415D3}">
      <dgm:prSet/>
      <dgm:spPr/>
      <dgm:t>
        <a:bodyPr/>
        <a:lstStyle/>
        <a:p>
          <a:endParaRPr lang="th-TH"/>
        </a:p>
      </dgm:t>
    </dgm:pt>
    <dgm:pt modelId="{E48EE1C9-67F8-4544-96D2-4355A1C1C909}" type="sibTrans" cxnId="{6CBA2F5B-F25B-4384-82F4-FACBB8B415D3}">
      <dgm:prSet/>
      <dgm:spPr/>
      <dgm:t>
        <a:bodyPr/>
        <a:lstStyle/>
        <a:p>
          <a:endParaRPr lang="th-TH"/>
        </a:p>
      </dgm:t>
    </dgm:pt>
    <dgm:pt modelId="{C92EF540-B59D-4CA7-ACBA-3ED48E2BCCD5}">
      <dgm:prSet/>
      <dgm:spPr/>
      <dgm:t>
        <a:bodyPr/>
        <a:lstStyle/>
        <a:p>
          <a:r>
            <a:rPr lang="en-US" b="0" i="0" dirty="0"/>
            <a:t>Group selector</a:t>
          </a:r>
        </a:p>
      </dgm:t>
    </dgm:pt>
    <dgm:pt modelId="{A270E4FB-7559-4E38-AF86-F9949F93BC87}" type="parTrans" cxnId="{C33DE6EE-6A10-4EF0-995F-C702AC3B64E0}">
      <dgm:prSet/>
      <dgm:spPr/>
      <dgm:t>
        <a:bodyPr/>
        <a:lstStyle/>
        <a:p>
          <a:endParaRPr lang="th-TH"/>
        </a:p>
      </dgm:t>
    </dgm:pt>
    <dgm:pt modelId="{11873DC2-8C9E-49A5-B0D2-6F434FC552CF}" type="sibTrans" cxnId="{C33DE6EE-6A10-4EF0-995F-C702AC3B64E0}">
      <dgm:prSet/>
      <dgm:spPr/>
      <dgm:t>
        <a:bodyPr/>
        <a:lstStyle/>
        <a:p>
          <a:endParaRPr lang="th-TH"/>
        </a:p>
      </dgm:t>
    </dgm:pt>
    <dgm:pt modelId="{D250B191-98E7-4235-A3C3-DFC4667B13DB}">
      <dgm:prSet/>
      <dgm:spPr/>
      <dgm:t>
        <a:bodyPr/>
        <a:lstStyle/>
        <a:p>
          <a:r>
            <a:rPr lang="en-US" b="0" i="0" dirty="0"/>
            <a:t>Attribute selector</a:t>
          </a:r>
        </a:p>
      </dgm:t>
    </dgm:pt>
    <dgm:pt modelId="{58C52A92-95AD-4FF0-A70A-AF29D0BDCC9F}" type="parTrans" cxnId="{1BBC2133-ADF5-4C8E-BFD6-AF70D34368E1}">
      <dgm:prSet/>
      <dgm:spPr/>
      <dgm:t>
        <a:bodyPr/>
        <a:lstStyle/>
        <a:p>
          <a:endParaRPr lang="th-TH"/>
        </a:p>
      </dgm:t>
    </dgm:pt>
    <dgm:pt modelId="{388F084F-F0D9-4C61-BBCD-C1EAF83268AB}" type="sibTrans" cxnId="{1BBC2133-ADF5-4C8E-BFD6-AF70D34368E1}">
      <dgm:prSet/>
      <dgm:spPr/>
      <dgm:t>
        <a:bodyPr/>
        <a:lstStyle/>
        <a:p>
          <a:endParaRPr lang="th-TH"/>
        </a:p>
      </dgm:t>
    </dgm:pt>
    <dgm:pt modelId="{D4CAA112-8BBC-40A8-8520-988EF5D1692F}">
      <dgm:prSet phldrT="[ข้อความ]"/>
      <dgm:spPr/>
      <dgm:t>
        <a:bodyPr/>
        <a:lstStyle/>
        <a:p>
          <a:r>
            <a:rPr lang="en-US" dirty="0"/>
            <a:t>div{}</a:t>
          </a:r>
          <a:endParaRPr lang="th-TH" dirty="0"/>
        </a:p>
      </dgm:t>
    </dgm:pt>
    <dgm:pt modelId="{08DAA7B3-AC52-42B4-AB17-EC53C5CCB6DD}" type="parTrans" cxnId="{110DC480-462C-4943-8E70-38B66CC4CD47}">
      <dgm:prSet/>
      <dgm:spPr/>
      <dgm:t>
        <a:bodyPr/>
        <a:lstStyle/>
        <a:p>
          <a:endParaRPr lang="th-TH"/>
        </a:p>
      </dgm:t>
    </dgm:pt>
    <dgm:pt modelId="{B3E51623-50A0-4084-8FEB-01CF9E5B4586}" type="sibTrans" cxnId="{110DC480-462C-4943-8E70-38B66CC4CD47}">
      <dgm:prSet/>
      <dgm:spPr/>
      <dgm:t>
        <a:bodyPr/>
        <a:lstStyle/>
        <a:p>
          <a:endParaRPr lang="th-TH"/>
        </a:p>
      </dgm:t>
    </dgm:pt>
    <dgm:pt modelId="{8BAC977A-F958-4FF2-BF68-882F63C88F5D}">
      <dgm:prSet/>
      <dgm:spPr/>
      <dgm:t>
        <a:bodyPr/>
        <a:lstStyle/>
        <a:p>
          <a:r>
            <a:rPr lang="en-US" b="0" i="0" dirty="0"/>
            <a:t>#id{}</a:t>
          </a:r>
        </a:p>
      </dgm:t>
    </dgm:pt>
    <dgm:pt modelId="{B7CE71DB-3C8B-4E5F-8834-6694634E0AF9}" type="parTrans" cxnId="{D8FDF374-978B-4A20-A6F6-87CD107E858F}">
      <dgm:prSet/>
      <dgm:spPr/>
    </dgm:pt>
    <dgm:pt modelId="{1A483EF0-7DBE-409B-BC26-F6404DF38500}" type="sibTrans" cxnId="{D8FDF374-978B-4A20-A6F6-87CD107E858F}">
      <dgm:prSet/>
      <dgm:spPr/>
    </dgm:pt>
    <dgm:pt modelId="{82585ED6-729D-437F-9A59-9E143739AF61}">
      <dgm:prSet/>
      <dgm:spPr/>
      <dgm:t>
        <a:bodyPr/>
        <a:lstStyle/>
        <a:p>
          <a:r>
            <a:rPr lang="en-US" b="0" i="0" dirty="0"/>
            <a:t>.class{}</a:t>
          </a:r>
        </a:p>
      </dgm:t>
    </dgm:pt>
    <dgm:pt modelId="{109E0E78-9799-4D0F-BA01-A33734376AAE}" type="parTrans" cxnId="{8795CDC2-BAC4-4124-8DE9-B5CF219E7286}">
      <dgm:prSet/>
      <dgm:spPr/>
    </dgm:pt>
    <dgm:pt modelId="{F052F629-B0D8-444E-B3B9-FB3A643B4E42}" type="sibTrans" cxnId="{8795CDC2-BAC4-4124-8DE9-B5CF219E7286}">
      <dgm:prSet/>
      <dgm:spPr/>
    </dgm:pt>
    <dgm:pt modelId="{D4495BAF-CF5D-48E8-B52C-4BA34A228209}">
      <dgm:prSet/>
      <dgm:spPr/>
      <dgm:t>
        <a:bodyPr/>
        <a:lstStyle/>
        <a:p>
          <a:r>
            <a:rPr lang="en-US" b="0" i="0" dirty="0"/>
            <a:t>*{}</a:t>
          </a:r>
        </a:p>
      </dgm:t>
    </dgm:pt>
    <dgm:pt modelId="{C653E529-6EDF-4A34-AB66-FB5B5CBAD06D}" type="parTrans" cxnId="{B912D1D0-6180-4B07-A027-9553B0894D47}">
      <dgm:prSet/>
      <dgm:spPr/>
    </dgm:pt>
    <dgm:pt modelId="{D2F11494-A5CC-426A-9F8D-E9536C08B187}" type="sibTrans" cxnId="{B912D1D0-6180-4B07-A027-9553B0894D47}">
      <dgm:prSet/>
      <dgm:spPr/>
    </dgm:pt>
    <dgm:pt modelId="{2AF32F20-CA0A-48CC-84B2-CD9A867946FF}">
      <dgm:prSet/>
      <dgm:spPr/>
      <dgm:t>
        <a:bodyPr/>
        <a:lstStyle/>
        <a:p>
          <a:r>
            <a:rPr lang="en-US" b="0" i="0" dirty="0" err="1"/>
            <a:t>h,p</a:t>
          </a:r>
          <a:r>
            <a:rPr lang="en-US" b="0" i="0" dirty="0"/>
            <a:t> {}</a:t>
          </a:r>
        </a:p>
      </dgm:t>
    </dgm:pt>
    <dgm:pt modelId="{2AD79ADA-A9A3-4C3A-B3F1-8A10961ED67C}" type="parTrans" cxnId="{9AC860E6-4226-4D59-9BE4-C5EB0A2D6377}">
      <dgm:prSet/>
      <dgm:spPr/>
    </dgm:pt>
    <dgm:pt modelId="{F121D370-9777-40A8-9F0A-E4912288677E}" type="sibTrans" cxnId="{9AC860E6-4226-4D59-9BE4-C5EB0A2D6377}">
      <dgm:prSet/>
      <dgm:spPr/>
    </dgm:pt>
    <dgm:pt modelId="{36E0D588-C046-439C-9F0E-89C1246E17A6}">
      <dgm:prSet/>
      <dgm:spPr/>
      <dgm:t>
        <a:bodyPr/>
        <a:lstStyle/>
        <a:p>
          <a:r>
            <a:rPr lang="en-US" dirty="0"/>
            <a:t>p[class=“top"]</a:t>
          </a:r>
          <a:endParaRPr lang="en-US" b="0" i="0" dirty="0"/>
        </a:p>
      </dgm:t>
    </dgm:pt>
    <dgm:pt modelId="{CD39EB99-8A0F-4C52-85C3-948A220BB68D}" type="parTrans" cxnId="{DF6BDDDB-5B57-4B3F-87B8-AF31CE7A4D66}">
      <dgm:prSet/>
      <dgm:spPr/>
    </dgm:pt>
    <dgm:pt modelId="{25BCA0E1-9569-4758-80A6-60E21577E61A}" type="sibTrans" cxnId="{DF6BDDDB-5B57-4B3F-87B8-AF31CE7A4D66}">
      <dgm:prSet/>
      <dgm:spPr/>
    </dgm:pt>
    <dgm:pt modelId="{B52E51C2-F25A-40AF-85D5-7A4B4BBAB85E}">
      <dgm:prSet/>
      <dgm:spPr/>
      <dgm:t>
        <a:bodyPr/>
        <a:lstStyle/>
        <a:p>
          <a:r>
            <a:rPr lang="en-US" b="0" i="0" dirty="0"/>
            <a:t>p[class]</a:t>
          </a:r>
        </a:p>
      </dgm:t>
    </dgm:pt>
    <dgm:pt modelId="{6BED6DB6-CD32-4DA2-BDDA-A0214A05010A}" type="parTrans" cxnId="{E08F8AD9-141F-4902-A04E-70A1F1FED4C2}">
      <dgm:prSet/>
      <dgm:spPr/>
    </dgm:pt>
    <dgm:pt modelId="{01350D56-4753-4CBB-B7DD-F3B5F38CF33C}" type="sibTrans" cxnId="{E08F8AD9-141F-4902-A04E-70A1F1FED4C2}">
      <dgm:prSet/>
      <dgm:spPr/>
    </dgm:pt>
    <dgm:pt modelId="{D012B73A-AFE8-4429-8A02-AAAFA9A24880}" type="pres">
      <dgm:prSet presAssocID="{3C072E72-63B6-4FDB-B5AB-898488AB5F7C}" presName="diagram" presStyleCnt="0">
        <dgm:presLayoutVars>
          <dgm:dir/>
          <dgm:resizeHandles val="exact"/>
        </dgm:presLayoutVars>
      </dgm:prSet>
      <dgm:spPr/>
    </dgm:pt>
    <dgm:pt modelId="{FDDABA1F-600A-4D8D-841A-F5397B1D60AD}" type="pres">
      <dgm:prSet presAssocID="{84C05FC0-73E2-439F-AD62-967BB37E9196}" presName="node" presStyleLbl="node1" presStyleIdx="0" presStyleCnt="6">
        <dgm:presLayoutVars>
          <dgm:bulletEnabled val="1"/>
        </dgm:presLayoutVars>
      </dgm:prSet>
      <dgm:spPr/>
    </dgm:pt>
    <dgm:pt modelId="{FB58E94D-3A2E-43A8-83F1-0813672E9B94}" type="pres">
      <dgm:prSet presAssocID="{7236631B-2034-4DE5-BE5D-E69E16F8F9E0}" presName="sibTrans" presStyleCnt="0"/>
      <dgm:spPr/>
    </dgm:pt>
    <dgm:pt modelId="{C8296DE2-F635-4D40-9837-CA83C4791F4D}" type="pres">
      <dgm:prSet presAssocID="{E2318B26-52BD-42B9-B397-0F9E8365D046}" presName="node" presStyleLbl="node1" presStyleIdx="1" presStyleCnt="6">
        <dgm:presLayoutVars>
          <dgm:bulletEnabled val="1"/>
        </dgm:presLayoutVars>
      </dgm:prSet>
      <dgm:spPr/>
    </dgm:pt>
    <dgm:pt modelId="{5A687C78-4946-458E-B3E3-1DCCD8CF4189}" type="pres">
      <dgm:prSet presAssocID="{800C6965-9A63-4902-AD29-F732A3C415B2}" presName="sibTrans" presStyleCnt="0"/>
      <dgm:spPr/>
    </dgm:pt>
    <dgm:pt modelId="{E3BDE746-8ED5-4A00-866F-A243348579AB}" type="pres">
      <dgm:prSet presAssocID="{347B5ED9-AEA4-4871-8456-12DB43191CDE}" presName="node" presStyleLbl="node1" presStyleIdx="2" presStyleCnt="6">
        <dgm:presLayoutVars>
          <dgm:bulletEnabled val="1"/>
        </dgm:presLayoutVars>
      </dgm:prSet>
      <dgm:spPr/>
    </dgm:pt>
    <dgm:pt modelId="{458BC961-E428-44D2-9DC9-02C737D5EECF}" type="pres">
      <dgm:prSet presAssocID="{A5073599-8F7D-4E94-8C67-414AA3262AFE}" presName="sibTrans" presStyleCnt="0"/>
      <dgm:spPr/>
    </dgm:pt>
    <dgm:pt modelId="{4098394F-CCA2-4803-98FD-ED618CCB525C}" type="pres">
      <dgm:prSet presAssocID="{7DE15EBA-E424-4714-9C5A-6F395816CEBC}" presName="node" presStyleLbl="node1" presStyleIdx="3" presStyleCnt="6">
        <dgm:presLayoutVars>
          <dgm:bulletEnabled val="1"/>
        </dgm:presLayoutVars>
      </dgm:prSet>
      <dgm:spPr/>
    </dgm:pt>
    <dgm:pt modelId="{45B064CF-B4D6-474A-806E-8B07284E64C7}" type="pres">
      <dgm:prSet presAssocID="{E48EE1C9-67F8-4544-96D2-4355A1C1C909}" presName="sibTrans" presStyleCnt="0"/>
      <dgm:spPr/>
    </dgm:pt>
    <dgm:pt modelId="{F01C1C30-2538-4C8A-8C01-1969FB49A63C}" type="pres">
      <dgm:prSet presAssocID="{C92EF540-B59D-4CA7-ACBA-3ED48E2BCCD5}" presName="node" presStyleLbl="node1" presStyleIdx="4" presStyleCnt="6">
        <dgm:presLayoutVars>
          <dgm:bulletEnabled val="1"/>
        </dgm:presLayoutVars>
      </dgm:prSet>
      <dgm:spPr/>
    </dgm:pt>
    <dgm:pt modelId="{F9F748FB-49DE-4654-8CF2-14F25EA55559}" type="pres">
      <dgm:prSet presAssocID="{11873DC2-8C9E-49A5-B0D2-6F434FC552CF}" presName="sibTrans" presStyleCnt="0"/>
      <dgm:spPr/>
    </dgm:pt>
    <dgm:pt modelId="{A4DEB80C-4D77-4B96-95AE-669F9ED531D6}" type="pres">
      <dgm:prSet presAssocID="{D250B191-98E7-4235-A3C3-DFC4667B13DB}" presName="node" presStyleLbl="node1" presStyleIdx="5" presStyleCnt="6">
        <dgm:presLayoutVars>
          <dgm:bulletEnabled val="1"/>
        </dgm:presLayoutVars>
      </dgm:prSet>
      <dgm:spPr/>
    </dgm:pt>
  </dgm:ptLst>
  <dgm:cxnLst>
    <dgm:cxn modelId="{4A16D22B-6E28-4062-AEF5-4C35C1631641}" type="presOf" srcId="{2AF32F20-CA0A-48CC-84B2-CD9A867946FF}" destId="{F01C1C30-2538-4C8A-8C01-1969FB49A63C}" srcOrd="0" destOrd="1" presId="urn:microsoft.com/office/officeart/2005/8/layout/default"/>
    <dgm:cxn modelId="{1BBC2133-ADF5-4C8E-BFD6-AF70D34368E1}" srcId="{3C072E72-63B6-4FDB-B5AB-898488AB5F7C}" destId="{D250B191-98E7-4235-A3C3-DFC4667B13DB}" srcOrd="5" destOrd="0" parTransId="{58C52A92-95AD-4FF0-A70A-AF29D0BDCC9F}" sibTransId="{388F084F-F0D9-4C61-BBCD-C1EAF83268AB}"/>
    <dgm:cxn modelId="{C970ED36-493A-4197-B935-831A0E024556}" srcId="{3C072E72-63B6-4FDB-B5AB-898488AB5F7C}" destId="{84C05FC0-73E2-439F-AD62-967BB37E9196}" srcOrd="0" destOrd="0" parTransId="{87396115-1360-449E-867C-599E31EF0269}" sibTransId="{7236631B-2034-4DE5-BE5D-E69E16F8F9E0}"/>
    <dgm:cxn modelId="{4E4AFD3F-71C6-4103-B681-7A5AF080559C}" type="presOf" srcId="{36E0D588-C046-439C-9F0E-89C1246E17A6}" destId="{A4DEB80C-4D77-4B96-95AE-669F9ED531D6}" srcOrd="0" destOrd="1" presId="urn:microsoft.com/office/officeart/2005/8/layout/default"/>
    <dgm:cxn modelId="{6CBA2F5B-F25B-4384-82F4-FACBB8B415D3}" srcId="{3C072E72-63B6-4FDB-B5AB-898488AB5F7C}" destId="{7DE15EBA-E424-4714-9C5A-6F395816CEBC}" srcOrd="3" destOrd="0" parTransId="{95C2DEAF-1247-40BA-9B04-8150653188DE}" sibTransId="{E48EE1C9-67F8-4544-96D2-4355A1C1C909}"/>
    <dgm:cxn modelId="{2EF8A041-D0D5-420B-AA84-C45A5A265298}" type="presOf" srcId="{D4CAA112-8BBC-40A8-8520-988EF5D1692F}" destId="{FDDABA1F-600A-4D8D-841A-F5397B1D60AD}" srcOrd="0" destOrd="1" presId="urn:microsoft.com/office/officeart/2005/8/layout/default"/>
    <dgm:cxn modelId="{87F4A065-523C-43F5-BDF7-A58336839CD9}" type="presOf" srcId="{8BAC977A-F958-4FF2-BF68-882F63C88F5D}" destId="{C8296DE2-F635-4D40-9837-CA83C4791F4D}" srcOrd="0" destOrd="1" presId="urn:microsoft.com/office/officeart/2005/8/layout/default"/>
    <dgm:cxn modelId="{FA674A67-04FF-4BB0-9EC9-E3CC634B2984}" type="presOf" srcId="{7DE15EBA-E424-4714-9C5A-6F395816CEBC}" destId="{4098394F-CCA2-4803-98FD-ED618CCB525C}" srcOrd="0" destOrd="0" presId="urn:microsoft.com/office/officeart/2005/8/layout/default"/>
    <dgm:cxn modelId="{01F3A06D-797A-413F-A920-41BAF51877B8}" type="presOf" srcId="{82585ED6-729D-437F-9A59-9E143739AF61}" destId="{E3BDE746-8ED5-4A00-866F-A243348579AB}" srcOrd="0" destOrd="1" presId="urn:microsoft.com/office/officeart/2005/8/layout/default"/>
    <dgm:cxn modelId="{D481F373-60D4-40F2-B175-775C05BAC278}" type="presOf" srcId="{D4495BAF-CF5D-48E8-B52C-4BA34A228209}" destId="{4098394F-CCA2-4803-98FD-ED618CCB525C}" srcOrd="0" destOrd="1" presId="urn:microsoft.com/office/officeart/2005/8/layout/default"/>
    <dgm:cxn modelId="{5821D974-77E8-45D8-A68F-C35923355A5D}" type="presOf" srcId="{D250B191-98E7-4235-A3C3-DFC4667B13DB}" destId="{A4DEB80C-4D77-4B96-95AE-669F9ED531D6}" srcOrd="0" destOrd="0" presId="urn:microsoft.com/office/officeart/2005/8/layout/default"/>
    <dgm:cxn modelId="{D8FDF374-978B-4A20-A6F6-87CD107E858F}" srcId="{E2318B26-52BD-42B9-B397-0F9E8365D046}" destId="{8BAC977A-F958-4FF2-BF68-882F63C88F5D}" srcOrd="0" destOrd="0" parTransId="{B7CE71DB-3C8B-4E5F-8834-6694634E0AF9}" sibTransId="{1A483EF0-7DBE-409B-BC26-F6404DF38500}"/>
    <dgm:cxn modelId="{AE011A79-6F2F-48F9-AA16-AF2D500D2C28}" type="presOf" srcId="{3C072E72-63B6-4FDB-B5AB-898488AB5F7C}" destId="{D012B73A-AFE8-4429-8A02-AAAFA9A24880}" srcOrd="0" destOrd="0" presId="urn:microsoft.com/office/officeart/2005/8/layout/default"/>
    <dgm:cxn modelId="{110DC480-462C-4943-8E70-38B66CC4CD47}" srcId="{84C05FC0-73E2-439F-AD62-967BB37E9196}" destId="{D4CAA112-8BBC-40A8-8520-988EF5D1692F}" srcOrd="0" destOrd="0" parTransId="{08DAA7B3-AC52-42B4-AB17-EC53C5CCB6DD}" sibTransId="{B3E51623-50A0-4084-8FEB-01CF9E5B4586}"/>
    <dgm:cxn modelId="{6342508F-33DD-47AB-8729-AB1CAF85A486}" type="presOf" srcId="{B52E51C2-F25A-40AF-85D5-7A4B4BBAB85E}" destId="{A4DEB80C-4D77-4B96-95AE-669F9ED531D6}" srcOrd="0" destOrd="2" presId="urn:microsoft.com/office/officeart/2005/8/layout/default"/>
    <dgm:cxn modelId="{9B8BB399-89A7-4BE7-9C7C-BB45C6F3CD7E}" type="presOf" srcId="{84C05FC0-73E2-439F-AD62-967BB37E9196}" destId="{FDDABA1F-600A-4D8D-841A-F5397B1D60AD}" srcOrd="0" destOrd="0" presId="urn:microsoft.com/office/officeart/2005/8/layout/default"/>
    <dgm:cxn modelId="{7306B9A1-F9DA-437E-9F11-C80281BD6BCF}" type="presOf" srcId="{C92EF540-B59D-4CA7-ACBA-3ED48E2BCCD5}" destId="{F01C1C30-2538-4C8A-8C01-1969FB49A63C}" srcOrd="0" destOrd="0" presId="urn:microsoft.com/office/officeart/2005/8/layout/default"/>
    <dgm:cxn modelId="{5CA05ABC-61C3-4949-97D3-C10157342212}" type="presOf" srcId="{347B5ED9-AEA4-4871-8456-12DB43191CDE}" destId="{E3BDE746-8ED5-4A00-866F-A243348579AB}" srcOrd="0" destOrd="0" presId="urn:microsoft.com/office/officeart/2005/8/layout/default"/>
    <dgm:cxn modelId="{8795CDC2-BAC4-4124-8DE9-B5CF219E7286}" srcId="{347B5ED9-AEA4-4871-8456-12DB43191CDE}" destId="{82585ED6-729D-437F-9A59-9E143739AF61}" srcOrd="0" destOrd="0" parTransId="{109E0E78-9799-4D0F-BA01-A33734376AAE}" sibTransId="{F052F629-B0D8-444E-B3B9-FB3A643B4E42}"/>
    <dgm:cxn modelId="{39DC66C8-6AD1-48F1-9E4F-4E2FBC996BCE}" type="presOf" srcId="{E2318B26-52BD-42B9-B397-0F9E8365D046}" destId="{C8296DE2-F635-4D40-9837-CA83C4791F4D}" srcOrd="0" destOrd="0" presId="urn:microsoft.com/office/officeart/2005/8/layout/default"/>
    <dgm:cxn modelId="{B912D1D0-6180-4B07-A027-9553B0894D47}" srcId="{7DE15EBA-E424-4714-9C5A-6F395816CEBC}" destId="{D4495BAF-CF5D-48E8-B52C-4BA34A228209}" srcOrd="0" destOrd="0" parTransId="{C653E529-6EDF-4A34-AB66-FB5B5CBAD06D}" sibTransId="{D2F11494-A5CC-426A-9F8D-E9536C08B187}"/>
    <dgm:cxn modelId="{0CC142D5-C606-4DBA-9568-BB3BAE731AA4}" srcId="{3C072E72-63B6-4FDB-B5AB-898488AB5F7C}" destId="{E2318B26-52BD-42B9-B397-0F9E8365D046}" srcOrd="1" destOrd="0" parTransId="{8AAB12A4-2CC1-4211-9EBC-16232ADC7BA0}" sibTransId="{800C6965-9A63-4902-AD29-F732A3C415B2}"/>
    <dgm:cxn modelId="{E08F8AD9-141F-4902-A04E-70A1F1FED4C2}" srcId="{D250B191-98E7-4235-A3C3-DFC4667B13DB}" destId="{B52E51C2-F25A-40AF-85D5-7A4B4BBAB85E}" srcOrd="1" destOrd="0" parTransId="{6BED6DB6-CD32-4DA2-BDDA-A0214A05010A}" sibTransId="{01350D56-4753-4CBB-B7DD-F3B5F38CF33C}"/>
    <dgm:cxn modelId="{DF6BDDDB-5B57-4B3F-87B8-AF31CE7A4D66}" srcId="{D250B191-98E7-4235-A3C3-DFC4667B13DB}" destId="{36E0D588-C046-439C-9F0E-89C1246E17A6}" srcOrd="0" destOrd="0" parTransId="{CD39EB99-8A0F-4C52-85C3-948A220BB68D}" sibTransId="{25BCA0E1-9569-4758-80A6-60E21577E61A}"/>
    <dgm:cxn modelId="{905583DE-882E-468C-B28C-06D572AAEB82}" srcId="{3C072E72-63B6-4FDB-B5AB-898488AB5F7C}" destId="{347B5ED9-AEA4-4871-8456-12DB43191CDE}" srcOrd="2" destOrd="0" parTransId="{EBE77394-EFDF-43CD-933A-A56884D4882B}" sibTransId="{A5073599-8F7D-4E94-8C67-414AA3262AFE}"/>
    <dgm:cxn modelId="{9AC860E6-4226-4D59-9BE4-C5EB0A2D6377}" srcId="{C92EF540-B59D-4CA7-ACBA-3ED48E2BCCD5}" destId="{2AF32F20-CA0A-48CC-84B2-CD9A867946FF}" srcOrd="0" destOrd="0" parTransId="{2AD79ADA-A9A3-4C3A-B3F1-8A10961ED67C}" sibTransId="{F121D370-9777-40A8-9F0A-E4912288677E}"/>
    <dgm:cxn modelId="{C33DE6EE-6A10-4EF0-995F-C702AC3B64E0}" srcId="{3C072E72-63B6-4FDB-B5AB-898488AB5F7C}" destId="{C92EF540-B59D-4CA7-ACBA-3ED48E2BCCD5}" srcOrd="4" destOrd="0" parTransId="{A270E4FB-7559-4E38-AF86-F9949F93BC87}" sibTransId="{11873DC2-8C9E-49A5-B0D2-6F434FC552CF}"/>
    <dgm:cxn modelId="{63C1228C-60DD-447F-A96E-71091A3215FC}" type="presParOf" srcId="{D012B73A-AFE8-4429-8A02-AAAFA9A24880}" destId="{FDDABA1F-600A-4D8D-841A-F5397B1D60AD}" srcOrd="0" destOrd="0" presId="urn:microsoft.com/office/officeart/2005/8/layout/default"/>
    <dgm:cxn modelId="{390467BA-97DA-4062-85D4-5EA9D846F06B}" type="presParOf" srcId="{D012B73A-AFE8-4429-8A02-AAAFA9A24880}" destId="{FB58E94D-3A2E-43A8-83F1-0813672E9B94}" srcOrd="1" destOrd="0" presId="urn:microsoft.com/office/officeart/2005/8/layout/default"/>
    <dgm:cxn modelId="{DED6E760-2FB1-40A3-B80C-74B2C7A39D82}" type="presParOf" srcId="{D012B73A-AFE8-4429-8A02-AAAFA9A24880}" destId="{C8296DE2-F635-4D40-9837-CA83C4791F4D}" srcOrd="2" destOrd="0" presId="urn:microsoft.com/office/officeart/2005/8/layout/default"/>
    <dgm:cxn modelId="{A76B5E42-8B28-47C9-B810-A637676149D8}" type="presParOf" srcId="{D012B73A-AFE8-4429-8A02-AAAFA9A24880}" destId="{5A687C78-4946-458E-B3E3-1DCCD8CF4189}" srcOrd="3" destOrd="0" presId="urn:microsoft.com/office/officeart/2005/8/layout/default"/>
    <dgm:cxn modelId="{47208B09-EAE0-4DB9-8D26-6FE72F69098E}" type="presParOf" srcId="{D012B73A-AFE8-4429-8A02-AAAFA9A24880}" destId="{E3BDE746-8ED5-4A00-866F-A243348579AB}" srcOrd="4" destOrd="0" presId="urn:microsoft.com/office/officeart/2005/8/layout/default"/>
    <dgm:cxn modelId="{DC529FE8-779E-4EA2-991A-C342073DDE82}" type="presParOf" srcId="{D012B73A-AFE8-4429-8A02-AAAFA9A24880}" destId="{458BC961-E428-44D2-9DC9-02C737D5EECF}" srcOrd="5" destOrd="0" presId="urn:microsoft.com/office/officeart/2005/8/layout/default"/>
    <dgm:cxn modelId="{91097575-ECA7-4861-A152-EE5C6E0873F4}" type="presParOf" srcId="{D012B73A-AFE8-4429-8A02-AAAFA9A24880}" destId="{4098394F-CCA2-4803-98FD-ED618CCB525C}" srcOrd="6" destOrd="0" presId="urn:microsoft.com/office/officeart/2005/8/layout/default"/>
    <dgm:cxn modelId="{4A7DD53C-076E-4CBA-818F-83464CD80EAD}" type="presParOf" srcId="{D012B73A-AFE8-4429-8A02-AAAFA9A24880}" destId="{45B064CF-B4D6-474A-806E-8B07284E64C7}" srcOrd="7" destOrd="0" presId="urn:microsoft.com/office/officeart/2005/8/layout/default"/>
    <dgm:cxn modelId="{7C9ED581-C23E-4915-95F7-D54269E59F1A}" type="presParOf" srcId="{D012B73A-AFE8-4429-8A02-AAAFA9A24880}" destId="{F01C1C30-2538-4C8A-8C01-1969FB49A63C}" srcOrd="8" destOrd="0" presId="urn:microsoft.com/office/officeart/2005/8/layout/default"/>
    <dgm:cxn modelId="{B92007EF-EE4F-413E-B9F9-0EB8195048D2}" type="presParOf" srcId="{D012B73A-AFE8-4429-8A02-AAAFA9A24880}" destId="{F9F748FB-49DE-4654-8CF2-14F25EA55559}" srcOrd="9" destOrd="0" presId="urn:microsoft.com/office/officeart/2005/8/layout/default"/>
    <dgm:cxn modelId="{0A7F8B3E-03EC-4CE3-996D-DD092FA3A65F}" type="presParOf" srcId="{D012B73A-AFE8-4429-8A02-AAAFA9A24880}" destId="{A4DEB80C-4D77-4B96-95AE-669F9ED531D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BD1471-5439-4B58-B7CE-F238EC461B75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th-TH"/>
        </a:p>
      </dgm:t>
    </dgm:pt>
    <dgm:pt modelId="{CA46BFCB-7A0F-461D-808A-5148E1E71E3C}">
      <dgm:prSet phldrT="[ข้อความ]"/>
      <dgm:spPr/>
      <dgm:t>
        <a:bodyPr/>
        <a:lstStyle/>
        <a:p>
          <a:r>
            <a:rPr lang="en-US" b="1" i="0" dirty="0"/>
            <a:t>Structural pseudo-class</a:t>
          </a:r>
          <a:endParaRPr lang="th-TH" dirty="0"/>
        </a:p>
      </dgm:t>
    </dgm:pt>
    <dgm:pt modelId="{237180F7-93D2-4EF5-9CAE-BB31C6098AA4}" type="parTrans" cxnId="{5FBAEAE4-A7DB-49B5-9C1E-C05391B0FB13}">
      <dgm:prSet/>
      <dgm:spPr/>
      <dgm:t>
        <a:bodyPr/>
        <a:lstStyle/>
        <a:p>
          <a:endParaRPr lang="th-TH"/>
        </a:p>
      </dgm:t>
    </dgm:pt>
    <dgm:pt modelId="{4B0EF6E4-7075-4718-AA61-728D7E42AD97}" type="sibTrans" cxnId="{5FBAEAE4-A7DB-49B5-9C1E-C05391B0FB13}">
      <dgm:prSet/>
      <dgm:spPr/>
      <dgm:t>
        <a:bodyPr/>
        <a:lstStyle/>
        <a:p>
          <a:endParaRPr lang="th-TH"/>
        </a:p>
      </dgm:t>
    </dgm:pt>
    <dgm:pt modelId="{79C3C95B-A47F-47CE-97FB-F77CC4840910}">
      <dgm:prSet phldrT="[ข้อความ]"/>
      <dgm:spPr/>
      <dgm:t>
        <a:bodyPr/>
        <a:lstStyle/>
        <a:p>
          <a:r>
            <a:rPr lang="en-US" b="1" i="0" dirty="0"/>
            <a:t>Link pseudo-class</a:t>
          </a:r>
          <a:endParaRPr lang="th-TH" dirty="0"/>
        </a:p>
      </dgm:t>
    </dgm:pt>
    <dgm:pt modelId="{37E0FD3E-CA7E-4E45-AA29-6C79A41D5A1E}" type="parTrans" cxnId="{C3798926-3B11-4712-983D-E4DB197EE1FC}">
      <dgm:prSet/>
      <dgm:spPr/>
      <dgm:t>
        <a:bodyPr/>
        <a:lstStyle/>
        <a:p>
          <a:endParaRPr lang="th-TH"/>
        </a:p>
      </dgm:t>
    </dgm:pt>
    <dgm:pt modelId="{B551B424-4E48-4B3A-A717-267A91F58D32}" type="sibTrans" cxnId="{C3798926-3B11-4712-983D-E4DB197EE1FC}">
      <dgm:prSet/>
      <dgm:spPr/>
      <dgm:t>
        <a:bodyPr/>
        <a:lstStyle/>
        <a:p>
          <a:endParaRPr lang="th-TH"/>
        </a:p>
      </dgm:t>
    </dgm:pt>
    <dgm:pt modelId="{114E989C-47B5-41A0-9863-6B9D99915FB9}">
      <dgm:prSet phldrT="[ข้อความ]"/>
      <dgm:spPr/>
      <dgm:t>
        <a:bodyPr/>
        <a:lstStyle/>
        <a:p>
          <a:r>
            <a:rPr lang="en-US" b="1" i="0"/>
            <a:t>UI pseudo-class</a:t>
          </a:r>
          <a:endParaRPr lang="th-TH" dirty="0"/>
        </a:p>
      </dgm:t>
    </dgm:pt>
    <dgm:pt modelId="{4C3C2EED-D27A-40C7-BF5B-3F25D712113D}" type="parTrans" cxnId="{B8B4CB87-5871-4BB5-80E9-BF0A69FB88D1}">
      <dgm:prSet/>
      <dgm:spPr/>
      <dgm:t>
        <a:bodyPr/>
        <a:lstStyle/>
        <a:p>
          <a:endParaRPr lang="th-TH"/>
        </a:p>
      </dgm:t>
    </dgm:pt>
    <dgm:pt modelId="{1347F908-4164-452A-AFD1-876683AB0426}" type="sibTrans" cxnId="{B8B4CB87-5871-4BB5-80E9-BF0A69FB88D1}">
      <dgm:prSet/>
      <dgm:spPr/>
      <dgm:t>
        <a:bodyPr/>
        <a:lstStyle/>
        <a:p>
          <a:endParaRPr lang="th-TH"/>
        </a:p>
      </dgm:t>
    </dgm:pt>
    <dgm:pt modelId="{1CD417BB-B891-41E5-A561-92739D200A0F}" type="pres">
      <dgm:prSet presAssocID="{EEBD1471-5439-4B58-B7CE-F238EC461B75}" presName="diagram" presStyleCnt="0">
        <dgm:presLayoutVars>
          <dgm:dir/>
          <dgm:resizeHandles val="exact"/>
        </dgm:presLayoutVars>
      </dgm:prSet>
      <dgm:spPr/>
    </dgm:pt>
    <dgm:pt modelId="{DBE2EBDA-D9D5-4C11-AE4A-40269690CA9C}" type="pres">
      <dgm:prSet presAssocID="{CA46BFCB-7A0F-461D-808A-5148E1E71E3C}" presName="node" presStyleLbl="node1" presStyleIdx="0" presStyleCnt="3">
        <dgm:presLayoutVars>
          <dgm:bulletEnabled val="1"/>
        </dgm:presLayoutVars>
      </dgm:prSet>
      <dgm:spPr/>
    </dgm:pt>
    <dgm:pt modelId="{DA656C41-8C30-4E48-809D-C08BF4695DDA}" type="pres">
      <dgm:prSet presAssocID="{4B0EF6E4-7075-4718-AA61-728D7E42AD97}" presName="sibTrans" presStyleCnt="0"/>
      <dgm:spPr/>
    </dgm:pt>
    <dgm:pt modelId="{E065814A-C848-4AA8-8004-404CB2FC3900}" type="pres">
      <dgm:prSet presAssocID="{79C3C95B-A47F-47CE-97FB-F77CC4840910}" presName="node" presStyleLbl="node1" presStyleIdx="1" presStyleCnt="3">
        <dgm:presLayoutVars>
          <dgm:bulletEnabled val="1"/>
        </dgm:presLayoutVars>
      </dgm:prSet>
      <dgm:spPr/>
    </dgm:pt>
    <dgm:pt modelId="{1E8ADF7A-276D-4F8B-B618-29C9F44B5EC4}" type="pres">
      <dgm:prSet presAssocID="{B551B424-4E48-4B3A-A717-267A91F58D32}" presName="sibTrans" presStyleCnt="0"/>
      <dgm:spPr/>
    </dgm:pt>
    <dgm:pt modelId="{C73AE904-DC41-4E60-A91D-2FDA2C276C01}" type="pres">
      <dgm:prSet presAssocID="{114E989C-47B5-41A0-9863-6B9D99915FB9}" presName="node" presStyleLbl="node1" presStyleIdx="2" presStyleCnt="3">
        <dgm:presLayoutVars>
          <dgm:bulletEnabled val="1"/>
        </dgm:presLayoutVars>
      </dgm:prSet>
      <dgm:spPr/>
    </dgm:pt>
  </dgm:ptLst>
  <dgm:cxnLst>
    <dgm:cxn modelId="{C3798926-3B11-4712-983D-E4DB197EE1FC}" srcId="{EEBD1471-5439-4B58-B7CE-F238EC461B75}" destId="{79C3C95B-A47F-47CE-97FB-F77CC4840910}" srcOrd="1" destOrd="0" parTransId="{37E0FD3E-CA7E-4E45-AA29-6C79A41D5A1E}" sibTransId="{B551B424-4E48-4B3A-A717-267A91F58D32}"/>
    <dgm:cxn modelId="{A4D33A60-1EDD-4BE9-A861-C7246367CCA8}" type="presOf" srcId="{CA46BFCB-7A0F-461D-808A-5148E1E71E3C}" destId="{DBE2EBDA-D9D5-4C11-AE4A-40269690CA9C}" srcOrd="0" destOrd="0" presId="urn:microsoft.com/office/officeart/2005/8/layout/default"/>
    <dgm:cxn modelId="{B8B4CB87-5871-4BB5-80E9-BF0A69FB88D1}" srcId="{EEBD1471-5439-4B58-B7CE-F238EC461B75}" destId="{114E989C-47B5-41A0-9863-6B9D99915FB9}" srcOrd="2" destOrd="0" parTransId="{4C3C2EED-D27A-40C7-BF5B-3F25D712113D}" sibTransId="{1347F908-4164-452A-AFD1-876683AB0426}"/>
    <dgm:cxn modelId="{AD1A3E9C-0C50-470A-918D-E6B2909277CD}" type="presOf" srcId="{114E989C-47B5-41A0-9863-6B9D99915FB9}" destId="{C73AE904-DC41-4E60-A91D-2FDA2C276C01}" srcOrd="0" destOrd="0" presId="urn:microsoft.com/office/officeart/2005/8/layout/default"/>
    <dgm:cxn modelId="{EBE813A4-4C4E-4D84-AFB0-22FFDC869DB2}" type="presOf" srcId="{79C3C95B-A47F-47CE-97FB-F77CC4840910}" destId="{E065814A-C848-4AA8-8004-404CB2FC3900}" srcOrd="0" destOrd="0" presId="urn:microsoft.com/office/officeart/2005/8/layout/default"/>
    <dgm:cxn modelId="{0C682AB9-A61C-4D71-BFDB-317FDC8D408F}" type="presOf" srcId="{EEBD1471-5439-4B58-B7CE-F238EC461B75}" destId="{1CD417BB-B891-41E5-A561-92739D200A0F}" srcOrd="0" destOrd="0" presId="urn:microsoft.com/office/officeart/2005/8/layout/default"/>
    <dgm:cxn modelId="{5FBAEAE4-A7DB-49B5-9C1E-C05391B0FB13}" srcId="{EEBD1471-5439-4B58-B7CE-F238EC461B75}" destId="{CA46BFCB-7A0F-461D-808A-5148E1E71E3C}" srcOrd="0" destOrd="0" parTransId="{237180F7-93D2-4EF5-9CAE-BB31C6098AA4}" sibTransId="{4B0EF6E4-7075-4718-AA61-728D7E42AD97}"/>
    <dgm:cxn modelId="{9B68CD71-F8D1-4A10-A870-E94F67D647F8}" type="presParOf" srcId="{1CD417BB-B891-41E5-A561-92739D200A0F}" destId="{DBE2EBDA-D9D5-4C11-AE4A-40269690CA9C}" srcOrd="0" destOrd="0" presId="urn:microsoft.com/office/officeart/2005/8/layout/default"/>
    <dgm:cxn modelId="{1C0DD3E9-0180-4E16-BA85-FF59B929CDB1}" type="presParOf" srcId="{1CD417BB-B891-41E5-A561-92739D200A0F}" destId="{DA656C41-8C30-4E48-809D-C08BF4695DDA}" srcOrd="1" destOrd="0" presId="urn:microsoft.com/office/officeart/2005/8/layout/default"/>
    <dgm:cxn modelId="{46798462-0602-4009-A482-301719A4A266}" type="presParOf" srcId="{1CD417BB-B891-41E5-A561-92739D200A0F}" destId="{E065814A-C848-4AA8-8004-404CB2FC3900}" srcOrd="2" destOrd="0" presId="urn:microsoft.com/office/officeart/2005/8/layout/default"/>
    <dgm:cxn modelId="{2A82F7A1-2CC8-4481-B367-3409F7DE200F}" type="presParOf" srcId="{1CD417BB-B891-41E5-A561-92739D200A0F}" destId="{1E8ADF7A-276D-4F8B-B618-29C9F44B5EC4}" srcOrd="3" destOrd="0" presId="urn:microsoft.com/office/officeart/2005/8/layout/default"/>
    <dgm:cxn modelId="{B10D39AE-073D-4430-9618-16FD847F1926}" type="presParOf" srcId="{1CD417BB-B891-41E5-A561-92739D200A0F}" destId="{C73AE904-DC41-4E60-A91D-2FDA2C276C0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DEE259-4444-4AD8-9082-8F0F9F82251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th-TH"/>
        </a:p>
      </dgm:t>
    </dgm:pt>
    <dgm:pt modelId="{0FE04E0C-09AD-48DD-921D-21F92A93E0AE}">
      <dgm:prSet phldrT="[ข้อความ]"/>
      <dgm:spPr/>
      <dgm:t>
        <a:bodyPr/>
        <a:lstStyle/>
        <a:p>
          <a:r>
            <a:rPr lang="en-US" dirty="0"/>
            <a:t>First-child</a:t>
          </a:r>
          <a:endParaRPr lang="th-TH" dirty="0"/>
        </a:p>
      </dgm:t>
    </dgm:pt>
    <dgm:pt modelId="{702AA5E8-7223-40A8-8BE5-825D8C31671C}" type="parTrans" cxnId="{F2ECC37A-0291-4E1B-819F-2436A0D67E68}">
      <dgm:prSet/>
      <dgm:spPr/>
      <dgm:t>
        <a:bodyPr/>
        <a:lstStyle/>
        <a:p>
          <a:endParaRPr lang="th-TH"/>
        </a:p>
      </dgm:t>
    </dgm:pt>
    <dgm:pt modelId="{69ACB2AE-4FD2-4F17-86D4-38C01B4C2C04}" type="sibTrans" cxnId="{F2ECC37A-0291-4E1B-819F-2436A0D67E68}">
      <dgm:prSet/>
      <dgm:spPr/>
      <dgm:t>
        <a:bodyPr/>
        <a:lstStyle/>
        <a:p>
          <a:endParaRPr lang="th-TH"/>
        </a:p>
      </dgm:t>
    </dgm:pt>
    <dgm:pt modelId="{56BE718D-F1B2-4054-9892-8645C0C00EF2}">
      <dgm:prSet phldrT="[ข้อความ]"/>
      <dgm:spPr/>
      <dgm:t>
        <a:bodyPr/>
        <a:lstStyle/>
        <a:p>
          <a:r>
            <a:rPr lang="en-US" b="0" i="0" dirty="0"/>
            <a:t>last-child</a:t>
          </a:r>
          <a:endParaRPr lang="th-TH" dirty="0"/>
        </a:p>
      </dgm:t>
    </dgm:pt>
    <dgm:pt modelId="{C26AEDE1-2624-4591-AF0A-A9A47638F3FB}" type="parTrans" cxnId="{6542EF2C-C294-41A8-A5C4-9FDFAF73C8AC}">
      <dgm:prSet/>
      <dgm:spPr/>
      <dgm:t>
        <a:bodyPr/>
        <a:lstStyle/>
        <a:p>
          <a:endParaRPr lang="th-TH"/>
        </a:p>
      </dgm:t>
    </dgm:pt>
    <dgm:pt modelId="{B020BA1A-42FE-4EC9-BB1D-26CC09F9E29A}" type="sibTrans" cxnId="{6542EF2C-C294-41A8-A5C4-9FDFAF73C8AC}">
      <dgm:prSet/>
      <dgm:spPr/>
      <dgm:t>
        <a:bodyPr/>
        <a:lstStyle/>
        <a:p>
          <a:endParaRPr lang="th-TH"/>
        </a:p>
      </dgm:t>
    </dgm:pt>
    <dgm:pt modelId="{85249BE1-F054-4318-B7F1-ADCF2EBBD06E}">
      <dgm:prSet phldrT="[ข้อความ]"/>
      <dgm:spPr/>
      <dgm:t>
        <a:bodyPr/>
        <a:lstStyle/>
        <a:p>
          <a:r>
            <a:rPr lang="en-US" b="0" i="0" dirty="0"/>
            <a:t>first-of-type</a:t>
          </a:r>
          <a:endParaRPr lang="th-TH" dirty="0"/>
        </a:p>
      </dgm:t>
    </dgm:pt>
    <dgm:pt modelId="{52342508-4A35-49A4-9B68-811A3DC5471D}" type="parTrans" cxnId="{79AE3A0A-2AB3-47C6-B5D1-9230CD7A1BFD}">
      <dgm:prSet/>
      <dgm:spPr/>
      <dgm:t>
        <a:bodyPr/>
        <a:lstStyle/>
        <a:p>
          <a:endParaRPr lang="th-TH"/>
        </a:p>
      </dgm:t>
    </dgm:pt>
    <dgm:pt modelId="{8841737E-9271-4F93-B295-BEE18C8A6009}" type="sibTrans" cxnId="{79AE3A0A-2AB3-47C6-B5D1-9230CD7A1BFD}">
      <dgm:prSet/>
      <dgm:spPr/>
      <dgm:t>
        <a:bodyPr/>
        <a:lstStyle/>
        <a:p>
          <a:endParaRPr lang="th-TH"/>
        </a:p>
      </dgm:t>
    </dgm:pt>
    <dgm:pt modelId="{5FC85BC2-7176-4BC0-961B-80F67BDEAE61}">
      <dgm:prSet phldrT="[ข้อความ]"/>
      <dgm:spPr/>
      <dgm:t>
        <a:bodyPr/>
        <a:lstStyle/>
        <a:p>
          <a:r>
            <a:rPr lang="en-US" b="0" i="0" dirty="0"/>
            <a:t>not</a:t>
          </a:r>
          <a:endParaRPr lang="th-TH" dirty="0"/>
        </a:p>
      </dgm:t>
    </dgm:pt>
    <dgm:pt modelId="{B9B0A290-70AC-4F7C-A50D-AEE0179A295A}" type="parTrans" cxnId="{CEFE835F-78DD-4F66-A337-F5AB0E0E46B8}">
      <dgm:prSet/>
      <dgm:spPr/>
      <dgm:t>
        <a:bodyPr/>
        <a:lstStyle/>
        <a:p>
          <a:endParaRPr lang="th-TH"/>
        </a:p>
      </dgm:t>
    </dgm:pt>
    <dgm:pt modelId="{6DFC1E57-A761-4A85-835F-B4FC819571A8}" type="sibTrans" cxnId="{CEFE835F-78DD-4F66-A337-F5AB0E0E46B8}">
      <dgm:prSet/>
      <dgm:spPr/>
      <dgm:t>
        <a:bodyPr/>
        <a:lstStyle/>
        <a:p>
          <a:endParaRPr lang="th-TH"/>
        </a:p>
      </dgm:t>
    </dgm:pt>
    <dgm:pt modelId="{E2C44AEC-63AE-4C2D-B49B-77C6E42995E8}">
      <dgm:prSet phldrT="[ข้อความ]"/>
      <dgm:spPr/>
      <dgm:t>
        <a:bodyPr/>
        <a:lstStyle/>
        <a:p>
          <a:r>
            <a:rPr lang="en-US" b="0" i="0" dirty="0"/>
            <a:t>empty</a:t>
          </a:r>
          <a:endParaRPr lang="th-TH" dirty="0"/>
        </a:p>
      </dgm:t>
    </dgm:pt>
    <dgm:pt modelId="{38A2104C-169C-41F2-AB10-92E55292F52A}" type="parTrans" cxnId="{9BCB3AF6-43D7-417C-A995-95DF81871E3C}">
      <dgm:prSet/>
      <dgm:spPr/>
      <dgm:t>
        <a:bodyPr/>
        <a:lstStyle/>
        <a:p>
          <a:endParaRPr lang="th-TH"/>
        </a:p>
      </dgm:t>
    </dgm:pt>
    <dgm:pt modelId="{193F2846-922F-4FD2-B031-8F7F943D2EF9}" type="sibTrans" cxnId="{9BCB3AF6-43D7-417C-A995-95DF81871E3C}">
      <dgm:prSet/>
      <dgm:spPr/>
      <dgm:t>
        <a:bodyPr/>
        <a:lstStyle/>
        <a:p>
          <a:endParaRPr lang="th-TH"/>
        </a:p>
      </dgm:t>
    </dgm:pt>
    <dgm:pt modelId="{2AABE04F-7BF2-4515-A431-45F26AD47F29}" type="pres">
      <dgm:prSet presAssocID="{77DEE259-4444-4AD8-9082-8F0F9F822517}" presName="diagram" presStyleCnt="0">
        <dgm:presLayoutVars>
          <dgm:dir/>
          <dgm:resizeHandles val="exact"/>
        </dgm:presLayoutVars>
      </dgm:prSet>
      <dgm:spPr/>
    </dgm:pt>
    <dgm:pt modelId="{3FDF6F17-C4B1-4BB1-B32C-F397E47F64C7}" type="pres">
      <dgm:prSet presAssocID="{0FE04E0C-09AD-48DD-921D-21F92A93E0AE}" presName="node" presStyleLbl="node1" presStyleIdx="0" presStyleCnt="5">
        <dgm:presLayoutVars>
          <dgm:bulletEnabled val="1"/>
        </dgm:presLayoutVars>
      </dgm:prSet>
      <dgm:spPr/>
    </dgm:pt>
    <dgm:pt modelId="{4DB33EAB-8268-4128-A102-82D06377099D}" type="pres">
      <dgm:prSet presAssocID="{69ACB2AE-4FD2-4F17-86D4-38C01B4C2C04}" presName="sibTrans" presStyleCnt="0"/>
      <dgm:spPr/>
    </dgm:pt>
    <dgm:pt modelId="{A355C851-BA75-41A0-AF89-C5C681173948}" type="pres">
      <dgm:prSet presAssocID="{56BE718D-F1B2-4054-9892-8645C0C00EF2}" presName="node" presStyleLbl="node1" presStyleIdx="1" presStyleCnt="5">
        <dgm:presLayoutVars>
          <dgm:bulletEnabled val="1"/>
        </dgm:presLayoutVars>
      </dgm:prSet>
      <dgm:spPr/>
    </dgm:pt>
    <dgm:pt modelId="{3AF15E7B-8861-4F91-ADC0-B544AED520F2}" type="pres">
      <dgm:prSet presAssocID="{B020BA1A-42FE-4EC9-BB1D-26CC09F9E29A}" presName="sibTrans" presStyleCnt="0"/>
      <dgm:spPr/>
    </dgm:pt>
    <dgm:pt modelId="{AAADE27A-FC30-4278-9984-AB6E3007DE26}" type="pres">
      <dgm:prSet presAssocID="{85249BE1-F054-4318-B7F1-ADCF2EBBD06E}" presName="node" presStyleLbl="node1" presStyleIdx="2" presStyleCnt="5">
        <dgm:presLayoutVars>
          <dgm:bulletEnabled val="1"/>
        </dgm:presLayoutVars>
      </dgm:prSet>
      <dgm:spPr/>
    </dgm:pt>
    <dgm:pt modelId="{8237376E-BE84-41BF-8A45-7D074EB9465E}" type="pres">
      <dgm:prSet presAssocID="{8841737E-9271-4F93-B295-BEE18C8A6009}" presName="sibTrans" presStyleCnt="0"/>
      <dgm:spPr/>
    </dgm:pt>
    <dgm:pt modelId="{DB9D4A9C-CD44-4489-A4C9-28D40763B1BD}" type="pres">
      <dgm:prSet presAssocID="{5FC85BC2-7176-4BC0-961B-80F67BDEAE61}" presName="node" presStyleLbl="node1" presStyleIdx="3" presStyleCnt="5">
        <dgm:presLayoutVars>
          <dgm:bulletEnabled val="1"/>
        </dgm:presLayoutVars>
      </dgm:prSet>
      <dgm:spPr/>
    </dgm:pt>
    <dgm:pt modelId="{99C3B58D-0806-4489-AFA4-468DCB23B43E}" type="pres">
      <dgm:prSet presAssocID="{6DFC1E57-A761-4A85-835F-B4FC819571A8}" presName="sibTrans" presStyleCnt="0"/>
      <dgm:spPr/>
    </dgm:pt>
    <dgm:pt modelId="{FDC3D32E-2473-4077-B294-E40169A8D09E}" type="pres">
      <dgm:prSet presAssocID="{E2C44AEC-63AE-4C2D-B49B-77C6E42995E8}" presName="node" presStyleLbl="node1" presStyleIdx="4" presStyleCnt="5">
        <dgm:presLayoutVars>
          <dgm:bulletEnabled val="1"/>
        </dgm:presLayoutVars>
      </dgm:prSet>
      <dgm:spPr/>
    </dgm:pt>
  </dgm:ptLst>
  <dgm:cxnLst>
    <dgm:cxn modelId="{79AE3A0A-2AB3-47C6-B5D1-9230CD7A1BFD}" srcId="{77DEE259-4444-4AD8-9082-8F0F9F822517}" destId="{85249BE1-F054-4318-B7F1-ADCF2EBBD06E}" srcOrd="2" destOrd="0" parTransId="{52342508-4A35-49A4-9B68-811A3DC5471D}" sibTransId="{8841737E-9271-4F93-B295-BEE18C8A6009}"/>
    <dgm:cxn modelId="{4EAE9B27-AB5E-4C9C-B03C-0B8BE694C635}" type="presOf" srcId="{85249BE1-F054-4318-B7F1-ADCF2EBBD06E}" destId="{AAADE27A-FC30-4278-9984-AB6E3007DE26}" srcOrd="0" destOrd="0" presId="urn:microsoft.com/office/officeart/2005/8/layout/default"/>
    <dgm:cxn modelId="{6542EF2C-C294-41A8-A5C4-9FDFAF73C8AC}" srcId="{77DEE259-4444-4AD8-9082-8F0F9F822517}" destId="{56BE718D-F1B2-4054-9892-8645C0C00EF2}" srcOrd="1" destOrd="0" parTransId="{C26AEDE1-2624-4591-AF0A-A9A47638F3FB}" sibTransId="{B020BA1A-42FE-4EC9-BB1D-26CC09F9E29A}"/>
    <dgm:cxn modelId="{CEFE835F-78DD-4F66-A337-F5AB0E0E46B8}" srcId="{77DEE259-4444-4AD8-9082-8F0F9F822517}" destId="{5FC85BC2-7176-4BC0-961B-80F67BDEAE61}" srcOrd="3" destOrd="0" parTransId="{B9B0A290-70AC-4F7C-A50D-AEE0179A295A}" sibTransId="{6DFC1E57-A761-4A85-835F-B4FC819571A8}"/>
    <dgm:cxn modelId="{32497144-0E08-4A47-926A-07F3C5874EC7}" type="presOf" srcId="{0FE04E0C-09AD-48DD-921D-21F92A93E0AE}" destId="{3FDF6F17-C4B1-4BB1-B32C-F397E47F64C7}" srcOrd="0" destOrd="0" presId="urn:microsoft.com/office/officeart/2005/8/layout/default"/>
    <dgm:cxn modelId="{F2ECC37A-0291-4E1B-819F-2436A0D67E68}" srcId="{77DEE259-4444-4AD8-9082-8F0F9F822517}" destId="{0FE04E0C-09AD-48DD-921D-21F92A93E0AE}" srcOrd="0" destOrd="0" parTransId="{702AA5E8-7223-40A8-8BE5-825D8C31671C}" sibTransId="{69ACB2AE-4FD2-4F17-86D4-38C01B4C2C04}"/>
    <dgm:cxn modelId="{5BDF97AA-37D2-41EA-AA5A-54B25D2EFCB1}" type="presOf" srcId="{E2C44AEC-63AE-4C2D-B49B-77C6E42995E8}" destId="{FDC3D32E-2473-4077-B294-E40169A8D09E}" srcOrd="0" destOrd="0" presId="urn:microsoft.com/office/officeart/2005/8/layout/default"/>
    <dgm:cxn modelId="{6CF5E7CF-88D0-4D3C-9C86-18B45FB848A8}" type="presOf" srcId="{56BE718D-F1B2-4054-9892-8645C0C00EF2}" destId="{A355C851-BA75-41A0-AF89-C5C681173948}" srcOrd="0" destOrd="0" presId="urn:microsoft.com/office/officeart/2005/8/layout/default"/>
    <dgm:cxn modelId="{9BCB3AF6-43D7-417C-A995-95DF81871E3C}" srcId="{77DEE259-4444-4AD8-9082-8F0F9F822517}" destId="{E2C44AEC-63AE-4C2D-B49B-77C6E42995E8}" srcOrd="4" destOrd="0" parTransId="{38A2104C-169C-41F2-AB10-92E55292F52A}" sibTransId="{193F2846-922F-4FD2-B031-8F7F943D2EF9}"/>
    <dgm:cxn modelId="{8713B7F8-1FC0-4CBE-B490-284392A71053}" type="presOf" srcId="{5FC85BC2-7176-4BC0-961B-80F67BDEAE61}" destId="{DB9D4A9C-CD44-4489-A4C9-28D40763B1BD}" srcOrd="0" destOrd="0" presId="urn:microsoft.com/office/officeart/2005/8/layout/default"/>
    <dgm:cxn modelId="{3B3E19FB-DE90-41E6-8BC5-F8DC61F5896B}" type="presOf" srcId="{77DEE259-4444-4AD8-9082-8F0F9F822517}" destId="{2AABE04F-7BF2-4515-A431-45F26AD47F29}" srcOrd="0" destOrd="0" presId="urn:microsoft.com/office/officeart/2005/8/layout/default"/>
    <dgm:cxn modelId="{BF7B22D0-D555-4F8F-9505-2B19E60B9AE5}" type="presParOf" srcId="{2AABE04F-7BF2-4515-A431-45F26AD47F29}" destId="{3FDF6F17-C4B1-4BB1-B32C-F397E47F64C7}" srcOrd="0" destOrd="0" presId="urn:microsoft.com/office/officeart/2005/8/layout/default"/>
    <dgm:cxn modelId="{2AA55688-917B-4171-9456-2D3A2104CFD7}" type="presParOf" srcId="{2AABE04F-7BF2-4515-A431-45F26AD47F29}" destId="{4DB33EAB-8268-4128-A102-82D06377099D}" srcOrd="1" destOrd="0" presId="urn:microsoft.com/office/officeart/2005/8/layout/default"/>
    <dgm:cxn modelId="{64AC44D7-70BE-4ADE-8A43-BD6072C51610}" type="presParOf" srcId="{2AABE04F-7BF2-4515-A431-45F26AD47F29}" destId="{A355C851-BA75-41A0-AF89-C5C681173948}" srcOrd="2" destOrd="0" presId="urn:microsoft.com/office/officeart/2005/8/layout/default"/>
    <dgm:cxn modelId="{6B509D9E-7B27-4B44-8A0C-ED3141066E25}" type="presParOf" srcId="{2AABE04F-7BF2-4515-A431-45F26AD47F29}" destId="{3AF15E7B-8861-4F91-ADC0-B544AED520F2}" srcOrd="3" destOrd="0" presId="urn:microsoft.com/office/officeart/2005/8/layout/default"/>
    <dgm:cxn modelId="{CC5EDC9A-7209-49C2-B642-A72B17C1E0B2}" type="presParOf" srcId="{2AABE04F-7BF2-4515-A431-45F26AD47F29}" destId="{AAADE27A-FC30-4278-9984-AB6E3007DE26}" srcOrd="4" destOrd="0" presId="urn:microsoft.com/office/officeart/2005/8/layout/default"/>
    <dgm:cxn modelId="{FFEF43AD-1FA0-4D89-90B9-18E081B2D569}" type="presParOf" srcId="{2AABE04F-7BF2-4515-A431-45F26AD47F29}" destId="{8237376E-BE84-41BF-8A45-7D074EB9465E}" srcOrd="5" destOrd="0" presId="urn:microsoft.com/office/officeart/2005/8/layout/default"/>
    <dgm:cxn modelId="{814DCFF3-ED0C-4A3D-8C42-A8DA1EB882CD}" type="presParOf" srcId="{2AABE04F-7BF2-4515-A431-45F26AD47F29}" destId="{DB9D4A9C-CD44-4489-A4C9-28D40763B1BD}" srcOrd="6" destOrd="0" presId="urn:microsoft.com/office/officeart/2005/8/layout/default"/>
    <dgm:cxn modelId="{E378CDAA-09B2-447E-B770-CA988555D287}" type="presParOf" srcId="{2AABE04F-7BF2-4515-A431-45F26AD47F29}" destId="{99C3B58D-0806-4489-AFA4-468DCB23B43E}" srcOrd="7" destOrd="0" presId="urn:microsoft.com/office/officeart/2005/8/layout/default"/>
    <dgm:cxn modelId="{C2C5B79D-8981-4120-AEBF-5351ABB2A10F}" type="presParOf" srcId="{2AABE04F-7BF2-4515-A431-45F26AD47F29}" destId="{FDC3D32E-2473-4077-B294-E40169A8D09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97F19C1-E84A-4A8D-9ABF-F771B0F7944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th-TH"/>
        </a:p>
      </dgm:t>
    </dgm:pt>
    <dgm:pt modelId="{D95A85B5-9B81-458F-8C55-5A83C6B3A566}">
      <dgm:prSet phldrT="[ข้อความ]"/>
      <dgm:spPr/>
      <dgm:t>
        <a:bodyPr/>
        <a:lstStyle/>
        <a:p>
          <a:r>
            <a:rPr lang="en-US" dirty="0"/>
            <a:t>Descendant </a:t>
          </a:r>
          <a:r>
            <a:rPr lang="en-US" dirty="0" err="1"/>
            <a:t>Combinator</a:t>
          </a:r>
          <a:r>
            <a:rPr lang="en-US" dirty="0"/>
            <a:t> (space)</a:t>
          </a:r>
          <a:endParaRPr lang="th-TH" dirty="0"/>
        </a:p>
      </dgm:t>
    </dgm:pt>
    <dgm:pt modelId="{87F5B758-97FF-4B45-B05B-87788A14C78C}" type="parTrans" cxnId="{2413DEEC-8192-4E42-8B8E-D9E82D909B33}">
      <dgm:prSet/>
      <dgm:spPr/>
      <dgm:t>
        <a:bodyPr/>
        <a:lstStyle/>
        <a:p>
          <a:endParaRPr lang="th-TH"/>
        </a:p>
      </dgm:t>
    </dgm:pt>
    <dgm:pt modelId="{CE19EA33-0681-44F7-907E-35D2D91D0A7D}" type="sibTrans" cxnId="{2413DEEC-8192-4E42-8B8E-D9E82D909B33}">
      <dgm:prSet/>
      <dgm:spPr/>
      <dgm:t>
        <a:bodyPr/>
        <a:lstStyle/>
        <a:p>
          <a:endParaRPr lang="th-TH"/>
        </a:p>
      </dgm:t>
    </dgm:pt>
    <dgm:pt modelId="{3EB49583-F792-4225-9AB5-9B33E2C69F2B}">
      <dgm:prSet phldrT="[ข้อความ]"/>
      <dgm:spPr/>
      <dgm:t>
        <a:bodyPr/>
        <a:lstStyle/>
        <a:p>
          <a:r>
            <a:rPr lang="en-US" b="0" i="0" dirty="0"/>
            <a:t>Child </a:t>
          </a:r>
          <a:r>
            <a:rPr lang="en-US" b="0" i="0" dirty="0" err="1"/>
            <a:t>Combinator</a:t>
          </a:r>
          <a:r>
            <a:rPr lang="en-US" b="0" i="0" dirty="0"/>
            <a:t> (&gt;)</a:t>
          </a:r>
          <a:endParaRPr lang="th-TH" dirty="0"/>
        </a:p>
      </dgm:t>
    </dgm:pt>
    <dgm:pt modelId="{E5D185CC-297F-48A5-8F36-5937ED7FB212}" type="parTrans" cxnId="{CED9D783-69C3-4829-9357-268AE39FD640}">
      <dgm:prSet/>
      <dgm:spPr/>
      <dgm:t>
        <a:bodyPr/>
        <a:lstStyle/>
        <a:p>
          <a:endParaRPr lang="th-TH"/>
        </a:p>
      </dgm:t>
    </dgm:pt>
    <dgm:pt modelId="{46257C0A-B6B3-455D-BEDD-0074C1AA25E5}" type="sibTrans" cxnId="{CED9D783-69C3-4829-9357-268AE39FD640}">
      <dgm:prSet/>
      <dgm:spPr/>
      <dgm:t>
        <a:bodyPr/>
        <a:lstStyle/>
        <a:p>
          <a:endParaRPr lang="th-TH"/>
        </a:p>
      </dgm:t>
    </dgm:pt>
    <dgm:pt modelId="{00FBA548-E8D8-4C62-932B-3A0CCE4B6A77}">
      <dgm:prSet phldrT="[ข้อความ]"/>
      <dgm:spPr/>
      <dgm:t>
        <a:bodyPr/>
        <a:lstStyle/>
        <a:p>
          <a:r>
            <a:rPr lang="en-US" b="0" i="0" dirty="0"/>
            <a:t>Next sibling </a:t>
          </a:r>
          <a:r>
            <a:rPr lang="en-US" b="0" i="0" dirty="0" err="1"/>
            <a:t>combinator</a:t>
          </a:r>
          <a:r>
            <a:rPr lang="en-US" b="0" i="0" dirty="0"/>
            <a:t> (+)</a:t>
          </a:r>
          <a:endParaRPr lang="th-TH" dirty="0"/>
        </a:p>
      </dgm:t>
    </dgm:pt>
    <dgm:pt modelId="{6A4E24B4-C50D-429C-8F3F-0C2CC6359176}" type="parTrans" cxnId="{9AE749D2-8021-40C0-BF11-BC1372199E5A}">
      <dgm:prSet/>
      <dgm:spPr/>
      <dgm:t>
        <a:bodyPr/>
        <a:lstStyle/>
        <a:p>
          <a:endParaRPr lang="th-TH"/>
        </a:p>
      </dgm:t>
    </dgm:pt>
    <dgm:pt modelId="{9AA2D5CB-0F10-4AED-A82B-AD4DC2F51DE9}" type="sibTrans" cxnId="{9AE749D2-8021-40C0-BF11-BC1372199E5A}">
      <dgm:prSet/>
      <dgm:spPr/>
      <dgm:t>
        <a:bodyPr/>
        <a:lstStyle/>
        <a:p>
          <a:endParaRPr lang="th-TH"/>
        </a:p>
      </dgm:t>
    </dgm:pt>
    <dgm:pt modelId="{49E27D71-3255-4787-90B0-A693C474AF38}">
      <dgm:prSet phldrT="[ข้อความ]"/>
      <dgm:spPr/>
      <dgm:t>
        <a:bodyPr/>
        <a:lstStyle/>
        <a:p>
          <a:r>
            <a:rPr lang="en-US" b="0" i="0" dirty="0"/>
            <a:t>Subsequent-sibling </a:t>
          </a:r>
          <a:r>
            <a:rPr lang="en-US" b="0" i="0" dirty="0" err="1"/>
            <a:t>combinator</a:t>
          </a:r>
          <a:r>
            <a:rPr lang="en-US" b="0" i="0" dirty="0"/>
            <a:t> (~)</a:t>
          </a:r>
          <a:endParaRPr lang="th-TH" dirty="0"/>
        </a:p>
      </dgm:t>
    </dgm:pt>
    <dgm:pt modelId="{9E97AEBF-ADF0-4F50-BB75-1D0817F5CE0F}" type="parTrans" cxnId="{431DA850-A88A-49A4-9BAB-057CA08A0015}">
      <dgm:prSet/>
      <dgm:spPr/>
      <dgm:t>
        <a:bodyPr/>
        <a:lstStyle/>
        <a:p>
          <a:endParaRPr lang="th-TH"/>
        </a:p>
      </dgm:t>
    </dgm:pt>
    <dgm:pt modelId="{34896083-C37C-487F-AC03-10BBAFF2509E}" type="sibTrans" cxnId="{431DA850-A88A-49A4-9BAB-057CA08A0015}">
      <dgm:prSet/>
      <dgm:spPr/>
      <dgm:t>
        <a:bodyPr/>
        <a:lstStyle/>
        <a:p>
          <a:endParaRPr lang="th-TH"/>
        </a:p>
      </dgm:t>
    </dgm:pt>
    <dgm:pt modelId="{3A6F949F-E52B-44DF-8A7F-B31464E7491C}" type="pres">
      <dgm:prSet presAssocID="{797F19C1-E84A-4A8D-9ABF-F771B0F79447}" presName="diagram" presStyleCnt="0">
        <dgm:presLayoutVars>
          <dgm:dir/>
          <dgm:resizeHandles val="exact"/>
        </dgm:presLayoutVars>
      </dgm:prSet>
      <dgm:spPr/>
    </dgm:pt>
    <dgm:pt modelId="{E3E386A2-B677-45DA-AEDA-D2BA13A45921}" type="pres">
      <dgm:prSet presAssocID="{D95A85B5-9B81-458F-8C55-5A83C6B3A566}" presName="node" presStyleLbl="node1" presStyleIdx="0" presStyleCnt="4">
        <dgm:presLayoutVars>
          <dgm:bulletEnabled val="1"/>
        </dgm:presLayoutVars>
      </dgm:prSet>
      <dgm:spPr/>
    </dgm:pt>
    <dgm:pt modelId="{F336DF34-FC6A-45F3-B5FD-72E3B6DAF461}" type="pres">
      <dgm:prSet presAssocID="{CE19EA33-0681-44F7-907E-35D2D91D0A7D}" presName="sibTrans" presStyleCnt="0"/>
      <dgm:spPr/>
    </dgm:pt>
    <dgm:pt modelId="{BC78CE7F-FAB8-4CB3-8602-C923EC25C408}" type="pres">
      <dgm:prSet presAssocID="{3EB49583-F792-4225-9AB5-9B33E2C69F2B}" presName="node" presStyleLbl="node1" presStyleIdx="1" presStyleCnt="4">
        <dgm:presLayoutVars>
          <dgm:bulletEnabled val="1"/>
        </dgm:presLayoutVars>
      </dgm:prSet>
      <dgm:spPr/>
    </dgm:pt>
    <dgm:pt modelId="{8F8D79D8-0E2F-4553-91D2-3C8307D78FBA}" type="pres">
      <dgm:prSet presAssocID="{46257C0A-B6B3-455D-BEDD-0074C1AA25E5}" presName="sibTrans" presStyleCnt="0"/>
      <dgm:spPr/>
    </dgm:pt>
    <dgm:pt modelId="{DCDD0CCF-F419-4B73-8F41-0226067A5D4F}" type="pres">
      <dgm:prSet presAssocID="{00FBA548-E8D8-4C62-932B-3A0CCE4B6A77}" presName="node" presStyleLbl="node1" presStyleIdx="2" presStyleCnt="4">
        <dgm:presLayoutVars>
          <dgm:bulletEnabled val="1"/>
        </dgm:presLayoutVars>
      </dgm:prSet>
      <dgm:spPr/>
    </dgm:pt>
    <dgm:pt modelId="{6A55D7F7-4B7A-4843-83C0-0B3FB1DF4AC2}" type="pres">
      <dgm:prSet presAssocID="{9AA2D5CB-0F10-4AED-A82B-AD4DC2F51DE9}" presName="sibTrans" presStyleCnt="0"/>
      <dgm:spPr/>
    </dgm:pt>
    <dgm:pt modelId="{D1D3ADA2-42BE-4CD2-8673-5A9DB4313793}" type="pres">
      <dgm:prSet presAssocID="{49E27D71-3255-4787-90B0-A693C474AF38}" presName="node" presStyleLbl="node1" presStyleIdx="3" presStyleCnt="4">
        <dgm:presLayoutVars>
          <dgm:bulletEnabled val="1"/>
        </dgm:presLayoutVars>
      </dgm:prSet>
      <dgm:spPr/>
    </dgm:pt>
  </dgm:ptLst>
  <dgm:cxnLst>
    <dgm:cxn modelId="{B4F5781C-E76F-43B9-883C-826CB9FE457C}" type="presOf" srcId="{797F19C1-E84A-4A8D-9ABF-F771B0F79447}" destId="{3A6F949F-E52B-44DF-8A7F-B31464E7491C}" srcOrd="0" destOrd="0" presId="urn:microsoft.com/office/officeart/2005/8/layout/default"/>
    <dgm:cxn modelId="{431DA850-A88A-49A4-9BAB-057CA08A0015}" srcId="{797F19C1-E84A-4A8D-9ABF-F771B0F79447}" destId="{49E27D71-3255-4787-90B0-A693C474AF38}" srcOrd="3" destOrd="0" parTransId="{9E97AEBF-ADF0-4F50-BB75-1D0817F5CE0F}" sibTransId="{34896083-C37C-487F-AC03-10BBAFF2509E}"/>
    <dgm:cxn modelId="{C6CB9B81-BBC7-424E-B838-3376EAF72ED7}" type="presOf" srcId="{49E27D71-3255-4787-90B0-A693C474AF38}" destId="{D1D3ADA2-42BE-4CD2-8673-5A9DB4313793}" srcOrd="0" destOrd="0" presId="urn:microsoft.com/office/officeart/2005/8/layout/default"/>
    <dgm:cxn modelId="{CED9D783-69C3-4829-9357-268AE39FD640}" srcId="{797F19C1-E84A-4A8D-9ABF-F771B0F79447}" destId="{3EB49583-F792-4225-9AB5-9B33E2C69F2B}" srcOrd="1" destOrd="0" parTransId="{E5D185CC-297F-48A5-8F36-5937ED7FB212}" sibTransId="{46257C0A-B6B3-455D-BEDD-0074C1AA25E5}"/>
    <dgm:cxn modelId="{B4F073BF-1305-473A-B9CD-F16AF266C741}" type="presOf" srcId="{3EB49583-F792-4225-9AB5-9B33E2C69F2B}" destId="{BC78CE7F-FAB8-4CB3-8602-C923EC25C408}" srcOrd="0" destOrd="0" presId="urn:microsoft.com/office/officeart/2005/8/layout/default"/>
    <dgm:cxn modelId="{9AE749D2-8021-40C0-BF11-BC1372199E5A}" srcId="{797F19C1-E84A-4A8D-9ABF-F771B0F79447}" destId="{00FBA548-E8D8-4C62-932B-3A0CCE4B6A77}" srcOrd="2" destOrd="0" parTransId="{6A4E24B4-C50D-429C-8F3F-0C2CC6359176}" sibTransId="{9AA2D5CB-0F10-4AED-A82B-AD4DC2F51DE9}"/>
    <dgm:cxn modelId="{65081DE8-5AD5-4E24-A3CE-C201BED1EEBD}" type="presOf" srcId="{D95A85B5-9B81-458F-8C55-5A83C6B3A566}" destId="{E3E386A2-B677-45DA-AEDA-D2BA13A45921}" srcOrd="0" destOrd="0" presId="urn:microsoft.com/office/officeart/2005/8/layout/default"/>
    <dgm:cxn modelId="{A500A8EA-CF89-4F61-8219-429C593BA411}" type="presOf" srcId="{00FBA548-E8D8-4C62-932B-3A0CCE4B6A77}" destId="{DCDD0CCF-F419-4B73-8F41-0226067A5D4F}" srcOrd="0" destOrd="0" presId="urn:microsoft.com/office/officeart/2005/8/layout/default"/>
    <dgm:cxn modelId="{2413DEEC-8192-4E42-8B8E-D9E82D909B33}" srcId="{797F19C1-E84A-4A8D-9ABF-F771B0F79447}" destId="{D95A85B5-9B81-458F-8C55-5A83C6B3A566}" srcOrd="0" destOrd="0" parTransId="{87F5B758-97FF-4B45-B05B-87788A14C78C}" sibTransId="{CE19EA33-0681-44F7-907E-35D2D91D0A7D}"/>
    <dgm:cxn modelId="{118193CE-8218-4EB8-99BD-3C1A9BEB4304}" type="presParOf" srcId="{3A6F949F-E52B-44DF-8A7F-B31464E7491C}" destId="{E3E386A2-B677-45DA-AEDA-D2BA13A45921}" srcOrd="0" destOrd="0" presId="urn:microsoft.com/office/officeart/2005/8/layout/default"/>
    <dgm:cxn modelId="{7B6AF824-2387-4721-A2E5-42CC1B7981BA}" type="presParOf" srcId="{3A6F949F-E52B-44DF-8A7F-B31464E7491C}" destId="{F336DF34-FC6A-45F3-B5FD-72E3B6DAF461}" srcOrd="1" destOrd="0" presId="urn:microsoft.com/office/officeart/2005/8/layout/default"/>
    <dgm:cxn modelId="{03D36815-1735-4436-BEE7-F85EEC7AADAD}" type="presParOf" srcId="{3A6F949F-E52B-44DF-8A7F-B31464E7491C}" destId="{BC78CE7F-FAB8-4CB3-8602-C923EC25C408}" srcOrd="2" destOrd="0" presId="urn:microsoft.com/office/officeart/2005/8/layout/default"/>
    <dgm:cxn modelId="{A2804057-79EF-4D42-845A-56EF74E5440E}" type="presParOf" srcId="{3A6F949F-E52B-44DF-8A7F-B31464E7491C}" destId="{8F8D79D8-0E2F-4553-91D2-3C8307D78FBA}" srcOrd="3" destOrd="0" presId="urn:microsoft.com/office/officeart/2005/8/layout/default"/>
    <dgm:cxn modelId="{1FEFF731-8DD3-4618-9D0A-F53580E8393E}" type="presParOf" srcId="{3A6F949F-E52B-44DF-8A7F-B31464E7491C}" destId="{DCDD0CCF-F419-4B73-8F41-0226067A5D4F}" srcOrd="4" destOrd="0" presId="urn:microsoft.com/office/officeart/2005/8/layout/default"/>
    <dgm:cxn modelId="{AC943627-DC1C-4102-82F8-3EBACF0B474D}" type="presParOf" srcId="{3A6F949F-E52B-44DF-8A7F-B31464E7491C}" destId="{6A55D7F7-4B7A-4843-83C0-0B3FB1DF4AC2}" srcOrd="5" destOrd="0" presId="urn:microsoft.com/office/officeart/2005/8/layout/default"/>
    <dgm:cxn modelId="{61F60D83-6A01-496F-803E-EF0F63B2369C}" type="presParOf" srcId="{3A6F949F-E52B-44DF-8A7F-B31464E7491C}" destId="{D1D3ADA2-42BE-4CD2-8673-5A9DB431379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71E6A-A9C5-43A1-9B2F-42C5E3EB8005}">
      <dsp:nvSpPr>
        <dsp:cNvPr id="0" name=""/>
        <dsp:cNvSpPr/>
      </dsp:nvSpPr>
      <dsp:spPr>
        <a:xfrm>
          <a:off x="0" y="55766"/>
          <a:ext cx="2688431" cy="476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font-family:</a:t>
          </a:r>
          <a:endParaRPr lang="th-TH" sz="2200" kern="1200" dirty="0"/>
        </a:p>
      </dsp:txBody>
      <dsp:txXfrm>
        <a:off x="0" y="55766"/>
        <a:ext cx="2688431" cy="476437"/>
      </dsp:txXfrm>
    </dsp:sp>
    <dsp:sp modelId="{9B0ADD08-1686-4150-A02B-85B3BB3674CA}">
      <dsp:nvSpPr>
        <dsp:cNvPr id="0" name=""/>
        <dsp:cNvSpPr/>
      </dsp:nvSpPr>
      <dsp:spPr>
        <a:xfrm>
          <a:off x="2688431" y="33433"/>
          <a:ext cx="537686" cy="521103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8279AB-F150-4F71-B656-6B36D66C43D9}">
      <dsp:nvSpPr>
        <dsp:cNvPr id="0" name=""/>
        <dsp:cNvSpPr/>
      </dsp:nvSpPr>
      <dsp:spPr>
        <a:xfrm>
          <a:off x="3441191" y="33433"/>
          <a:ext cx="7312533" cy="5211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defines the font applied to the text</a:t>
          </a:r>
          <a:endParaRPr lang="th-TH" sz="2200" kern="1200" dirty="0"/>
        </a:p>
      </dsp:txBody>
      <dsp:txXfrm>
        <a:off x="3441191" y="33433"/>
        <a:ext cx="7312533" cy="521103"/>
      </dsp:txXfrm>
    </dsp:sp>
    <dsp:sp modelId="{A0470613-FAC5-404C-8A89-2C5D024B9E57}">
      <dsp:nvSpPr>
        <dsp:cNvPr id="0" name=""/>
        <dsp:cNvSpPr/>
      </dsp:nvSpPr>
      <dsp:spPr>
        <a:xfrm>
          <a:off x="0" y="654156"/>
          <a:ext cx="2688431" cy="43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font-size:</a:t>
          </a:r>
          <a:endParaRPr lang="en-US" sz="2200" kern="1200" dirty="0"/>
        </a:p>
      </dsp:txBody>
      <dsp:txXfrm>
        <a:off x="0" y="654156"/>
        <a:ext cx="2688431" cy="435600"/>
      </dsp:txXfrm>
    </dsp:sp>
    <dsp:sp modelId="{B0FA6D82-97A9-4C8F-95CC-9D8CEB41E211}">
      <dsp:nvSpPr>
        <dsp:cNvPr id="0" name=""/>
        <dsp:cNvSpPr/>
      </dsp:nvSpPr>
      <dsp:spPr>
        <a:xfrm>
          <a:off x="2688431" y="633737"/>
          <a:ext cx="537686" cy="476437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3211B2-10B3-4F2D-86B1-D60B5A040ADF}">
      <dsp:nvSpPr>
        <dsp:cNvPr id="0" name=""/>
        <dsp:cNvSpPr/>
      </dsp:nvSpPr>
      <dsp:spPr>
        <a:xfrm>
          <a:off x="3441191" y="633737"/>
          <a:ext cx="7312533" cy="4764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sets the size of the font</a:t>
          </a:r>
        </a:p>
      </dsp:txBody>
      <dsp:txXfrm>
        <a:off x="3441191" y="633737"/>
        <a:ext cx="7312533" cy="476437"/>
      </dsp:txXfrm>
    </dsp:sp>
    <dsp:sp modelId="{2D492AE5-DE14-4739-9697-4881C304AC1A}">
      <dsp:nvSpPr>
        <dsp:cNvPr id="0" name=""/>
        <dsp:cNvSpPr/>
      </dsp:nvSpPr>
      <dsp:spPr>
        <a:xfrm>
          <a:off x="0" y="1366337"/>
          <a:ext cx="2685805" cy="43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font-weight:</a:t>
          </a:r>
          <a:endParaRPr lang="en-US" sz="2200" kern="1200" dirty="0"/>
        </a:p>
      </dsp:txBody>
      <dsp:txXfrm>
        <a:off x="0" y="1366337"/>
        <a:ext cx="2685805" cy="435600"/>
      </dsp:txXfrm>
    </dsp:sp>
    <dsp:sp modelId="{0D2FF6EC-AE59-4BB7-9E3D-B342174F7890}">
      <dsp:nvSpPr>
        <dsp:cNvPr id="0" name=""/>
        <dsp:cNvSpPr/>
      </dsp:nvSpPr>
      <dsp:spPr>
        <a:xfrm>
          <a:off x="2685805" y="1189374"/>
          <a:ext cx="537161" cy="789525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EE3BB0-CF05-4486-A557-A2D3C63A4E38}">
      <dsp:nvSpPr>
        <dsp:cNvPr id="0" name=""/>
        <dsp:cNvSpPr/>
      </dsp:nvSpPr>
      <dsp:spPr>
        <a:xfrm>
          <a:off x="3437831" y="1189374"/>
          <a:ext cx="7305391" cy="78952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sets the thickness </a:t>
          </a:r>
          <a:r>
            <a:rPr lang="en-US" sz="2200" kern="1200" dirty="0" err="1"/>
            <a:t>i.e</a:t>
          </a:r>
          <a:r>
            <a:rPr lang="en-US" sz="2200" kern="1200" dirty="0"/>
            <a:t> increase the boldness or lightness of the font</a:t>
          </a:r>
        </a:p>
      </dsp:txBody>
      <dsp:txXfrm>
        <a:off x="3437831" y="1189374"/>
        <a:ext cx="7305391" cy="789525"/>
      </dsp:txXfrm>
    </dsp:sp>
    <dsp:sp modelId="{88E4D583-523C-4444-A954-1325100A5D38}">
      <dsp:nvSpPr>
        <dsp:cNvPr id="0" name=""/>
        <dsp:cNvSpPr/>
      </dsp:nvSpPr>
      <dsp:spPr>
        <a:xfrm>
          <a:off x="0" y="2078518"/>
          <a:ext cx="2688431" cy="43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font-style:</a:t>
          </a:r>
          <a:endParaRPr lang="en-US" sz="2200" kern="1200" dirty="0"/>
        </a:p>
      </dsp:txBody>
      <dsp:txXfrm>
        <a:off x="0" y="2078518"/>
        <a:ext cx="2688431" cy="435600"/>
      </dsp:txXfrm>
    </dsp:sp>
    <dsp:sp modelId="{CE905C05-FCD4-4EE0-B777-5F65616B5444}">
      <dsp:nvSpPr>
        <dsp:cNvPr id="0" name=""/>
        <dsp:cNvSpPr/>
      </dsp:nvSpPr>
      <dsp:spPr>
        <a:xfrm>
          <a:off x="2688431" y="2058100"/>
          <a:ext cx="537686" cy="476437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BD6713-2F4C-406D-B088-48A911ABA3C7}">
      <dsp:nvSpPr>
        <dsp:cNvPr id="0" name=""/>
        <dsp:cNvSpPr/>
      </dsp:nvSpPr>
      <dsp:spPr>
        <a:xfrm>
          <a:off x="3441191" y="2058100"/>
          <a:ext cx="7312533" cy="4764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sets the font to italic or oblique</a:t>
          </a:r>
        </a:p>
      </dsp:txBody>
      <dsp:txXfrm>
        <a:off x="3441191" y="2058100"/>
        <a:ext cx="7312533" cy="476437"/>
      </dsp:txXfrm>
    </dsp:sp>
    <dsp:sp modelId="{475C4FA7-BF7E-4FF1-9C46-CD5835949A67}">
      <dsp:nvSpPr>
        <dsp:cNvPr id="0" name=""/>
        <dsp:cNvSpPr/>
      </dsp:nvSpPr>
      <dsp:spPr>
        <a:xfrm>
          <a:off x="0" y="2634156"/>
          <a:ext cx="2688431" cy="43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font-variant:</a:t>
          </a:r>
          <a:endParaRPr lang="en-US" sz="2200" kern="1200" dirty="0"/>
        </a:p>
      </dsp:txBody>
      <dsp:txXfrm>
        <a:off x="0" y="2634156"/>
        <a:ext cx="2688431" cy="435600"/>
      </dsp:txXfrm>
    </dsp:sp>
    <dsp:sp modelId="{13F822C9-29AF-4CB3-91C5-AEF1C14E5C5F}">
      <dsp:nvSpPr>
        <dsp:cNvPr id="0" name=""/>
        <dsp:cNvSpPr/>
      </dsp:nvSpPr>
      <dsp:spPr>
        <a:xfrm>
          <a:off x="2688431" y="2613737"/>
          <a:ext cx="537686" cy="476437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5139A7-C602-46AD-9A2F-789A2B9D9672}">
      <dsp:nvSpPr>
        <dsp:cNvPr id="0" name=""/>
        <dsp:cNvSpPr/>
      </dsp:nvSpPr>
      <dsp:spPr>
        <a:xfrm>
          <a:off x="3441191" y="2613737"/>
          <a:ext cx="7312533" cy="4764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changes the font to small-caps</a:t>
          </a:r>
        </a:p>
      </dsp:txBody>
      <dsp:txXfrm>
        <a:off x="3441191" y="2613737"/>
        <a:ext cx="7312533" cy="476437"/>
      </dsp:txXfrm>
    </dsp:sp>
    <dsp:sp modelId="{B4D42503-6B1A-439E-BE30-5CA0B3704D75}">
      <dsp:nvSpPr>
        <dsp:cNvPr id="0" name=""/>
        <dsp:cNvSpPr/>
      </dsp:nvSpPr>
      <dsp:spPr>
        <a:xfrm>
          <a:off x="0" y="3189793"/>
          <a:ext cx="2688431" cy="43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font-stretch:</a:t>
          </a:r>
          <a:endParaRPr lang="en-US" sz="2200" kern="1200" dirty="0"/>
        </a:p>
      </dsp:txBody>
      <dsp:txXfrm>
        <a:off x="0" y="3189793"/>
        <a:ext cx="2688431" cy="435600"/>
      </dsp:txXfrm>
    </dsp:sp>
    <dsp:sp modelId="{1B24100A-34FE-4ADB-9714-581EAAF45965}">
      <dsp:nvSpPr>
        <dsp:cNvPr id="0" name=""/>
        <dsp:cNvSpPr/>
      </dsp:nvSpPr>
      <dsp:spPr>
        <a:xfrm>
          <a:off x="2688431" y="3169375"/>
          <a:ext cx="537686" cy="476437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2EF3BF-05A2-419E-B6EA-26325C3A6BEF}">
      <dsp:nvSpPr>
        <dsp:cNvPr id="0" name=""/>
        <dsp:cNvSpPr/>
      </dsp:nvSpPr>
      <dsp:spPr>
        <a:xfrm>
          <a:off x="3441191" y="3169375"/>
          <a:ext cx="7312533" cy="4764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expands or narrows the text</a:t>
          </a:r>
        </a:p>
      </dsp:txBody>
      <dsp:txXfrm>
        <a:off x="3441191" y="3169375"/>
        <a:ext cx="7312533" cy="476437"/>
      </dsp:txXfrm>
    </dsp:sp>
    <dsp:sp modelId="{3D6C3D38-D7AB-44AB-A31D-BBF76788A78E}">
      <dsp:nvSpPr>
        <dsp:cNvPr id="0" name=""/>
        <dsp:cNvSpPr/>
      </dsp:nvSpPr>
      <dsp:spPr>
        <a:xfrm>
          <a:off x="0" y="3747345"/>
          <a:ext cx="2688431" cy="476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line-height:</a:t>
          </a:r>
          <a:endParaRPr lang="th-TH" sz="2200" kern="1200" dirty="0"/>
        </a:p>
      </dsp:txBody>
      <dsp:txXfrm>
        <a:off x="0" y="3747345"/>
        <a:ext cx="2688431" cy="476437"/>
      </dsp:txXfrm>
    </dsp:sp>
    <dsp:sp modelId="{192A77D4-F382-4252-9DA9-83F4BDF6BDC8}">
      <dsp:nvSpPr>
        <dsp:cNvPr id="0" name=""/>
        <dsp:cNvSpPr/>
      </dsp:nvSpPr>
      <dsp:spPr>
        <a:xfrm>
          <a:off x="2688431" y="3725012"/>
          <a:ext cx="537686" cy="521103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63675F-8530-4EB4-8AD5-4E0F47ABFBD1}">
      <dsp:nvSpPr>
        <dsp:cNvPr id="0" name=""/>
        <dsp:cNvSpPr/>
      </dsp:nvSpPr>
      <dsp:spPr>
        <a:xfrm>
          <a:off x="3441191" y="3725012"/>
          <a:ext cx="7312533" cy="52110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sets the distance between lines of the text</a:t>
          </a:r>
          <a:endParaRPr lang="th-TH" sz="2200" kern="1200" dirty="0"/>
        </a:p>
      </dsp:txBody>
      <dsp:txXfrm>
        <a:off x="3441191" y="3725012"/>
        <a:ext cx="7312533" cy="5211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DABA1F-600A-4D8D-841A-F5397B1D60AD}">
      <dsp:nvSpPr>
        <dsp:cNvPr id="0" name=""/>
        <dsp:cNvSpPr/>
      </dsp:nvSpPr>
      <dsp:spPr>
        <a:xfrm>
          <a:off x="206375" y="1289"/>
          <a:ext cx="3046015" cy="18276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dirty="0"/>
            <a:t>Element selector</a:t>
          </a:r>
          <a:endParaRPr lang="th-TH" sz="31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div{}</a:t>
          </a:r>
          <a:endParaRPr lang="th-TH" sz="2400" kern="1200" dirty="0"/>
        </a:p>
      </dsp:txBody>
      <dsp:txXfrm>
        <a:off x="206375" y="1289"/>
        <a:ext cx="3046015" cy="1827609"/>
      </dsp:txXfrm>
    </dsp:sp>
    <dsp:sp modelId="{C8296DE2-F635-4D40-9837-CA83C4791F4D}">
      <dsp:nvSpPr>
        <dsp:cNvPr id="0" name=""/>
        <dsp:cNvSpPr/>
      </dsp:nvSpPr>
      <dsp:spPr>
        <a:xfrm>
          <a:off x="3556992" y="1289"/>
          <a:ext cx="3046015" cy="182760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dirty="0"/>
            <a:t>Id selector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/>
            <a:t>#id{}</a:t>
          </a:r>
        </a:p>
      </dsp:txBody>
      <dsp:txXfrm>
        <a:off x="3556992" y="1289"/>
        <a:ext cx="3046015" cy="1827609"/>
      </dsp:txXfrm>
    </dsp:sp>
    <dsp:sp modelId="{E3BDE746-8ED5-4A00-866F-A243348579AB}">
      <dsp:nvSpPr>
        <dsp:cNvPr id="0" name=""/>
        <dsp:cNvSpPr/>
      </dsp:nvSpPr>
      <dsp:spPr>
        <a:xfrm>
          <a:off x="6907610" y="1289"/>
          <a:ext cx="3046015" cy="18276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dirty="0"/>
            <a:t>Class selector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/>
            <a:t>.class{}</a:t>
          </a:r>
        </a:p>
      </dsp:txBody>
      <dsp:txXfrm>
        <a:off x="6907610" y="1289"/>
        <a:ext cx="3046015" cy="1827609"/>
      </dsp:txXfrm>
    </dsp:sp>
    <dsp:sp modelId="{4098394F-CCA2-4803-98FD-ED618CCB525C}">
      <dsp:nvSpPr>
        <dsp:cNvPr id="0" name=""/>
        <dsp:cNvSpPr/>
      </dsp:nvSpPr>
      <dsp:spPr>
        <a:xfrm>
          <a:off x="206375" y="2133500"/>
          <a:ext cx="3046015" cy="18276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dirty="0"/>
            <a:t>Universal selector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/>
            <a:t>*{}</a:t>
          </a:r>
        </a:p>
      </dsp:txBody>
      <dsp:txXfrm>
        <a:off x="206375" y="2133500"/>
        <a:ext cx="3046015" cy="1827609"/>
      </dsp:txXfrm>
    </dsp:sp>
    <dsp:sp modelId="{F01C1C30-2538-4C8A-8C01-1969FB49A63C}">
      <dsp:nvSpPr>
        <dsp:cNvPr id="0" name=""/>
        <dsp:cNvSpPr/>
      </dsp:nvSpPr>
      <dsp:spPr>
        <a:xfrm>
          <a:off x="3556992" y="2133500"/>
          <a:ext cx="3046015" cy="182760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dirty="0"/>
            <a:t>Group selector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 err="1"/>
            <a:t>h,p</a:t>
          </a:r>
          <a:r>
            <a:rPr lang="en-US" sz="2400" b="0" i="0" kern="1200" dirty="0"/>
            <a:t> {}</a:t>
          </a:r>
        </a:p>
      </dsp:txBody>
      <dsp:txXfrm>
        <a:off x="3556992" y="2133500"/>
        <a:ext cx="3046015" cy="1827609"/>
      </dsp:txXfrm>
    </dsp:sp>
    <dsp:sp modelId="{A4DEB80C-4D77-4B96-95AE-669F9ED531D6}">
      <dsp:nvSpPr>
        <dsp:cNvPr id="0" name=""/>
        <dsp:cNvSpPr/>
      </dsp:nvSpPr>
      <dsp:spPr>
        <a:xfrm>
          <a:off x="6907610" y="2133500"/>
          <a:ext cx="3046015" cy="18276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dirty="0"/>
            <a:t>Attribute selector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p[class=“top"]</a:t>
          </a:r>
          <a:endParaRPr lang="en-US" sz="2400" b="0" i="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/>
            <a:t>p[class]</a:t>
          </a:r>
        </a:p>
      </dsp:txBody>
      <dsp:txXfrm>
        <a:off x="6907610" y="2133500"/>
        <a:ext cx="3046015" cy="18276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E2EBDA-D9D5-4C11-AE4A-40269690CA9C}">
      <dsp:nvSpPr>
        <dsp:cNvPr id="0" name=""/>
        <dsp:cNvSpPr/>
      </dsp:nvSpPr>
      <dsp:spPr>
        <a:xfrm>
          <a:off x="1718468" y="479"/>
          <a:ext cx="2100957" cy="12605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dirty="0"/>
            <a:t>Structural pseudo-class</a:t>
          </a:r>
          <a:endParaRPr lang="th-TH" sz="2900" kern="1200" dirty="0"/>
        </a:p>
      </dsp:txBody>
      <dsp:txXfrm>
        <a:off x="1718468" y="479"/>
        <a:ext cx="2100957" cy="1260574"/>
      </dsp:txXfrm>
    </dsp:sp>
    <dsp:sp modelId="{E065814A-C848-4AA8-8004-404CB2FC3900}">
      <dsp:nvSpPr>
        <dsp:cNvPr id="0" name=""/>
        <dsp:cNvSpPr/>
      </dsp:nvSpPr>
      <dsp:spPr>
        <a:xfrm>
          <a:off x="4029521" y="479"/>
          <a:ext cx="2100957" cy="12605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dirty="0"/>
            <a:t>Link pseudo-class</a:t>
          </a:r>
          <a:endParaRPr lang="th-TH" sz="2900" kern="1200" dirty="0"/>
        </a:p>
      </dsp:txBody>
      <dsp:txXfrm>
        <a:off x="4029521" y="479"/>
        <a:ext cx="2100957" cy="1260574"/>
      </dsp:txXfrm>
    </dsp:sp>
    <dsp:sp modelId="{C73AE904-DC41-4E60-A91D-2FDA2C276C01}">
      <dsp:nvSpPr>
        <dsp:cNvPr id="0" name=""/>
        <dsp:cNvSpPr/>
      </dsp:nvSpPr>
      <dsp:spPr>
        <a:xfrm>
          <a:off x="6340574" y="479"/>
          <a:ext cx="2100957" cy="12605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/>
            <a:t>UI pseudo-class</a:t>
          </a:r>
          <a:endParaRPr lang="th-TH" sz="2900" kern="1200" dirty="0"/>
        </a:p>
      </dsp:txBody>
      <dsp:txXfrm>
        <a:off x="6340574" y="479"/>
        <a:ext cx="2100957" cy="12605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F6F17-C4B1-4BB1-B32C-F397E47F64C7}">
      <dsp:nvSpPr>
        <dsp:cNvPr id="0" name=""/>
        <dsp:cNvSpPr/>
      </dsp:nvSpPr>
      <dsp:spPr>
        <a:xfrm>
          <a:off x="0" y="196245"/>
          <a:ext cx="2376713" cy="142602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First-child</a:t>
          </a:r>
          <a:endParaRPr lang="th-TH" sz="3700" kern="1200" dirty="0"/>
        </a:p>
      </dsp:txBody>
      <dsp:txXfrm>
        <a:off x="0" y="196245"/>
        <a:ext cx="2376713" cy="1426028"/>
      </dsp:txXfrm>
    </dsp:sp>
    <dsp:sp modelId="{A355C851-BA75-41A0-AF89-C5C681173948}">
      <dsp:nvSpPr>
        <dsp:cNvPr id="0" name=""/>
        <dsp:cNvSpPr/>
      </dsp:nvSpPr>
      <dsp:spPr>
        <a:xfrm>
          <a:off x="2614385" y="196245"/>
          <a:ext cx="2376713" cy="142602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 dirty="0"/>
            <a:t>last-child</a:t>
          </a:r>
          <a:endParaRPr lang="th-TH" sz="3700" kern="1200" dirty="0"/>
        </a:p>
      </dsp:txBody>
      <dsp:txXfrm>
        <a:off x="2614385" y="196245"/>
        <a:ext cx="2376713" cy="1426028"/>
      </dsp:txXfrm>
    </dsp:sp>
    <dsp:sp modelId="{AAADE27A-FC30-4278-9984-AB6E3007DE26}">
      <dsp:nvSpPr>
        <dsp:cNvPr id="0" name=""/>
        <dsp:cNvSpPr/>
      </dsp:nvSpPr>
      <dsp:spPr>
        <a:xfrm>
          <a:off x="5228770" y="196245"/>
          <a:ext cx="2376713" cy="142602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 dirty="0"/>
            <a:t>first-of-type</a:t>
          </a:r>
          <a:endParaRPr lang="th-TH" sz="3700" kern="1200" dirty="0"/>
        </a:p>
      </dsp:txBody>
      <dsp:txXfrm>
        <a:off x="5228770" y="196245"/>
        <a:ext cx="2376713" cy="1426028"/>
      </dsp:txXfrm>
    </dsp:sp>
    <dsp:sp modelId="{DB9D4A9C-CD44-4489-A4C9-28D40763B1BD}">
      <dsp:nvSpPr>
        <dsp:cNvPr id="0" name=""/>
        <dsp:cNvSpPr/>
      </dsp:nvSpPr>
      <dsp:spPr>
        <a:xfrm>
          <a:off x="1307192" y="1859944"/>
          <a:ext cx="2376713" cy="142602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 dirty="0"/>
            <a:t>not</a:t>
          </a:r>
          <a:endParaRPr lang="th-TH" sz="3700" kern="1200" dirty="0"/>
        </a:p>
      </dsp:txBody>
      <dsp:txXfrm>
        <a:off x="1307192" y="1859944"/>
        <a:ext cx="2376713" cy="1426028"/>
      </dsp:txXfrm>
    </dsp:sp>
    <dsp:sp modelId="{FDC3D32E-2473-4077-B294-E40169A8D09E}">
      <dsp:nvSpPr>
        <dsp:cNvPr id="0" name=""/>
        <dsp:cNvSpPr/>
      </dsp:nvSpPr>
      <dsp:spPr>
        <a:xfrm>
          <a:off x="3921577" y="1859944"/>
          <a:ext cx="2376713" cy="142602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 dirty="0"/>
            <a:t>empty</a:t>
          </a:r>
          <a:endParaRPr lang="th-TH" sz="3700" kern="1200" dirty="0"/>
        </a:p>
      </dsp:txBody>
      <dsp:txXfrm>
        <a:off x="3921577" y="1859944"/>
        <a:ext cx="2376713" cy="14260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E386A2-B677-45DA-AEDA-D2BA13A45921}">
      <dsp:nvSpPr>
        <dsp:cNvPr id="0" name=""/>
        <dsp:cNvSpPr/>
      </dsp:nvSpPr>
      <dsp:spPr>
        <a:xfrm>
          <a:off x="3241" y="378879"/>
          <a:ext cx="2571647" cy="154298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Descendant </a:t>
          </a:r>
          <a:r>
            <a:rPr lang="en-US" sz="2900" kern="1200" dirty="0" err="1"/>
            <a:t>Combinator</a:t>
          </a:r>
          <a:r>
            <a:rPr lang="en-US" sz="2900" kern="1200" dirty="0"/>
            <a:t> (space)</a:t>
          </a:r>
          <a:endParaRPr lang="th-TH" sz="2900" kern="1200" dirty="0"/>
        </a:p>
      </dsp:txBody>
      <dsp:txXfrm>
        <a:off x="3241" y="378879"/>
        <a:ext cx="2571647" cy="1542988"/>
      </dsp:txXfrm>
    </dsp:sp>
    <dsp:sp modelId="{BC78CE7F-FAB8-4CB3-8602-C923EC25C408}">
      <dsp:nvSpPr>
        <dsp:cNvPr id="0" name=""/>
        <dsp:cNvSpPr/>
      </dsp:nvSpPr>
      <dsp:spPr>
        <a:xfrm>
          <a:off x="2832054" y="378879"/>
          <a:ext cx="2571647" cy="154298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dirty="0"/>
            <a:t>Child </a:t>
          </a:r>
          <a:r>
            <a:rPr lang="en-US" sz="2900" b="0" i="0" kern="1200" dirty="0" err="1"/>
            <a:t>Combinator</a:t>
          </a:r>
          <a:r>
            <a:rPr lang="en-US" sz="2900" b="0" i="0" kern="1200" dirty="0"/>
            <a:t> (&gt;)</a:t>
          </a:r>
          <a:endParaRPr lang="th-TH" sz="2900" kern="1200" dirty="0"/>
        </a:p>
      </dsp:txBody>
      <dsp:txXfrm>
        <a:off x="2832054" y="378879"/>
        <a:ext cx="2571647" cy="1542988"/>
      </dsp:txXfrm>
    </dsp:sp>
    <dsp:sp modelId="{DCDD0CCF-F419-4B73-8F41-0226067A5D4F}">
      <dsp:nvSpPr>
        <dsp:cNvPr id="0" name=""/>
        <dsp:cNvSpPr/>
      </dsp:nvSpPr>
      <dsp:spPr>
        <a:xfrm>
          <a:off x="5660866" y="378879"/>
          <a:ext cx="2571647" cy="154298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dirty="0"/>
            <a:t>Next sibling </a:t>
          </a:r>
          <a:r>
            <a:rPr lang="en-US" sz="2900" b="0" i="0" kern="1200" dirty="0" err="1"/>
            <a:t>combinator</a:t>
          </a:r>
          <a:r>
            <a:rPr lang="en-US" sz="2900" b="0" i="0" kern="1200" dirty="0"/>
            <a:t> (+)</a:t>
          </a:r>
          <a:endParaRPr lang="th-TH" sz="2900" kern="1200" dirty="0"/>
        </a:p>
      </dsp:txBody>
      <dsp:txXfrm>
        <a:off x="5660866" y="378879"/>
        <a:ext cx="2571647" cy="1542988"/>
      </dsp:txXfrm>
    </dsp:sp>
    <dsp:sp modelId="{D1D3ADA2-42BE-4CD2-8673-5A9DB4313793}">
      <dsp:nvSpPr>
        <dsp:cNvPr id="0" name=""/>
        <dsp:cNvSpPr/>
      </dsp:nvSpPr>
      <dsp:spPr>
        <a:xfrm>
          <a:off x="8489679" y="378879"/>
          <a:ext cx="2571647" cy="154298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dirty="0"/>
            <a:t>Subsequent-sibling </a:t>
          </a:r>
          <a:r>
            <a:rPr lang="en-US" sz="2900" b="0" i="0" kern="1200" dirty="0" err="1"/>
            <a:t>combinator</a:t>
          </a:r>
          <a:r>
            <a:rPr lang="en-US" sz="2900" b="0" i="0" kern="1200" dirty="0"/>
            <a:t> (~)</a:t>
          </a:r>
          <a:endParaRPr lang="th-TH" sz="2900" kern="1200" dirty="0"/>
        </a:p>
      </dsp:txBody>
      <dsp:txXfrm>
        <a:off x="8489679" y="378879"/>
        <a:ext cx="2571647" cy="15429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E125CE-DFAE-4810-AC46-537C49C83274}" type="datetimeFigureOut">
              <a:rPr lang="th-TH" smtClean="0"/>
              <a:t>21/07/69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55EA7-B274-4DD6-89CC-CA9C4A62DF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29214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F3C6536D-E50A-4A65-A12E-21C715E6E428}" type="datetimeFigureOut">
              <a:rPr lang="th-TH" smtClean="0"/>
              <a:t>21/07/69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65D70D22-3869-4646-AA80-22672E24611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73545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536D-E50A-4A65-A12E-21C715E6E428}" type="datetimeFigureOut">
              <a:rPr lang="th-TH" smtClean="0"/>
              <a:t>21/07/69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70D22-3869-4646-AA80-22672E24611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492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536D-E50A-4A65-A12E-21C715E6E428}" type="datetimeFigureOut">
              <a:rPr lang="th-TH" smtClean="0"/>
              <a:t>21/07/69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70D22-3869-4646-AA80-22672E24611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91820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536D-E50A-4A65-A12E-21C715E6E428}" type="datetimeFigureOut">
              <a:rPr lang="th-TH" smtClean="0"/>
              <a:t>21/07/69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70D22-3869-4646-AA80-22672E24611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0029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536D-E50A-4A65-A12E-21C715E6E428}" type="datetimeFigureOut">
              <a:rPr lang="th-TH" smtClean="0"/>
              <a:t>21/07/69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70D22-3869-4646-AA80-22672E24611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53925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536D-E50A-4A65-A12E-21C715E6E428}" type="datetimeFigureOut">
              <a:rPr lang="th-TH" smtClean="0"/>
              <a:t>21/07/69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70D22-3869-4646-AA80-22672E24611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45662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536D-E50A-4A65-A12E-21C715E6E428}" type="datetimeFigureOut">
              <a:rPr lang="th-TH" smtClean="0"/>
              <a:t>21/07/69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70D22-3869-4646-AA80-22672E24611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1738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536D-E50A-4A65-A12E-21C715E6E428}" type="datetimeFigureOut">
              <a:rPr lang="th-TH" smtClean="0"/>
              <a:t>21/07/69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65D70D22-3869-4646-AA80-22672E24611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43731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F3C6536D-E50A-4A65-A12E-21C715E6E428}" type="datetimeFigureOut">
              <a:rPr lang="th-TH" smtClean="0"/>
              <a:t>21/07/69</a:t>
            </a:fld>
            <a:endParaRPr lang="th-TH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65D70D22-3869-4646-AA80-22672E24611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89791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536D-E50A-4A65-A12E-21C715E6E428}" type="datetimeFigureOut">
              <a:rPr lang="th-TH" smtClean="0"/>
              <a:t>21/07/69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70D22-3869-4646-AA80-22672E24611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58673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536D-E50A-4A65-A12E-21C715E6E428}" type="datetimeFigureOut">
              <a:rPr lang="th-TH" smtClean="0"/>
              <a:t>21/07/69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70D22-3869-4646-AA80-22672E24611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85212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F3C6536D-E50A-4A65-A12E-21C715E6E428}" type="datetimeFigureOut">
              <a:rPr lang="th-TH" smtClean="0"/>
              <a:t>21/07/69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65D70D22-3869-4646-AA80-22672E24611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4768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5" Type="http://schemas.openxmlformats.org/officeDocument/2006/relationships/image" Target="../media/image61.jpeg"/><Relationship Id="rId4" Type="http://schemas.openxmlformats.org/officeDocument/2006/relationships/image" Target="../media/image6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jpe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333CBE-B699-4E3B-9F45-C045F7734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995BF0-8E87-4ECF-904C-D047955C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728A04-10D8-9A4C-0C47-1F63C13F8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385066"/>
            <a:ext cx="10923638" cy="131764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 spc="-12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E84AD-1280-57C0-1DE3-B65141104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5702709"/>
            <a:ext cx="10923638" cy="521109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 descr="White alphabet letters placed flat and stacked">
            <a:extLst>
              <a:ext uri="{FF2B5EF4-FFF2-40B4-BE49-F238E27FC236}">
                <a16:creationId xmlns:a16="http://schemas.microsoft.com/office/drawing/2014/main" id="{ED7F3D1E-6281-E054-BA21-1B32C44BBB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649" b="9217"/>
          <a:stretch>
            <a:fillRect/>
          </a:stretch>
        </p:blipFill>
        <p:spPr>
          <a:xfrm>
            <a:off x="1" y="10"/>
            <a:ext cx="12192000" cy="424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080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  - properties</a:t>
            </a:r>
            <a:endParaRPr lang="th-TH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1F7614CF-AFBE-5296-972D-5AE426610C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1749914"/>
              </p:ext>
            </p:extLst>
          </p:nvPr>
        </p:nvGraphicFramePr>
        <p:xfrm>
          <a:off x="497587" y="2157731"/>
          <a:ext cx="10753725" cy="4279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6223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C0A3BD-3617-A4BC-9A0B-B53443F18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 - family</a:t>
            </a:r>
            <a:endParaRPr lang="th-T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606692-BD17-699A-ACF0-148F331D4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Font-family</a:t>
            </a:r>
            <a:endParaRPr lang="th-TH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085C79-C50B-3EB4-2087-080E70F4FD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Custom Fonts</a:t>
            </a:r>
            <a:endParaRPr lang="th-TH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5B4832-6566-7241-3C41-4AD8E5E5533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@font-face </a:t>
            </a:r>
            <a:r>
              <a:rPr lang="en-US" dirty="0"/>
              <a:t>property allows us to specify a custom font for our webpage</a:t>
            </a:r>
            <a:endParaRPr lang="th-TH" dirty="0"/>
          </a:p>
          <a:p>
            <a:endParaRPr lang="th-TH" dirty="0"/>
          </a:p>
        </p:txBody>
      </p:sp>
      <p:sp>
        <p:nvSpPr>
          <p:cNvPr id="10" name="สี่เหลี่ยมผืนผ้า 4">
            <a:extLst>
              <a:ext uri="{FF2B5EF4-FFF2-40B4-BE49-F238E27FC236}">
                <a16:creationId xmlns:a16="http://schemas.microsoft.com/office/drawing/2014/main" id="{03FB44DA-DE2F-7B58-97C7-C0BE1EF4569D}"/>
              </a:ext>
            </a:extLst>
          </p:cNvPr>
          <p:cNvSpPr/>
          <p:nvPr/>
        </p:nvSpPr>
        <p:spPr>
          <a:xfrm>
            <a:off x="5902960" y="4104980"/>
            <a:ext cx="6096000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dirty="0"/>
              <a:t>@font-face {</a:t>
            </a:r>
          </a:p>
          <a:p>
            <a:r>
              <a:rPr lang="en-US" dirty="0"/>
              <a:t>    font-family: "</a:t>
            </a:r>
            <a:r>
              <a:rPr lang="en-US" dirty="0" err="1"/>
              <a:t>Roboto</a:t>
            </a:r>
            <a:r>
              <a:rPr lang="en-US" dirty="0"/>
              <a:t>";</a:t>
            </a:r>
          </a:p>
          <a:p>
            <a:r>
              <a:rPr lang="en-US" dirty="0"/>
              <a:t>    </a:t>
            </a:r>
            <a:r>
              <a:rPr lang="en-US" dirty="0" err="1"/>
              <a:t>src</a:t>
            </a:r>
            <a:r>
              <a:rPr lang="en-US" dirty="0"/>
              <a:t>: </a:t>
            </a:r>
            <a:r>
              <a:rPr lang="en-US" dirty="0" err="1"/>
              <a:t>url</a:t>
            </a:r>
            <a:r>
              <a:rPr lang="en-US" dirty="0"/>
              <a:t>("path/to/roboto-regular.woff2") format("woff2");</a:t>
            </a:r>
          </a:p>
          <a:p>
            <a:r>
              <a:rPr lang="en-US" dirty="0"/>
              <a:t>}</a:t>
            </a:r>
            <a:endParaRPr lang="th-TH" dirty="0"/>
          </a:p>
        </p:txBody>
      </p:sp>
      <p:sp>
        <p:nvSpPr>
          <p:cNvPr id="12" name="สี่เหลี่ยมผืนผ้า 5">
            <a:extLst>
              <a:ext uri="{FF2B5EF4-FFF2-40B4-BE49-F238E27FC236}">
                <a16:creationId xmlns:a16="http://schemas.microsoft.com/office/drawing/2014/main" id="{FB23F5B6-6A1D-2FEC-ACF9-DF9A46966E4A}"/>
              </a:ext>
            </a:extLst>
          </p:cNvPr>
          <p:cNvSpPr/>
          <p:nvPr/>
        </p:nvSpPr>
        <p:spPr>
          <a:xfrm>
            <a:off x="6515910" y="5651061"/>
            <a:ext cx="49208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url</a:t>
            </a:r>
            <a:r>
              <a:rPr lang="en-US" dirty="0"/>
              <a:t>: specifies the </a:t>
            </a:r>
            <a:r>
              <a:rPr lang="en-US" dirty="0">
                <a:solidFill>
                  <a:srgbClr val="FF0000"/>
                </a:solidFill>
              </a:rPr>
              <a:t>remote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locally</a:t>
            </a:r>
            <a:r>
              <a:rPr lang="en-US" dirty="0"/>
              <a:t> hosted font path</a:t>
            </a:r>
            <a:endParaRPr lang="th-TH" dirty="0"/>
          </a:p>
        </p:txBody>
      </p:sp>
      <p:sp>
        <p:nvSpPr>
          <p:cNvPr id="14" name="สี่เหลี่ยมผืนผ้า 5">
            <a:extLst>
              <a:ext uri="{FF2B5EF4-FFF2-40B4-BE49-F238E27FC236}">
                <a16:creationId xmlns:a16="http://schemas.microsoft.com/office/drawing/2014/main" id="{4C7D8E43-62CC-B70F-5783-BC976E505214}"/>
              </a:ext>
            </a:extLst>
          </p:cNvPr>
          <p:cNvSpPr/>
          <p:nvPr/>
        </p:nvSpPr>
        <p:spPr>
          <a:xfrm>
            <a:off x="1039876" y="4094134"/>
            <a:ext cx="39370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fr-FR" dirty="0"/>
              <a:t>            </a:t>
            </a:r>
            <a:r>
              <a:rPr lang="fr-FR" dirty="0" err="1"/>
              <a:t>font-f</a:t>
            </a:r>
            <a:r>
              <a:rPr lang="fr-FR" dirty="0"/>
              <a:t>amily:'Courier New';</a:t>
            </a:r>
          </a:p>
        </p:txBody>
      </p:sp>
    </p:spTree>
    <p:extLst>
      <p:ext uri="{BB962C8B-B14F-4D97-AF65-F5344CB8AC3E}">
        <p14:creationId xmlns:p14="http://schemas.microsoft.com/office/powerpoint/2010/main" val="3457381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C0202-7D7A-DE00-974A-985119DE1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 – size , style</a:t>
            </a:r>
            <a:endParaRPr lang="th-T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EC7A7-D8E4-1A7E-22BB-1E5766826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font-size</a:t>
            </a:r>
            <a:endParaRPr lang="th-T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3A6E8-5178-36C3-F28F-4BC01C7AD1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B3257-E3D3-DB89-8892-C542CD163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000" dirty="0"/>
              <a:t>font-style</a:t>
            </a:r>
            <a:endParaRPr lang="th-TH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ABB5D-8540-3AA2-4B38-65CF3951CE2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8" name="สี่เหลี่ยมผืนผ้า 6">
            <a:extLst>
              <a:ext uri="{FF2B5EF4-FFF2-40B4-BE49-F238E27FC236}">
                <a16:creationId xmlns:a16="http://schemas.microsoft.com/office/drawing/2014/main" id="{1F00066F-1156-1079-8298-5D6D325FFC99}"/>
              </a:ext>
            </a:extLst>
          </p:cNvPr>
          <p:cNvSpPr/>
          <p:nvPr/>
        </p:nvSpPr>
        <p:spPr>
          <a:xfrm>
            <a:off x="1004696" y="2769500"/>
            <a:ext cx="3804569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font-size : </a:t>
            </a:r>
            <a:r>
              <a:rPr lang="en-US" sz="2400" dirty="0" err="1"/>
              <a:t>px</a:t>
            </a:r>
            <a:r>
              <a:rPr lang="en-US" sz="2400" dirty="0"/>
              <a:t> | </a:t>
            </a:r>
            <a:r>
              <a:rPr lang="en-US" sz="2400" dirty="0" err="1"/>
              <a:t>em</a:t>
            </a:r>
            <a:r>
              <a:rPr lang="en-US" sz="2400" dirty="0"/>
              <a:t> | rem | %;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DF3214-5452-204D-067B-30A774849222}"/>
              </a:ext>
            </a:extLst>
          </p:cNvPr>
          <p:cNvSpPr txBox="1"/>
          <p:nvPr/>
        </p:nvSpPr>
        <p:spPr>
          <a:xfrm>
            <a:off x="6007608" y="2760811"/>
            <a:ext cx="4663440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font-style : normal | italic |  oblique;</a:t>
            </a:r>
            <a:endParaRPr lang="th-TH" sz="2400" dirty="0"/>
          </a:p>
        </p:txBody>
      </p:sp>
      <p:pic>
        <p:nvPicPr>
          <p:cNvPr id="12" name="Picture 9">
            <a:extLst>
              <a:ext uri="{FF2B5EF4-FFF2-40B4-BE49-F238E27FC236}">
                <a16:creationId xmlns:a16="http://schemas.microsoft.com/office/drawing/2014/main" id="{7DCDAA6B-714F-AB5C-5FEA-D851F029B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985" y="3354070"/>
            <a:ext cx="1458913" cy="1524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B49CAC-7226-BD25-7A02-BC9C46160998}"/>
              </a:ext>
            </a:extLst>
          </p:cNvPr>
          <p:cNvSpPr txBox="1"/>
          <p:nvPr/>
        </p:nvSpPr>
        <p:spPr>
          <a:xfrm>
            <a:off x="6096000" y="5028059"/>
            <a:ext cx="47828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/>
              <a:t>italic</a:t>
            </a:r>
            <a:r>
              <a:rPr lang="th-TH" dirty="0"/>
              <a:t> uses uniquely drawn cursive letterforms </a:t>
            </a:r>
          </a:p>
          <a:p>
            <a:r>
              <a:rPr lang="th-TH" b="1" dirty="0"/>
              <a:t>oblique</a:t>
            </a:r>
            <a:r>
              <a:rPr lang="th-TH" dirty="0"/>
              <a:t> is simply a mechanically tilted regular font</a:t>
            </a:r>
          </a:p>
        </p:txBody>
      </p:sp>
      <p:sp>
        <p:nvSpPr>
          <p:cNvPr id="16" name="สี่เหลี่ยมผืนผ้า 5">
            <a:extLst>
              <a:ext uri="{FF2B5EF4-FFF2-40B4-BE49-F238E27FC236}">
                <a16:creationId xmlns:a16="http://schemas.microsoft.com/office/drawing/2014/main" id="{331D44F9-F9D6-7E2F-C598-AA7415FDD934}"/>
              </a:ext>
            </a:extLst>
          </p:cNvPr>
          <p:cNvSpPr/>
          <p:nvPr/>
        </p:nvSpPr>
        <p:spPr>
          <a:xfrm>
            <a:off x="6880098" y="297452"/>
            <a:ext cx="3937000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fr-FR" dirty="0"/>
              <a:t>            </a:t>
            </a:r>
            <a:r>
              <a:rPr lang="fr-FR" dirty="0" err="1"/>
              <a:t>font-f</a:t>
            </a:r>
            <a:r>
              <a:rPr lang="fr-FR" dirty="0"/>
              <a:t>amily:'Courier New';</a:t>
            </a:r>
          </a:p>
          <a:p>
            <a:r>
              <a:rPr lang="fr-FR" dirty="0"/>
              <a:t>            font-size: 30px;</a:t>
            </a:r>
          </a:p>
          <a:p>
            <a:r>
              <a:rPr lang="fr-FR" dirty="0"/>
              <a:t>            </a:t>
            </a:r>
            <a:r>
              <a:rPr lang="fr-FR" dirty="0" err="1"/>
              <a:t>font-style:italic</a:t>
            </a:r>
            <a:r>
              <a:rPr lang="fr-FR" dirty="0"/>
              <a:t>;</a:t>
            </a:r>
          </a:p>
        </p:txBody>
      </p:sp>
      <p:pic>
        <p:nvPicPr>
          <p:cNvPr id="18" name="Picture 8">
            <a:extLst>
              <a:ext uri="{FF2B5EF4-FFF2-40B4-BE49-F238E27FC236}">
                <a16:creationId xmlns:a16="http://schemas.microsoft.com/office/drawing/2014/main" id="{7ECD39D4-662F-360B-6CB9-E8393DE63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977" y="1228510"/>
            <a:ext cx="5830887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01892FD-7AD5-14BB-4883-5AE6D92169A5}"/>
              </a:ext>
            </a:extLst>
          </p:cNvPr>
          <p:cNvSpPr/>
          <p:nvPr/>
        </p:nvSpPr>
        <p:spPr>
          <a:xfrm>
            <a:off x="5907024" y="148390"/>
            <a:ext cx="5870448" cy="186927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47060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A431B57-6C14-7F45-3C1C-FAFAB8E36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 – weight, variant, color</a:t>
            </a:r>
            <a:endParaRPr lang="th-TH" dirty="0"/>
          </a:p>
        </p:txBody>
      </p:sp>
      <p:sp>
        <p:nvSpPr>
          <p:cNvPr id="10" name="สี่เหลี่ยมผืนผ้า 3">
            <a:extLst>
              <a:ext uri="{FF2B5EF4-FFF2-40B4-BE49-F238E27FC236}">
                <a16:creationId xmlns:a16="http://schemas.microsoft.com/office/drawing/2014/main" id="{484910BD-607D-1BBB-84E5-8BF25BDC067C}"/>
              </a:ext>
            </a:extLst>
          </p:cNvPr>
          <p:cNvSpPr/>
          <p:nvPr/>
        </p:nvSpPr>
        <p:spPr>
          <a:xfrm>
            <a:off x="4853051" y="4269905"/>
            <a:ext cx="184582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font-weight: bold;</a:t>
            </a:r>
          </a:p>
        </p:txBody>
      </p:sp>
      <p:sp>
        <p:nvSpPr>
          <p:cNvPr id="12" name="สี่เหลี่ยมผืนผ้า 5">
            <a:extLst>
              <a:ext uri="{FF2B5EF4-FFF2-40B4-BE49-F238E27FC236}">
                <a16:creationId xmlns:a16="http://schemas.microsoft.com/office/drawing/2014/main" id="{543DA4ED-BA51-140F-A4FC-469644BC4D51}"/>
              </a:ext>
            </a:extLst>
          </p:cNvPr>
          <p:cNvSpPr/>
          <p:nvPr/>
        </p:nvSpPr>
        <p:spPr>
          <a:xfrm>
            <a:off x="4780349" y="4778111"/>
            <a:ext cx="241514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font-variant: small-caps;</a:t>
            </a:r>
          </a:p>
        </p:txBody>
      </p:sp>
      <p:sp>
        <p:nvSpPr>
          <p:cNvPr id="14" name="สี่เหลี่ยมผืนผ้า 6">
            <a:extLst>
              <a:ext uri="{FF2B5EF4-FFF2-40B4-BE49-F238E27FC236}">
                <a16:creationId xmlns:a16="http://schemas.microsoft.com/office/drawing/2014/main" id="{BABFDB73-FB00-E558-515B-466D2A94DF8D}"/>
              </a:ext>
            </a:extLst>
          </p:cNvPr>
          <p:cNvSpPr/>
          <p:nvPr/>
        </p:nvSpPr>
        <p:spPr>
          <a:xfrm>
            <a:off x="4853051" y="5545635"/>
            <a:ext cx="48308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font-variant: normal | small-caps | initial | inherit;</a:t>
            </a:r>
            <a:endParaRPr lang="th-TH" dirty="0"/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E10FFB88-8D38-150B-9655-3C98CDA63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01" y="2957639"/>
            <a:ext cx="3867150" cy="237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สี่เหลี่ยมผืนผ้า 8">
            <a:extLst>
              <a:ext uri="{FF2B5EF4-FFF2-40B4-BE49-F238E27FC236}">
                <a16:creationId xmlns:a16="http://schemas.microsoft.com/office/drawing/2014/main" id="{4DF25D98-8285-674E-0121-C7DA02CC3A3B}"/>
              </a:ext>
            </a:extLst>
          </p:cNvPr>
          <p:cNvSpPr/>
          <p:nvPr/>
        </p:nvSpPr>
        <p:spPr>
          <a:xfrm>
            <a:off x="4853051" y="3641255"/>
            <a:ext cx="123238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color: blue;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164461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สี่เหลี่ยมผืนผ้า 2"/>
          <p:cNvSpPr/>
          <p:nvPr/>
        </p:nvSpPr>
        <p:spPr>
          <a:xfrm>
            <a:off x="3231434" y="2958922"/>
            <a:ext cx="60960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dirty="0"/>
              <a:t>font-stretch : normal | expanded | condensed;</a:t>
            </a:r>
            <a:endParaRPr lang="th-TH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480" y="3697586"/>
            <a:ext cx="4667250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392" y="3843636"/>
            <a:ext cx="469582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สี่เหลี่ยมผืนผ้า 7"/>
          <p:cNvSpPr/>
          <p:nvPr/>
        </p:nvSpPr>
        <p:spPr>
          <a:xfrm>
            <a:off x="8138385" y="4878686"/>
            <a:ext cx="164436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line-height: 1.5;</a:t>
            </a:r>
          </a:p>
        </p:txBody>
      </p:sp>
      <p:sp>
        <p:nvSpPr>
          <p:cNvPr id="10" name="สี่เหลี่ยมผืนผ้า 9"/>
          <p:cNvSpPr/>
          <p:nvPr/>
        </p:nvSpPr>
        <p:spPr>
          <a:xfrm>
            <a:off x="3231434" y="2325571"/>
            <a:ext cx="572913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line-height: normal | number | length | % | initial | inherit ;</a:t>
            </a:r>
            <a:endParaRPr lang="th-TH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134F8A-3017-CE4B-2FB5-6B1CF00A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 – stretch     Line-height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645906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/>
          <p:cNvSpPr/>
          <p:nvPr/>
        </p:nvSpPr>
        <p:spPr>
          <a:xfrm>
            <a:off x="1524000" y="1955779"/>
            <a:ext cx="9207500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font</a:t>
            </a:r>
            <a:r>
              <a:rPr lang="en-US" sz="2400" dirty="0"/>
              <a:t>: font-style font-variant font-weight font-size/line-height font-family;</a:t>
            </a:r>
            <a:endParaRPr lang="th-TH" sz="2400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821816" y="2845390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h1 {</a:t>
            </a:r>
          </a:p>
          <a:p>
            <a:r>
              <a:rPr lang="en-US" dirty="0"/>
              <a:t>      font-style: italic;</a:t>
            </a:r>
          </a:p>
          <a:p>
            <a:r>
              <a:rPr lang="en-US" dirty="0"/>
              <a:t>      font-variant: small-caps;</a:t>
            </a:r>
          </a:p>
          <a:p>
            <a:r>
              <a:rPr lang="en-US" dirty="0"/>
              <a:t>      font-weight: bold;</a:t>
            </a:r>
          </a:p>
          <a:p>
            <a:r>
              <a:rPr lang="en-US" dirty="0"/>
              <a:t>      font-size: 24px;</a:t>
            </a:r>
          </a:p>
          <a:p>
            <a:r>
              <a:rPr lang="en-US" dirty="0"/>
              <a:t>      line-height: 1.2;</a:t>
            </a:r>
          </a:p>
          <a:p>
            <a:r>
              <a:rPr lang="en-US" dirty="0"/>
              <a:t>      font-family: "Helvetica </a:t>
            </a:r>
            <a:r>
              <a:rPr lang="en-US" dirty="0" err="1"/>
              <a:t>Neue</a:t>
            </a:r>
            <a:r>
              <a:rPr lang="en-US" dirty="0"/>
              <a:t>", Helvetica, Arial, sans-serif;</a:t>
            </a:r>
          </a:p>
          <a:p>
            <a:r>
              <a:rPr lang="en-US" dirty="0"/>
              <a:t>    }</a:t>
            </a:r>
            <a:endParaRPr lang="th-TH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2246376" y="5621744"/>
            <a:ext cx="8750300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h1 {</a:t>
            </a:r>
          </a:p>
          <a:p>
            <a:r>
              <a:rPr lang="en-US" dirty="0"/>
              <a:t>    font: italic small-caps bold 24px/1.2 "Helvetica </a:t>
            </a:r>
            <a:r>
              <a:rPr lang="en-US" dirty="0" err="1"/>
              <a:t>Neue</a:t>
            </a:r>
            <a:r>
              <a:rPr lang="en-US" dirty="0"/>
              <a:t>", Helvetica, Arial, sans-serif;</a:t>
            </a:r>
          </a:p>
          <a:p>
            <a:r>
              <a:rPr lang="en-US" dirty="0"/>
              <a:t>}</a:t>
            </a:r>
            <a:endParaRPr lang="th-TH" dirty="0"/>
          </a:p>
        </p:txBody>
      </p:sp>
      <p:sp>
        <p:nvSpPr>
          <p:cNvPr id="8" name="ลูกศรลง 7"/>
          <p:cNvSpPr/>
          <p:nvPr/>
        </p:nvSpPr>
        <p:spPr>
          <a:xfrm>
            <a:off x="5415723" y="4868564"/>
            <a:ext cx="609600" cy="5703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ชื่อเรื่อง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 - shorthand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060081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D333CBE-B699-4E3B-9F45-C045F7734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995BF0-8E87-4ECF-904C-D047955C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rgbClr val="3C5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86BAA-7F99-EB8B-06B0-14CEA483A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385066"/>
            <a:ext cx="10923638" cy="131764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 spc="-12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Text Formatting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82430-8A2F-CCE1-48CE-490FD7C00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5702709"/>
            <a:ext cx="10923638" cy="521109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D942BE-C2CE-68B2-84C1-885A4A5E27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159" b="7974"/>
          <a:stretch>
            <a:fillRect/>
          </a:stretch>
        </p:blipFill>
        <p:spPr>
          <a:xfrm>
            <a:off x="1" y="10"/>
            <a:ext cx="12192000" cy="424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19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text-decoration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656842" y="2004119"/>
            <a:ext cx="3819444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text-decoration: value | initial | inherit;</a:t>
            </a:r>
            <a:endParaRPr lang="th-TH" dirty="0"/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627063" y="2564548"/>
            <a:ext cx="736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commonly used values are underline, </a:t>
            </a:r>
            <a:r>
              <a:rPr lang="en-US" dirty="0" err="1"/>
              <a:t>overline</a:t>
            </a:r>
            <a:r>
              <a:rPr lang="en-US" dirty="0"/>
              <a:t>, line-through, inherit, and none</a:t>
            </a:r>
            <a:endParaRPr lang="th-TH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1698" y="2053800"/>
            <a:ext cx="3048000" cy="152400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สี่เหลี่ยมผืนผ้า 6"/>
          <p:cNvSpPr/>
          <p:nvPr/>
        </p:nvSpPr>
        <p:spPr>
          <a:xfrm>
            <a:off x="656842" y="4159287"/>
            <a:ext cx="11330942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text-decoration: text-decoration-line text-decoration-color text-decoration-style </a:t>
            </a:r>
            <a:r>
              <a:rPr lang="en-US" dirty="0" err="1"/>
              <a:t>text-decoration-thickness|initial|inherit</a:t>
            </a:r>
            <a:r>
              <a:rPr lang="en-US" dirty="0"/>
              <a:t>;</a:t>
            </a:r>
            <a:endParaRPr lang="th-TH" dirty="0"/>
          </a:p>
        </p:txBody>
      </p:sp>
      <p:sp>
        <p:nvSpPr>
          <p:cNvPr id="9" name="สี่เหลี่ยมผืนผ้า 8"/>
          <p:cNvSpPr/>
          <p:nvPr/>
        </p:nvSpPr>
        <p:spPr>
          <a:xfrm>
            <a:off x="865188" y="4924902"/>
            <a:ext cx="4013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 span {</a:t>
            </a:r>
          </a:p>
          <a:p>
            <a:r>
              <a:rPr lang="en-US" dirty="0"/>
              <a:t>    text-decoration-line: underline;</a:t>
            </a:r>
          </a:p>
          <a:p>
            <a:r>
              <a:rPr lang="en-US" dirty="0"/>
              <a:t>    text-decoration-style: wavy;</a:t>
            </a:r>
          </a:p>
          <a:p>
            <a:r>
              <a:rPr lang="en-US" dirty="0"/>
              <a:t>    text-decoration-color: red;</a:t>
            </a:r>
          </a:p>
          <a:p>
            <a:r>
              <a:rPr lang="en-US" dirty="0"/>
              <a:t>    text-decoration-thickness: 2px;</a:t>
            </a:r>
          </a:p>
          <a:p>
            <a:r>
              <a:rPr lang="en-US" dirty="0"/>
              <a:t>  }</a:t>
            </a:r>
            <a:endParaRPr lang="th-TH" dirty="0"/>
          </a:p>
        </p:txBody>
      </p:sp>
      <p:sp>
        <p:nvSpPr>
          <p:cNvPr id="11" name="สี่เหลี่ยมผืนผ้า 10"/>
          <p:cNvSpPr/>
          <p:nvPr/>
        </p:nvSpPr>
        <p:spPr>
          <a:xfrm>
            <a:off x="6043611" y="5364845"/>
            <a:ext cx="4660900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p span {</a:t>
            </a:r>
          </a:p>
          <a:p>
            <a:r>
              <a:rPr lang="en-US" dirty="0"/>
              <a:t>    text-decoration: </a:t>
            </a:r>
            <a:r>
              <a:rPr lang="en-US" dirty="0">
                <a:solidFill>
                  <a:srgbClr val="FF0000"/>
                </a:solidFill>
              </a:rPr>
              <a:t>underline </a:t>
            </a:r>
            <a:r>
              <a:rPr lang="en-US" dirty="0"/>
              <a:t>wavy red 2px;</a:t>
            </a:r>
          </a:p>
          <a:p>
            <a:r>
              <a:rPr lang="en-US" dirty="0"/>
              <a:t>}</a:t>
            </a:r>
            <a:endParaRPr lang="th-TH" dirty="0"/>
          </a:p>
        </p:txBody>
      </p:sp>
      <p:sp>
        <p:nvSpPr>
          <p:cNvPr id="12" name="ลูกศรขวา 11"/>
          <p:cNvSpPr/>
          <p:nvPr/>
        </p:nvSpPr>
        <p:spPr>
          <a:xfrm>
            <a:off x="4969672" y="5505581"/>
            <a:ext cx="774700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5127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81"/>
          <a:stretch>
            <a:fillRect/>
          </a:stretch>
        </p:blipFill>
        <p:spPr bwMode="auto">
          <a:xfrm>
            <a:off x="7313614" y="4817153"/>
            <a:ext cx="2295525" cy="526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สี่เหลี่ยมผืนผ้า 12"/>
          <p:cNvSpPr/>
          <p:nvPr/>
        </p:nvSpPr>
        <p:spPr>
          <a:xfrm>
            <a:off x="6258739" y="6437069"/>
            <a:ext cx="54292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text-decoration-line</a:t>
            </a:r>
            <a:r>
              <a:rPr lang="en-US" dirty="0"/>
              <a:t> is required while others are optional</a:t>
            </a:r>
            <a:endParaRPr lang="th-TH" dirty="0"/>
          </a:p>
        </p:txBody>
      </p:sp>
      <p:sp>
        <p:nvSpPr>
          <p:cNvPr id="14" name="ลูกศรขวา 13"/>
          <p:cNvSpPr/>
          <p:nvPr/>
        </p:nvSpPr>
        <p:spPr>
          <a:xfrm>
            <a:off x="8114093" y="2557592"/>
            <a:ext cx="536575" cy="383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TextBox 14"/>
          <p:cNvSpPr txBox="1"/>
          <p:nvPr/>
        </p:nvSpPr>
        <p:spPr>
          <a:xfrm>
            <a:off x="656842" y="3777647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text-decoration is a shorthand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456690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Text-transform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text-transform property is used to change the case of a text</a:t>
            </a:r>
            <a:endParaRPr lang="th-TH" dirty="0"/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2566958" y="2768658"/>
            <a:ext cx="705808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text-transform: none | capitalize | uppercase | lowercase | initial | inherit;</a:t>
            </a:r>
            <a:endParaRPr lang="th-TH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381" y="3894772"/>
            <a:ext cx="4355269" cy="208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สี่เหลี่ยมผืนผ้า 4"/>
          <p:cNvSpPr/>
          <p:nvPr/>
        </p:nvSpPr>
        <p:spPr>
          <a:xfrm>
            <a:off x="7238058" y="3901638"/>
            <a:ext cx="255941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text-transform: capitalize;</a:t>
            </a:r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7190738" y="4651751"/>
            <a:ext cx="26067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 err="1"/>
              <a:t>text-transform:uppercase</a:t>
            </a:r>
            <a:r>
              <a:rPr lang="en-US" dirty="0"/>
              <a:t>;</a:t>
            </a:r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7229722" y="5401864"/>
            <a:ext cx="257609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 err="1"/>
              <a:t>text-transform:lowercase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070184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spacing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spacing properties are used to specify the amount of space between characters, words, and lines of text</a:t>
            </a:r>
            <a:endParaRPr lang="th-TH" dirty="0"/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9488060" y="98336"/>
            <a:ext cx="1981200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letter-spacing</a:t>
            </a:r>
          </a:p>
          <a:p>
            <a:r>
              <a:rPr lang="en-US" sz="2400" dirty="0"/>
              <a:t>word-spacing</a:t>
            </a:r>
          </a:p>
          <a:p>
            <a:r>
              <a:rPr lang="en-US" sz="2400" dirty="0"/>
              <a:t>text-indent</a:t>
            </a:r>
          </a:p>
          <a:p>
            <a:r>
              <a:rPr lang="en-US" sz="2400" dirty="0"/>
              <a:t>line-height</a:t>
            </a:r>
            <a:endParaRPr lang="th-TH" sz="2400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622202" y="3084036"/>
            <a:ext cx="4631332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letter-spacing: normal | length | initial | inherit;</a:t>
            </a:r>
            <a:endParaRPr lang="th-TH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4778119" y="4685466"/>
            <a:ext cx="57394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2px;</a:t>
            </a:r>
            <a:endParaRPr lang="th-TH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65"/>
          <a:stretch/>
        </p:blipFill>
        <p:spPr bwMode="auto">
          <a:xfrm>
            <a:off x="676656" y="4069139"/>
            <a:ext cx="4101463" cy="167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สี่เหลี่ยมผืนผ้า 8"/>
          <p:cNvSpPr/>
          <p:nvPr/>
        </p:nvSpPr>
        <p:spPr>
          <a:xfrm>
            <a:off x="4742853" y="5263356"/>
            <a:ext cx="64447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-2px;</a:t>
            </a:r>
            <a:endParaRPr lang="th-TH" dirty="0"/>
          </a:p>
        </p:txBody>
      </p:sp>
      <p:sp>
        <p:nvSpPr>
          <p:cNvPr id="10" name="สี่เหลี่ยมผืนผ้า 9"/>
          <p:cNvSpPr/>
          <p:nvPr/>
        </p:nvSpPr>
        <p:spPr>
          <a:xfrm>
            <a:off x="4778118" y="4006016"/>
            <a:ext cx="90922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normal;</a:t>
            </a:r>
            <a:endParaRPr lang="th-TH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793" y="3924200"/>
            <a:ext cx="4063841" cy="1596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สี่เหลี่ยมผืนผ้า 11"/>
          <p:cNvSpPr/>
          <p:nvPr/>
        </p:nvSpPr>
        <p:spPr>
          <a:xfrm>
            <a:off x="6884636" y="3053874"/>
            <a:ext cx="4605235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word-spacing: normal | length | initial | inherit;</a:t>
            </a:r>
            <a:endParaRPr lang="th-TH" dirty="0"/>
          </a:p>
        </p:txBody>
      </p:sp>
      <p:sp>
        <p:nvSpPr>
          <p:cNvPr id="13" name="สี่เหลี่ยมผืนผ้า 12"/>
          <p:cNvSpPr/>
          <p:nvPr/>
        </p:nvSpPr>
        <p:spPr>
          <a:xfrm>
            <a:off x="10887695" y="4537789"/>
            <a:ext cx="69095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10px;</a:t>
            </a:r>
            <a:endParaRPr lang="th-TH" dirty="0"/>
          </a:p>
        </p:txBody>
      </p:sp>
      <p:sp>
        <p:nvSpPr>
          <p:cNvPr id="14" name="สี่เหลี่ยมผืนผ้า 13"/>
          <p:cNvSpPr/>
          <p:nvPr/>
        </p:nvSpPr>
        <p:spPr>
          <a:xfrm>
            <a:off x="10887695" y="5243711"/>
            <a:ext cx="76149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-10px;</a:t>
            </a:r>
            <a:endParaRPr lang="th-TH" dirty="0"/>
          </a:p>
        </p:txBody>
      </p:sp>
      <p:sp>
        <p:nvSpPr>
          <p:cNvPr id="15" name="สี่เหลี่ยมผืนผ้า 14"/>
          <p:cNvSpPr/>
          <p:nvPr/>
        </p:nvSpPr>
        <p:spPr>
          <a:xfrm>
            <a:off x="10887695" y="3833971"/>
            <a:ext cx="90922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normal;</a:t>
            </a:r>
            <a:endParaRPr lang="th-TH" dirty="0"/>
          </a:p>
        </p:txBody>
      </p:sp>
      <p:sp>
        <p:nvSpPr>
          <p:cNvPr id="16" name="สี่เหลี่ยมผืนผ้า 15"/>
          <p:cNvSpPr/>
          <p:nvPr/>
        </p:nvSpPr>
        <p:spPr>
          <a:xfrm>
            <a:off x="7471824" y="6191785"/>
            <a:ext cx="3565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Length : </a:t>
            </a:r>
            <a:r>
              <a:rPr lang="en-US" dirty="0" err="1"/>
              <a:t>px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, %,  negative values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360511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สี่เหลี่ยมผืนผ้า 8"/>
          <p:cNvSpPr/>
          <p:nvPr/>
        </p:nvSpPr>
        <p:spPr>
          <a:xfrm>
            <a:off x="836996" y="427966"/>
            <a:ext cx="35125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text-indent: length | initial | inherit;</a:t>
            </a:r>
            <a:endParaRPr lang="th-TH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9170" y="1117374"/>
            <a:ext cx="4476750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450" y="1097190"/>
            <a:ext cx="4467225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สี่เหลี่ยมผืนผ้า 9"/>
          <p:cNvSpPr/>
          <p:nvPr/>
        </p:nvSpPr>
        <p:spPr>
          <a:xfrm>
            <a:off x="2525782" y="2512497"/>
            <a:ext cx="190090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text-indent: -40px;</a:t>
            </a:r>
            <a:endParaRPr lang="th-TH" dirty="0"/>
          </a:p>
        </p:txBody>
      </p:sp>
      <p:sp>
        <p:nvSpPr>
          <p:cNvPr id="11" name="สี่เหลี่ยมผืนผ้า 10"/>
          <p:cNvSpPr/>
          <p:nvPr/>
        </p:nvSpPr>
        <p:spPr>
          <a:xfrm>
            <a:off x="8463361" y="2513240"/>
            <a:ext cx="183037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text-indent: 40px;</a:t>
            </a:r>
          </a:p>
        </p:txBody>
      </p:sp>
      <p:sp>
        <p:nvSpPr>
          <p:cNvPr id="15" name="สี่เหลี่ยมผืนผ้า 14"/>
          <p:cNvSpPr/>
          <p:nvPr/>
        </p:nvSpPr>
        <p:spPr>
          <a:xfrm>
            <a:off x="836996" y="3354768"/>
            <a:ext cx="5302734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line-height: normal | number | length | initial | inherit;</a:t>
            </a:r>
            <a:endParaRPr lang="th-TH" dirty="0"/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97" y="4032165"/>
            <a:ext cx="3499566" cy="619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100" y="4018533"/>
            <a:ext cx="3469332" cy="1632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สี่เหลี่ยมผืนผ้า 11"/>
          <p:cNvSpPr/>
          <p:nvPr/>
        </p:nvSpPr>
        <p:spPr>
          <a:xfrm>
            <a:off x="1210848" y="6233161"/>
            <a:ext cx="169886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line-height:50%;</a:t>
            </a:r>
          </a:p>
        </p:txBody>
      </p:sp>
      <p:sp>
        <p:nvSpPr>
          <p:cNvPr id="13" name="สี่เหลี่ยมผืนผ้า 12"/>
          <p:cNvSpPr/>
          <p:nvPr/>
        </p:nvSpPr>
        <p:spPr>
          <a:xfrm>
            <a:off x="5101147" y="6240027"/>
            <a:ext cx="147123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line-height: 2;</a:t>
            </a:r>
          </a:p>
        </p:txBody>
      </p:sp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4018533"/>
            <a:ext cx="3469332" cy="2352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สี่เหลี่ยมผืนผ้า 21"/>
          <p:cNvSpPr/>
          <p:nvPr/>
        </p:nvSpPr>
        <p:spPr>
          <a:xfrm>
            <a:off x="9159487" y="6371127"/>
            <a:ext cx="179959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line-height: 50px;</a:t>
            </a:r>
          </a:p>
        </p:txBody>
      </p:sp>
      <p:sp>
        <p:nvSpPr>
          <p:cNvPr id="14" name="ลูกศรขวา 13"/>
          <p:cNvSpPr/>
          <p:nvPr/>
        </p:nvSpPr>
        <p:spPr>
          <a:xfrm>
            <a:off x="551543" y="1097190"/>
            <a:ext cx="783771" cy="3542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4" name="ลูกศรขวา 23"/>
          <p:cNvSpPr/>
          <p:nvPr/>
        </p:nvSpPr>
        <p:spPr>
          <a:xfrm>
            <a:off x="6411664" y="1143454"/>
            <a:ext cx="783771" cy="3542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7742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ชื่อเรื่อง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shadow</a:t>
            </a:r>
            <a:endParaRPr lang="th-TH" dirty="0"/>
          </a:p>
        </p:txBody>
      </p:sp>
      <p:sp>
        <p:nvSpPr>
          <p:cNvPr id="6" name="ตัวแทนเนื้อหา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text-shadow property is used to add shadow to the text</a:t>
            </a:r>
            <a:endParaRPr lang="th-TH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2911621" y="2580125"/>
            <a:ext cx="711934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text-shadow: h-shadow v-shadow blur-radius color | none | initial | inherit;</a:t>
            </a:r>
            <a:endParaRPr lang="th-TH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1" y="3202669"/>
            <a:ext cx="2066925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สี่เหลี่ยมผืนผ้า 7"/>
          <p:cNvSpPr/>
          <p:nvPr/>
        </p:nvSpPr>
        <p:spPr>
          <a:xfrm>
            <a:off x="4903735" y="3289465"/>
            <a:ext cx="4171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text-shadow: 2px </a:t>
            </a:r>
            <a:r>
              <a:rPr lang="en-US" dirty="0" err="1"/>
              <a:t>2px</a:t>
            </a:r>
            <a:r>
              <a:rPr lang="en-US" dirty="0"/>
              <a:t> 4px </a:t>
            </a:r>
            <a:r>
              <a:rPr lang="en-US" dirty="0" err="1"/>
              <a:t>rgba</a:t>
            </a:r>
            <a:r>
              <a:rPr lang="en-US" dirty="0"/>
              <a:t>(0, 0, 0, 0.5);</a:t>
            </a:r>
            <a:endParaRPr lang="th-TH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1" y="3779901"/>
            <a:ext cx="19716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สี่เหลี่ยมผืนผ้า 8"/>
          <p:cNvSpPr/>
          <p:nvPr/>
        </p:nvSpPr>
        <p:spPr>
          <a:xfrm>
            <a:off x="4903735" y="3828597"/>
            <a:ext cx="4405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text-shadow: 4px </a:t>
            </a:r>
            <a:r>
              <a:rPr lang="en-US" dirty="0" err="1"/>
              <a:t>4px</a:t>
            </a:r>
            <a:r>
              <a:rPr lang="en-US" dirty="0"/>
              <a:t> 1px </a:t>
            </a:r>
            <a:r>
              <a:rPr lang="en-US" dirty="0" err="1"/>
              <a:t>rgba</a:t>
            </a:r>
            <a:r>
              <a:rPr lang="en-US" dirty="0"/>
              <a:t>(255, 0, 0, 0.5);</a:t>
            </a:r>
          </a:p>
        </p:txBody>
      </p:sp>
      <p:sp>
        <p:nvSpPr>
          <p:cNvPr id="10" name="สี่เหลี่ยมผืนผ้า 9"/>
          <p:cNvSpPr/>
          <p:nvPr/>
        </p:nvSpPr>
        <p:spPr>
          <a:xfrm>
            <a:off x="4903735" y="4459162"/>
            <a:ext cx="3897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text-shadow: 0px 5px 0px </a:t>
            </a:r>
            <a:r>
              <a:rPr lang="en-US" dirty="0" err="1"/>
              <a:t>rgb</a:t>
            </a:r>
            <a:r>
              <a:rPr lang="en-US" dirty="0"/>
              <a:t>(0, 0, 255);</a:t>
            </a:r>
            <a:endParaRPr lang="th-TH" dirty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885" y="4419991"/>
            <a:ext cx="1828800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สี่เหลี่ยมผืนผ้า 10"/>
          <p:cNvSpPr/>
          <p:nvPr/>
        </p:nvSpPr>
        <p:spPr>
          <a:xfrm>
            <a:off x="691698" y="5327916"/>
            <a:ext cx="18387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Multiple Shadows</a:t>
            </a:r>
            <a:endParaRPr lang="th-TH" dirty="0"/>
          </a:p>
        </p:txBody>
      </p:sp>
      <p:sp>
        <p:nvSpPr>
          <p:cNvPr id="12" name="สี่เหลี่ยมผืนผ้า 11"/>
          <p:cNvSpPr/>
          <p:nvPr/>
        </p:nvSpPr>
        <p:spPr>
          <a:xfrm>
            <a:off x="5397221" y="6031077"/>
            <a:ext cx="4787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text-shadow: </a:t>
            </a:r>
            <a:r>
              <a:rPr lang="en-US" dirty="0">
                <a:highlight>
                  <a:srgbClr val="FFFF00"/>
                </a:highlight>
              </a:rPr>
              <a:t>1px </a:t>
            </a:r>
            <a:r>
              <a:rPr lang="en-US" dirty="0" err="1">
                <a:highlight>
                  <a:srgbClr val="FFFF00"/>
                </a:highlight>
              </a:rPr>
              <a:t>1px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1px</a:t>
            </a:r>
            <a:r>
              <a:rPr lang="en-US" dirty="0">
                <a:highlight>
                  <a:srgbClr val="FFFF00"/>
                </a:highlight>
              </a:rPr>
              <a:t> black</a:t>
            </a:r>
            <a:r>
              <a:rPr lang="en-US" dirty="0"/>
              <a:t>, </a:t>
            </a:r>
            <a:r>
              <a:rPr lang="en-US" dirty="0">
                <a:highlight>
                  <a:srgbClr val="00FFFF"/>
                </a:highlight>
              </a:rPr>
              <a:t>3px </a:t>
            </a:r>
            <a:r>
              <a:rPr lang="en-US" dirty="0" err="1">
                <a:highlight>
                  <a:srgbClr val="00FFFF"/>
                </a:highlight>
              </a:rPr>
              <a:t>3px</a:t>
            </a:r>
            <a:r>
              <a:rPr lang="en-US" dirty="0">
                <a:highlight>
                  <a:srgbClr val="00FFFF"/>
                </a:highlight>
              </a:rPr>
              <a:t> 5px blue</a:t>
            </a:r>
            <a:r>
              <a:rPr lang="en-US" dirty="0"/>
              <a:t>;</a:t>
            </a:r>
            <a:endParaRPr lang="th-TH" dirty="0"/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471" y="5853793"/>
            <a:ext cx="3333750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8504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align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text-align property is used to horizontally align the text in an element</a:t>
            </a:r>
            <a:endParaRPr lang="th-TH" dirty="0"/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3448833" y="2649248"/>
            <a:ext cx="5294334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text-align: left | right | center | justify | initial | inherit;</a:t>
            </a:r>
            <a:endParaRPr lang="th-TH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5BA3CFB-FC70-FB48-4ED9-D385409D6E8C}"/>
              </a:ext>
            </a:extLst>
          </p:cNvPr>
          <p:cNvGrpSpPr/>
          <p:nvPr/>
        </p:nvGrpSpPr>
        <p:grpSpPr>
          <a:xfrm>
            <a:off x="3209327" y="3304414"/>
            <a:ext cx="4270465" cy="3042155"/>
            <a:chOff x="2331503" y="3223593"/>
            <a:chExt cx="4810465" cy="3488440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1503" y="3223593"/>
              <a:ext cx="4810465" cy="3488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06AF1B1-4A2D-CC14-7D2D-1DC035033572}"/>
                </a:ext>
              </a:extLst>
            </p:cNvPr>
            <p:cNvCxnSpPr/>
            <p:nvPr/>
          </p:nvCxnSpPr>
          <p:spPr>
            <a:xfrm>
              <a:off x="2331503" y="3223593"/>
              <a:ext cx="0" cy="7040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9C51BF2-1EAA-23F1-CBB2-C34396C35800}"/>
                </a:ext>
              </a:extLst>
            </p:cNvPr>
            <p:cNvCxnSpPr/>
            <p:nvPr/>
          </p:nvCxnSpPr>
          <p:spPr>
            <a:xfrm>
              <a:off x="7141968" y="4119705"/>
              <a:ext cx="0" cy="7040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D6D525C-036E-71D4-AE46-440FA41E3973}"/>
                </a:ext>
              </a:extLst>
            </p:cNvPr>
            <p:cNvCxnSpPr/>
            <p:nvPr/>
          </p:nvCxnSpPr>
          <p:spPr>
            <a:xfrm>
              <a:off x="4791960" y="5024961"/>
              <a:ext cx="0" cy="7040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3ABDE2D-1421-9C3A-4FBE-A7A06D821431}"/>
                </a:ext>
              </a:extLst>
            </p:cNvPr>
            <p:cNvCxnSpPr/>
            <p:nvPr/>
          </p:nvCxnSpPr>
          <p:spPr>
            <a:xfrm>
              <a:off x="2331503" y="5905912"/>
              <a:ext cx="0" cy="7040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078A742-11F9-181F-EE14-1C47CDA9E49E}"/>
                </a:ext>
              </a:extLst>
            </p:cNvPr>
            <p:cNvCxnSpPr/>
            <p:nvPr/>
          </p:nvCxnSpPr>
          <p:spPr>
            <a:xfrm>
              <a:off x="7119911" y="5905912"/>
              <a:ext cx="0" cy="7040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สี่เหลี่ยมผืนผ้า 5">
            <a:extLst>
              <a:ext uri="{FF2B5EF4-FFF2-40B4-BE49-F238E27FC236}">
                <a16:creationId xmlns:a16="http://schemas.microsoft.com/office/drawing/2014/main" id="{BF7F956D-4B27-43E4-77EF-E5E49E92085E}"/>
              </a:ext>
            </a:extLst>
          </p:cNvPr>
          <p:cNvSpPr/>
          <p:nvPr/>
        </p:nvSpPr>
        <p:spPr>
          <a:xfrm>
            <a:off x="7697199" y="3304414"/>
            <a:ext cx="209193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text-align: left;</a:t>
            </a:r>
          </a:p>
        </p:txBody>
      </p:sp>
      <p:sp>
        <p:nvSpPr>
          <p:cNvPr id="14" name="สี่เหลี่ยมผืนผ้า 5">
            <a:extLst>
              <a:ext uri="{FF2B5EF4-FFF2-40B4-BE49-F238E27FC236}">
                <a16:creationId xmlns:a16="http://schemas.microsoft.com/office/drawing/2014/main" id="{6357FCB7-EFEE-1599-8C93-18BBCF1224B4}"/>
              </a:ext>
            </a:extLst>
          </p:cNvPr>
          <p:cNvSpPr/>
          <p:nvPr/>
        </p:nvSpPr>
        <p:spPr>
          <a:xfrm>
            <a:off x="7697199" y="4085884"/>
            <a:ext cx="209193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text-align: right;</a:t>
            </a:r>
          </a:p>
        </p:txBody>
      </p:sp>
      <p:sp>
        <p:nvSpPr>
          <p:cNvPr id="15" name="สี่เหลี่ยมผืนผ้า 5">
            <a:extLst>
              <a:ext uri="{FF2B5EF4-FFF2-40B4-BE49-F238E27FC236}">
                <a16:creationId xmlns:a16="http://schemas.microsoft.com/office/drawing/2014/main" id="{B243C07F-6D86-1261-5891-D3C6FA602741}"/>
              </a:ext>
            </a:extLst>
          </p:cNvPr>
          <p:cNvSpPr/>
          <p:nvPr/>
        </p:nvSpPr>
        <p:spPr>
          <a:xfrm>
            <a:off x="7697199" y="4929560"/>
            <a:ext cx="209193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text-align: center;</a:t>
            </a:r>
          </a:p>
        </p:txBody>
      </p:sp>
      <p:sp>
        <p:nvSpPr>
          <p:cNvPr id="16" name="สี่เหลี่ยมผืนผ้า 5">
            <a:extLst>
              <a:ext uri="{FF2B5EF4-FFF2-40B4-BE49-F238E27FC236}">
                <a16:creationId xmlns:a16="http://schemas.microsoft.com/office/drawing/2014/main" id="{255A9357-9627-A215-6E17-00C7CAD91296}"/>
              </a:ext>
            </a:extLst>
          </p:cNvPr>
          <p:cNvSpPr/>
          <p:nvPr/>
        </p:nvSpPr>
        <p:spPr>
          <a:xfrm>
            <a:off x="7697199" y="5673918"/>
            <a:ext cx="209193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text-align: justify;</a:t>
            </a: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3209327" y="6488668"/>
            <a:ext cx="59658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text-align property does not work directly with inline elements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849394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text-align-last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text-align-last property is used to control the horizontal alignment of the </a:t>
            </a:r>
            <a:r>
              <a:rPr lang="en-US" dirty="0">
                <a:solidFill>
                  <a:srgbClr val="FF0000"/>
                </a:solidFill>
              </a:rPr>
              <a:t>last line </a:t>
            </a:r>
            <a:r>
              <a:rPr lang="en-US" dirty="0"/>
              <a:t>of text</a:t>
            </a:r>
            <a:endParaRPr lang="th-TH" dirty="0"/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2046513" y="2782669"/>
            <a:ext cx="799737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text-align-last: auto | left | right | center | justify | start | end | initial | inherit;</a:t>
            </a:r>
            <a:endParaRPr lang="th-TH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93" y="3363051"/>
            <a:ext cx="4200979" cy="3050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สี่เหลี่ยมผืนผ้า 4"/>
          <p:cNvSpPr/>
          <p:nvPr/>
        </p:nvSpPr>
        <p:spPr>
          <a:xfrm>
            <a:off x="4238171" y="3373072"/>
            <a:ext cx="361405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            text-align-last: left;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            text-align-last: right;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            text-align-last: center;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            text-align-last: justify;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2333" y="4005161"/>
            <a:ext cx="4189667" cy="2264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สี่เหลี่ยมผืนผ้า 5"/>
          <p:cNvSpPr/>
          <p:nvPr/>
        </p:nvSpPr>
        <p:spPr>
          <a:xfrm>
            <a:off x="8988817" y="3601485"/>
            <a:ext cx="221669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text-align-last: center;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601" y="4126758"/>
            <a:ext cx="61587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br</a:t>
            </a:r>
            <a:r>
              <a:rPr lang="en-US" dirty="0"/>
              <a:t>&gt;</a:t>
            </a:r>
            <a:endParaRPr lang="th-TH" dirty="0"/>
          </a:p>
        </p:txBody>
      </p:sp>
      <p:sp>
        <p:nvSpPr>
          <p:cNvPr id="10" name="TextBox 9"/>
          <p:cNvSpPr txBox="1"/>
          <p:nvPr/>
        </p:nvSpPr>
        <p:spPr>
          <a:xfrm>
            <a:off x="11277601" y="4987018"/>
            <a:ext cx="61587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br</a:t>
            </a:r>
            <a:r>
              <a:rPr lang="en-US" dirty="0"/>
              <a:t>&gt;</a:t>
            </a:r>
            <a:endParaRPr lang="th-TH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B1EE39A-4358-CF0F-CD4D-A0F5F1EC057D}"/>
              </a:ext>
            </a:extLst>
          </p:cNvPr>
          <p:cNvSpPr/>
          <p:nvPr/>
        </p:nvSpPr>
        <p:spPr>
          <a:xfrm>
            <a:off x="90072" y="3830764"/>
            <a:ext cx="389390" cy="1277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D0634F3-438C-3B82-429A-00E97E30B4AF}"/>
              </a:ext>
            </a:extLst>
          </p:cNvPr>
          <p:cNvSpPr/>
          <p:nvPr/>
        </p:nvSpPr>
        <p:spPr>
          <a:xfrm rot="10800000">
            <a:off x="4730754" y="4600274"/>
            <a:ext cx="389390" cy="1277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5455688-3CA1-8971-AEB4-46FEB37F3F78}"/>
              </a:ext>
            </a:extLst>
          </p:cNvPr>
          <p:cNvSpPr/>
          <p:nvPr/>
        </p:nvSpPr>
        <p:spPr>
          <a:xfrm rot="10800000">
            <a:off x="2645682" y="5459810"/>
            <a:ext cx="389390" cy="1277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3CD14FF-A983-D99F-D34C-5AAE8EA5261E}"/>
              </a:ext>
            </a:extLst>
          </p:cNvPr>
          <p:cNvSpPr/>
          <p:nvPr/>
        </p:nvSpPr>
        <p:spPr>
          <a:xfrm rot="10800000">
            <a:off x="4730753" y="6181541"/>
            <a:ext cx="389390" cy="1277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A2C4058-BE2F-87E5-80E0-10362FC18E4A}"/>
              </a:ext>
            </a:extLst>
          </p:cNvPr>
          <p:cNvSpPr/>
          <p:nvPr/>
        </p:nvSpPr>
        <p:spPr>
          <a:xfrm>
            <a:off x="122938" y="6171690"/>
            <a:ext cx="389390" cy="1277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66558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Vertical Align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vertical-align property vertically aligns the text of the inline elements</a:t>
            </a:r>
            <a:endParaRPr lang="th-TH" dirty="0"/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972455" y="2655892"/>
            <a:ext cx="10668001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vertical-align: baseline | length | sub | super | top | text-top | middle | bottom|  text-bottom | initial | inherit;</a:t>
            </a:r>
            <a:endParaRPr lang="th-TH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718" y="3325359"/>
            <a:ext cx="4057650" cy="300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746" y="4087359"/>
            <a:ext cx="3790950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C57CFF-666F-CBED-7E10-A862ED8985BD}"/>
              </a:ext>
            </a:extLst>
          </p:cNvPr>
          <p:cNvCxnSpPr/>
          <p:nvPr/>
        </p:nvCxnSpPr>
        <p:spPr>
          <a:xfrm>
            <a:off x="1161288" y="3813048"/>
            <a:ext cx="48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A3C103-0576-565F-9EC3-64CF08692F16}"/>
              </a:ext>
            </a:extLst>
          </p:cNvPr>
          <p:cNvCxnSpPr/>
          <p:nvPr/>
        </p:nvCxnSpPr>
        <p:spPr>
          <a:xfrm>
            <a:off x="1106424" y="4690872"/>
            <a:ext cx="48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5720D2F-8FB0-69F9-6AC2-63109A7494C5}"/>
              </a:ext>
            </a:extLst>
          </p:cNvPr>
          <p:cNvCxnSpPr/>
          <p:nvPr/>
        </p:nvCxnSpPr>
        <p:spPr>
          <a:xfrm>
            <a:off x="1161288" y="5294376"/>
            <a:ext cx="48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569B3C-908E-DEB9-10DC-F00A82EAC92F}"/>
              </a:ext>
            </a:extLst>
          </p:cNvPr>
          <p:cNvCxnSpPr/>
          <p:nvPr/>
        </p:nvCxnSpPr>
        <p:spPr>
          <a:xfrm>
            <a:off x="1161288" y="6163056"/>
            <a:ext cx="48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E36CE1-6CEB-A846-086E-BDAC596DE478}"/>
              </a:ext>
            </a:extLst>
          </p:cNvPr>
          <p:cNvCxnSpPr/>
          <p:nvPr/>
        </p:nvCxnSpPr>
        <p:spPr>
          <a:xfrm>
            <a:off x="6693408" y="4428744"/>
            <a:ext cx="48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301113-B9E4-921B-6F8C-4BEA0CA59CA4}"/>
              </a:ext>
            </a:extLst>
          </p:cNvPr>
          <p:cNvCxnSpPr/>
          <p:nvPr/>
        </p:nvCxnSpPr>
        <p:spPr>
          <a:xfrm>
            <a:off x="6711696" y="5242560"/>
            <a:ext cx="48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C4F6BD-3C0E-8AD9-DDD3-C7E47DED848F}"/>
              </a:ext>
            </a:extLst>
          </p:cNvPr>
          <p:cNvCxnSpPr/>
          <p:nvPr/>
        </p:nvCxnSpPr>
        <p:spPr>
          <a:xfrm>
            <a:off x="6693408" y="6147816"/>
            <a:ext cx="48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186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D333CBE-B699-4E3B-9F45-C045F7734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995BF0-8E87-4ECF-904C-D047955C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rgbClr val="592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5305F8-DEE7-DE8C-1B61-D35328403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385066"/>
            <a:ext cx="10923638" cy="131764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 spc="-12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321F4-3B3A-AC06-EE1F-54E420964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5702709"/>
            <a:ext cx="10923638" cy="521109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 descr="Inside view of a red umbrella">
            <a:extLst>
              <a:ext uri="{FF2B5EF4-FFF2-40B4-BE49-F238E27FC236}">
                <a16:creationId xmlns:a16="http://schemas.microsoft.com/office/drawing/2014/main" id="{B53B0495-BA0D-7945-2CB4-AB15C45A84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659" b="13206"/>
          <a:stretch>
            <a:fillRect/>
          </a:stretch>
        </p:blipFill>
        <p:spPr>
          <a:xfrm>
            <a:off x="1" y="10"/>
            <a:ext cx="12192000" cy="424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571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units 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Absolute units</a:t>
            </a:r>
            <a:endParaRPr lang="th-TH" dirty="0"/>
          </a:p>
          <a:p>
            <a:pPr lvl="1"/>
            <a:endParaRPr lang="en-US" dirty="0"/>
          </a:p>
          <a:p>
            <a:pPr lvl="1"/>
            <a:r>
              <a:rPr lang="en-US" dirty="0"/>
              <a:t>Pixels (</a:t>
            </a:r>
            <a:r>
              <a:rPr lang="en-US" dirty="0" err="1"/>
              <a:t>px</a:t>
            </a:r>
            <a:r>
              <a:rPr lang="en-US" dirty="0"/>
              <a:t>): Equivalent to one pixel on the screen. For example, width: 100px.</a:t>
            </a:r>
          </a:p>
          <a:p>
            <a:pPr lvl="1"/>
            <a:r>
              <a:rPr lang="en-US" dirty="0"/>
              <a:t>Inches (in): Correspond to one inch in physical size. For example, height: 1in.</a:t>
            </a:r>
          </a:p>
          <a:p>
            <a:pPr lvl="1"/>
            <a:r>
              <a:rPr lang="en-US" dirty="0"/>
              <a:t>Centimeters (cm): Equivalent to one centimeter. For example, margin: 2cm.</a:t>
            </a:r>
          </a:p>
          <a:p>
            <a:pPr lvl="1"/>
            <a:r>
              <a:rPr lang="en-US" dirty="0"/>
              <a:t>Millimeters (mm): Equivalent to one millimeter. For example, padding: 5mm.</a:t>
            </a:r>
          </a:p>
          <a:p>
            <a:pPr lvl="1"/>
            <a:r>
              <a:rPr lang="en-US" dirty="0"/>
              <a:t>Points (</a:t>
            </a:r>
            <a:r>
              <a:rPr lang="en-US" dirty="0" err="1"/>
              <a:t>pt</a:t>
            </a:r>
            <a:r>
              <a:rPr lang="en-US" dirty="0"/>
              <a:t>): Equal to one point (1/72 of an inch). For example, font-size: 12pt.</a:t>
            </a:r>
            <a:endParaRPr lang="th-TH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5065486" y="1268775"/>
            <a:ext cx="741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CSS units define the size, length and measurement of the web elements</a:t>
            </a:r>
          </a:p>
        </p:txBody>
      </p:sp>
    </p:spTree>
    <p:extLst>
      <p:ext uri="{BB962C8B-B14F-4D97-AF65-F5344CB8AC3E}">
        <p14:creationId xmlns:p14="http://schemas.microsoft.com/office/powerpoint/2010/main" val="1210967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units 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676656" y="2011680"/>
            <a:ext cx="11079915" cy="376618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Relative Units</a:t>
            </a:r>
          </a:p>
          <a:p>
            <a:pPr lvl="1"/>
            <a:r>
              <a:rPr lang="en-US" dirty="0"/>
              <a:t>Ems (</a:t>
            </a:r>
            <a:r>
              <a:rPr lang="en-US" dirty="0" err="1">
                <a:solidFill>
                  <a:srgbClr val="FF0000"/>
                </a:solidFill>
              </a:rPr>
              <a:t>em</a:t>
            </a:r>
            <a:r>
              <a:rPr lang="en-US" dirty="0"/>
              <a:t>): Relative to the </a:t>
            </a:r>
            <a:r>
              <a:rPr lang="en-US" dirty="0">
                <a:solidFill>
                  <a:srgbClr val="FF0000"/>
                </a:solidFill>
              </a:rPr>
              <a:t>parent</a:t>
            </a:r>
            <a:r>
              <a:rPr lang="en-US" dirty="0"/>
              <a:t> element's </a:t>
            </a:r>
            <a:r>
              <a:rPr lang="en-US" dirty="0">
                <a:solidFill>
                  <a:srgbClr val="FF0000"/>
                </a:solidFill>
              </a:rPr>
              <a:t>font size</a:t>
            </a:r>
            <a:r>
              <a:rPr lang="en-US" dirty="0"/>
              <a:t>. </a:t>
            </a:r>
          </a:p>
          <a:p>
            <a:pPr lvl="2"/>
            <a:r>
              <a:rPr lang="en-US" dirty="0"/>
              <a:t>For example, If the parent has a font size of 16px, then font-size:1em for a child equals 16px.</a:t>
            </a:r>
          </a:p>
          <a:p>
            <a:pPr lvl="1"/>
            <a:r>
              <a:rPr lang="en-US" dirty="0" err="1"/>
              <a:t>Rems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</a:rPr>
              <a:t>rem</a:t>
            </a:r>
            <a:r>
              <a:rPr lang="en-US" dirty="0"/>
              <a:t>): Relative to the </a:t>
            </a:r>
            <a:r>
              <a:rPr lang="en-US" dirty="0">
                <a:solidFill>
                  <a:srgbClr val="FF0000"/>
                </a:solidFill>
              </a:rPr>
              <a:t>root element's font size </a:t>
            </a:r>
            <a:r>
              <a:rPr lang="en-US" dirty="0"/>
              <a:t>i.e. size set to HTML element. </a:t>
            </a:r>
          </a:p>
          <a:p>
            <a:pPr lvl="2"/>
            <a:r>
              <a:rPr lang="en-US" dirty="0"/>
              <a:t>For example, margin: 2rem adjusts based on the root font size.</a:t>
            </a:r>
          </a:p>
          <a:p>
            <a:pPr lvl="1"/>
            <a:r>
              <a:rPr lang="en-US" dirty="0"/>
              <a:t>Viewport widths (</a:t>
            </a:r>
            <a:r>
              <a:rPr lang="en-US" dirty="0" err="1">
                <a:solidFill>
                  <a:srgbClr val="FF0000"/>
                </a:solidFill>
              </a:rPr>
              <a:t>vw</a:t>
            </a:r>
            <a:r>
              <a:rPr lang="en-US" dirty="0"/>
              <a:t>): Relative to the viewport width. </a:t>
            </a:r>
          </a:p>
          <a:p>
            <a:pPr lvl="2"/>
            <a:r>
              <a:rPr lang="en-US" dirty="0"/>
              <a:t>For example, width: 50vw adapts to 50% of the viewport's width.</a:t>
            </a:r>
          </a:p>
          <a:p>
            <a:pPr lvl="1"/>
            <a:r>
              <a:rPr lang="en-US" dirty="0"/>
              <a:t>Viewport heights (</a:t>
            </a:r>
            <a:r>
              <a:rPr lang="en-US" dirty="0" err="1">
                <a:solidFill>
                  <a:srgbClr val="FF0000"/>
                </a:solidFill>
              </a:rPr>
              <a:t>vh</a:t>
            </a:r>
            <a:r>
              <a:rPr lang="en-US" dirty="0"/>
              <a:t>): Relative to the viewport height. </a:t>
            </a:r>
          </a:p>
          <a:p>
            <a:pPr lvl="2"/>
            <a:r>
              <a:rPr lang="en-US" dirty="0"/>
              <a:t>For example, height: 100vh takes up the entire viewport (screen) height.</a:t>
            </a:r>
          </a:p>
          <a:p>
            <a:pPr lvl="1"/>
            <a:r>
              <a:rPr lang="en-US" dirty="0"/>
              <a:t>Percentages (</a:t>
            </a:r>
            <a:r>
              <a:rPr lang="en-US" dirty="0">
                <a:solidFill>
                  <a:srgbClr val="FF0000"/>
                </a:solidFill>
              </a:rPr>
              <a:t>%</a:t>
            </a:r>
            <a:r>
              <a:rPr lang="en-US" dirty="0"/>
              <a:t>): Relative to the containing element. </a:t>
            </a:r>
          </a:p>
          <a:p>
            <a:pPr lvl="2"/>
            <a:r>
              <a:rPr lang="en-US" dirty="0"/>
              <a:t>For example, padding: 5% scales based on the parent container's size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92575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5660571" y="1107127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/>
              <a:t>    </a:t>
            </a:r>
            <a:r>
              <a:rPr lang="en-US" sz="2000" dirty="0">
                <a:solidFill>
                  <a:srgbClr val="FF0000"/>
                </a:solidFill>
              </a:rPr>
              <a:t>hello world (root)</a:t>
            </a:r>
          </a:p>
          <a:p>
            <a:r>
              <a:rPr lang="en-US" sz="2000" dirty="0"/>
              <a:t>    &lt;div class="text1"&gt;</a:t>
            </a:r>
          </a:p>
          <a:p>
            <a:r>
              <a:rPr lang="en-US" sz="2000" dirty="0"/>
              <a:t>        </a:t>
            </a:r>
            <a:r>
              <a:rPr lang="en-US" sz="2000" dirty="0">
                <a:solidFill>
                  <a:srgbClr val="FF0000"/>
                </a:solidFill>
              </a:rPr>
              <a:t>hello world (parent-2em)</a:t>
            </a:r>
          </a:p>
          <a:p>
            <a:r>
              <a:rPr lang="en-US" sz="2000" dirty="0"/>
              <a:t>        &lt;div class="text2"&gt;</a:t>
            </a:r>
            <a:r>
              <a:rPr lang="en-US" sz="2000" dirty="0">
                <a:solidFill>
                  <a:srgbClr val="FF0000"/>
                </a:solidFill>
              </a:rPr>
              <a:t>hello world (child-2em)</a:t>
            </a:r>
            <a:r>
              <a:rPr lang="en-US" sz="2000" dirty="0"/>
              <a:t>&lt;/div&gt;</a:t>
            </a:r>
          </a:p>
          <a:p>
            <a:r>
              <a:rPr lang="en-US" sz="2000" dirty="0"/>
              <a:t>        &lt;div class="text3"&gt;</a:t>
            </a:r>
            <a:r>
              <a:rPr lang="en-US" sz="2000" dirty="0">
                <a:solidFill>
                  <a:srgbClr val="FF0000"/>
                </a:solidFill>
              </a:rPr>
              <a:t>hello world (child-2rem)</a:t>
            </a:r>
            <a:r>
              <a:rPr lang="en-US" sz="2000" dirty="0"/>
              <a:t>&lt;/div&gt;</a:t>
            </a:r>
          </a:p>
          <a:p>
            <a:r>
              <a:rPr lang="en-US" sz="2000" dirty="0"/>
              <a:t>    &lt;/div&gt;</a:t>
            </a:r>
            <a:endParaRPr lang="th-TH" sz="2000" dirty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287" y="3811882"/>
            <a:ext cx="7802563" cy="22574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สี่เหลี่ยมผืนผ้า 5"/>
          <p:cNvSpPr/>
          <p:nvPr/>
        </p:nvSpPr>
        <p:spPr>
          <a:xfrm>
            <a:off x="931182" y="1111436"/>
            <a:ext cx="459876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.text1 {font-size: 2em; }</a:t>
            </a:r>
          </a:p>
          <a:p>
            <a:r>
              <a:rPr lang="en-US" sz="2800" dirty="0"/>
              <a:t>.text2 {font-size: 2em; }</a:t>
            </a:r>
          </a:p>
          <a:p>
            <a:r>
              <a:rPr lang="en-US" sz="2800" dirty="0"/>
              <a:t>.text3 {font-size: 2rem;}</a:t>
            </a:r>
            <a:endParaRPr lang="th-TH" sz="2800" dirty="0"/>
          </a:p>
        </p:txBody>
      </p:sp>
    </p:spTree>
    <p:extLst>
      <p:ext uri="{BB962C8B-B14F-4D97-AF65-F5344CB8AC3E}">
        <p14:creationId xmlns:p14="http://schemas.microsoft.com/office/powerpoint/2010/main" val="810120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D333CBE-B699-4E3B-9F45-C045F7734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995BF0-8E87-4ECF-904C-D047955C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rgbClr val="5F50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548B67-5A41-EB63-94FF-FC08F09B1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385066"/>
            <a:ext cx="10923638" cy="131764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 spc="-12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selector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262A2-8F6B-CADE-AA4A-6DBA34AC9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5702709"/>
            <a:ext cx="10923638" cy="521109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 descr="Adjustable measurement tool">
            <a:extLst>
              <a:ext uri="{FF2B5EF4-FFF2-40B4-BE49-F238E27FC236}">
                <a16:creationId xmlns:a16="http://schemas.microsoft.com/office/drawing/2014/main" id="{88C4FA43-C003-8B01-CBCF-787FB4F01A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625" b="30240"/>
          <a:stretch>
            <a:fillRect/>
          </a:stretch>
        </p:blipFill>
        <p:spPr>
          <a:xfrm>
            <a:off x="1" y="10"/>
            <a:ext cx="12192000" cy="424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437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5ABFF-97EF-D197-41C3-B01F36F4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Selectors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44D48-6FF2-2135-15B7-737AFBA6D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CSS selectors are used to select the HTML elements that are to be styled by CSS</a:t>
            </a:r>
            <a:endParaRPr lang="th-TH" dirty="0"/>
          </a:p>
        </p:txBody>
      </p:sp>
      <p:graphicFrame>
        <p:nvGraphicFramePr>
          <p:cNvPr id="4" name="ไดอะแกรม 3"/>
          <p:cNvGraphicFramePr/>
          <p:nvPr/>
        </p:nvGraphicFramePr>
        <p:xfrm>
          <a:off x="1422398" y="2699657"/>
          <a:ext cx="10160001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99536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6155B-0766-F7D3-EEBF-A52BFD7F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Class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C02AA-59A7-BACB-1D9B-C0A2CD385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pseudo-classes selectors select the HTML elements based on their </a:t>
            </a:r>
            <a:r>
              <a:rPr lang="en-US" dirty="0">
                <a:solidFill>
                  <a:srgbClr val="FF0000"/>
                </a:solidFill>
              </a:rPr>
              <a:t>state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position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Types of Pseudo-Classes</a:t>
            </a:r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4920343" y="2527724"/>
            <a:ext cx="2554514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/>
              <a:t>element:pseudo-class</a:t>
            </a:r>
            <a:r>
              <a:rPr lang="en-US" dirty="0"/>
              <a:t> {</a:t>
            </a:r>
          </a:p>
          <a:p>
            <a:r>
              <a:rPr lang="en-US" dirty="0"/>
              <a:t>  /* CSS styles */</a:t>
            </a:r>
          </a:p>
          <a:p>
            <a:r>
              <a:rPr lang="en-US" dirty="0"/>
              <a:t>}</a:t>
            </a:r>
            <a:endParaRPr lang="th-TH" dirty="0"/>
          </a:p>
        </p:txBody>
      </p:sp>
      <p:graphicFrame>
        <p:nvGraphicFramePr>
          <p:cNvPr id="5" name="ไดอะแกรม 4"/>
          <p:cNvGraphicFramePr/>
          <p:nvPr/>
        </p:nvGraphicFramePr>
        <p:xfrm>
          <a:off x="1625600" y="4876800"/>
          <a:ext cx="10160000" cy="1261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5659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Class – Structural pseudo-class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Structural pseudo-class: </a:t>
            </a:r>
          </a:p>
          <a:p>
            <a:pPr lvl="1"/>
            <a:r>
              <a:rPr lang="en-US" dirty="0"/>
              <a:t>Selects elements based on their position in document</a:t>
            </a:r>
            <a:endParaRPr lang="th-TH" dirty="0"/>
          </a:p>
        </p:txBody>
      </p:sp>
      <p:graphicFrame>
        <p:nvGraphicFramePr>
          <p:cNvPr id="4" name="ไดอะแกรม 3"/>
          <p:cNvGraphicFramePr/>
          <p:nvPr/>
        </p:nvGraphicFramePr>
        <p:xfrm>
          <a:off x="769258" y="3033486"/>
          <a:ext cx="7605484" cy="3482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8211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4107544" y="1205143"/>
            <a:ext cx="487679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&lt;body&gt;</a:t>
            </a:r>
          </a:p>
          <a:p>
            <a:r>
              <a:rPr lang="en-US" dirty="0"/>
              <a:t>   </a:t>
            </a:r>
            <a:r>
              <a:rPr lang="en-US" dirty="0">
                <a:solidFill>
                  <a:srgbClr val="FF0000"/>
                </a:solidFill>
              </a:rPr>
              <a:t> &lt;p&gt;This is the first paragraph.&lt;/p&gt;</a:t>
            </a:r>
          </a:p>
          <a:p>
            <a:r>
              <a:rPr lang="en-US" dirty="0"/>
              <a:t>    &lt;p&gt;This is the second paragraph.&lt;/p&gt;</a:t>
            </a:r>
          </a:p>
          <a:p>
            <a:r>
              <a:rPr lang="en-US" dirty="0"/>
              <a:t>    &lt;p&gt;This is the third paragraph.&lt;/p&gt;</a:t>
            </a:r>
          </a:p>
          <a:p>
            <a:r>
              <a:rPr lang="en-US" dirty="0"/>
              <a:t>    &lt;div&gt;</a:t>
            </a:r>
          </a:p>
          <a:p>
            <a:r>
              <a:rPr lang="en-US" dirty="0"/>
              <a:t>        </a:t>
            </a:r>
            <a:r>
              <a:rPr lang="en-US" dirty="0">
                <a:solidFill>
                  <a:srgbClr val="FF0000"/>
                </a:solidFill>
              </a:rPr>
              <a:t>&lt;p&gt;This is the first paragraph.&lt;/p&gt;</a:t>
            </a:r>
          </a:p>
          <a:p>
            <a:r>
              <a:rPr lang="en-US" dirty="0"/>
              <a:t>        &lt;p&gt;This is the second paragraph.&lt;/p&gt;</a:t>
            </a:r>
          </a:p>
          <a:p>
            <a:r>
              <a:rPr lang="en-US" dirty="0"/>
              <a:t>        </a:t>
            </a:r>
            <a:r>
              <a:rPr lang="en-US" dirty="0">
                <a:solidFill>
                  <a:srgbClr val="0070C0"/>
                </a:solidFill>
              </a:rPr>
              <a:t>&lt;p&gt;This is the third paragraph.&lt;/p&gt;</a:t>
            </a:r>
          </a:p>
          <a:p>
            <a:r>
              <a:rPr lang="en-US" dirty="0"/>
              <a:t>    &lt;/div&gt;</a:t>
            </a:r>
          </a:p>
          <a:p>
            <a:r>
              <a:rPr lang="en-US" dirty="0"/>
              <a:t>    &lt;div&gt;</a:t>
            </a:r>
          </a:p>
          <a:p>
            <a:r>
              <a:rPr lang="en-US" dirty="0"/>
              <a:t>        &lt;div&gt;This is the first paragraph.&lt;/div&gt;</a:t>
            </a:r>
          </a:p>
          <a:p>
            <a:r>
              <a:rPr lang="en-US" dirty="0"/>
              <a:t>        &lt;p&gt;This is the second paragraph.&lt;/p&gt;</a:t>
            </a:r>
          </a:p>
          <a:p>
            <a:r>
              <a:rPr lang="en-US" dirty="0"/>
              <a:t>        </a:t>
            </a:r>
            <a:r>
              <a:rPr lang="en-US" dirty="0">
                <a:solidFill>
                  <a:srgbClr val="0070C0"/>
                </a:solidFill>
              </a:rPr>
              <a:t>&lt;p&gt;This is the third paragraph.&lt;/p&gt;</a:t>
            </a:r>
          </a:p>
          <a:p>
            <a:r>
              <a:rPr lang="en-US" dirty="0"/>
              <a:t>    &lt;/div&gt;    </a:t>
            </a:r>
          </a:p>
          <a:p>
            <a:r>
              <a:rPr lang="en-US" dirty="0"/>
              <a:t>&lt;/body&gt;</a:t>
            </a:r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752021" y="601851"/>
            <a:ext cx="247015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        p:first-child {</a:t>
            </a:r>
          </a:p>
          <a:p>
            <a:r>
              <a:rPr lang="en-US" dirty="0"/>
              <a:t>            color: red;</a:t>
            </a:r>
          </a:p>
          <a:p>
            <a:r>
              <a:rPr lang="en-US" dirty="0"/>
              <a:t>        }</a:t>
            </a:r>
          </a:p>
          <a:p>
            <a:br>
              <a:rPr lang="en-US" dirty="0"/>
            </a:br>
            <a:r>
              <a:rPr lang="en-US" dirty="0"/>
              <a:t>        p:last-child {</a:t>
            </a:r>
          </a:p>
          <a:p>
            <a:r>
              <a:rPr lang="en-US" dirty="0"/>
              <a:t>            color: blue;</a:t>
            </a:r>
          </a:p>
          <a:p>
            <a:r>
              <a:rPr lang="en-US" dirty="0"/>
              <a:t>        }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35" y="2710777"/>
            <a:ext cx="27813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สี่เหลี่ยมผืนผ้า 6"/>
          <p:cNvSpPr/>
          <p:nvPr/>
        </p:nvSpPr>
        <p:spPr>
          <a:xfrm>
            <a:off x="8984343" y="865562"/>
            <a:ext cx="27286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p:first-of-type {</a:t>
            </a:r>
          </a:p>
          <a:p>
            <a:r>
              <a:rPr lang="en-US" dirty="0"/>
              <a:t>            color: red;</a:t>
            </a:r>
          </a:p>
          <a:p>
            <a:r>
              <a:rPr lang="en-US" dirty="0"/>
              <a:t>        }</a:t>
            </a:r>
            <a:endParaRPr lang="th-TH" dirty="0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3851" y="2118632"/>
            <a:ext cx="241935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ลูกศรขวา 7"/>
          <p:cNvSpPr/>
          <p:nvPr/>
        </p:nvSpPr>
        <p:spPr>
          <a:xfrm>
            <a:off x="8231869" y="4920342"/>
            <a:ext cx="827314" cy="4789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สี่เหลี่ยมผืนผ้า 8"/>
          <p:cNvSpPr/>
          <p:nvPr/>
        </p:nvSpPr>
        <p:spPr>
          <a:xfrm>
            <a:off x="5307240" y="6412311"/>
            <a:ext cx="66765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first-of-type -&gt; the first element of a particular type within the parent</a:t>
            </a:r>
            <a:endParaRPr lang="th-TH" dirty="0"/>
          </a:p>
        </p:txBody>
      </p:sp>
      <p:sp>
        <p:nvSpPr>
          <p:cNvPr id="10" name="TextBox 9"/>
          <p:cNvSpPr txBox="1"/>
          <p:nvPr/>
        </p:nvSpPr>
        <p:spPr>
          <a:xfrm>
            <a:off x="1549501" y="224770"/>
            <a:ext cx="111511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:first-child</a:t>
            </a:r>
            <a:endParaRPr lang="th-TH" dirty="0"/>
          </a:p>
        </p:txBody>
      </p:sp>
      <p:sp>
        <p:nvSpPr>
          <p:cNvPr id="14" name="TextBox 13"/>
          <p:cNvSpPr txBox="1"/>
          <p:nvPr/>
        </p:nvSpPr>
        <p:spPr>
          <a:xfrm>
            <a:off x="3712935" y="252815"/>
            <a:ext cx="107952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:last-child</a:t>
            </a:r>
            <a:endParaRPr lang="th-TH" dirty="0"/>
          </a:p>
        </p:txBody>
      </p:sp>
      <p:sp>
        <p:nvSpPr>
          <p:cNvPr id="15" name="TextBox 14"/>
          <p:cNvSpPr txBox="1"/>
          <p:nvPr/>
        </p:nvSpPr>
        <p:spPr>
          <a:xfrm>
            <a:off x="9059183" y="252815"/>
            <a:ext cx="1344342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:first-of-type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764680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/>
          <p:cNvSpPr/>
          <p:nvPr/>
        </p:nvSpPr>
        <p:spPr>
          <a:xfrm>
            <a:off x="4472895" y="423238"/>
            <a:ext cx="3048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p:not(.normal) {</a:t>
            </a:r>
          </a:p>
          <a:p>
            <a:r>
              <a:rPr lang="en-US" dirty="0"/>
              <a:t>            color: red;</a:t>
            </a:r>
          </a:p>
          <a:p>
            <a:r>
              <a:rPr lang="en-US" dirty="0"/>
              <a:t>        }</a:t>
            </a:r>
            <a:endParaRPr lang="th-TH" dirty="0"/>
          </a:p>
        </p:txBody>
      </p:sp>
      <p:sp>
        <p:nvSpPr>
          <p:cNvPr id="3" name="สี่เหลี่ยมผืนผ้า 2"/>
          <p:cNvSpPr/>
          <p:nvPr/>
        </p:nvSpPr>
        <p:spPr>
          <a:xfrm>
            <a:off x="4310742" y="213131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   &lt;p class="normal"&gt;This is the normal paragraph.&lt;/p&gt;</a:t>
            </a:r>
          </a:p>
          <a:p>
            <a:r>
              <a:rPr lang="en-US" dirty="0"/>
              <a:t>    &lt;p class="important"&gt;This is the important paragraph.&lt;/p&gt;</a:t>
            </a:r>
          </a:p>
          <a:p>
            <a:r>
              <a:rPr lang="en-US" dirty="0"/>
              <a:t>    &lt;p class="normal"&gt;This is the normal paragraph.&lt;/p&gt;</a:t>
            </a:r>
            <a:endParaRPr lang="th-TH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095" y="1709285"/>
            <a:ext cx="2752725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095" y="5356216"/>
            <a:ext cx="2196224" cy="936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สี่เหลี่ยมผืนผ้า 3"/>
          <p:cNvSpPr/>
          <p:nvPr/>
        </p:nvSpPr>
        <p:spPr>
          <a:xfrm>
            <a:off x="4850266" y="3878888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        </a:t>
            </a:r>
            <a:r>
              <a:rPr lang="en-US" dirty="0" err="1"/>
              <a:t>div:empty</a:t>
            </a:r>
            <a:r>
              <a:rPr lang="en-US" dirty="0"/>
              <a:t> {</a:t>
            </a:r>
          </a:p>
          <a:p>
            <a:r>
              <a:rPr lang="en-US" dirty="0"/>
              <a:t>            width: 100px;</a:t>
            </a:r>
          </a:p>
          <a:p>
            <a:r>
              <a:rPr lang="en-US" dirty="0"/>
              <a:t>            height: 20px;</a:t>
            </a:r>
          </a:p>
          <a:p>
            <a:r>
              <a:rPr lang="en-US" dirty="0"/>
              <a:t>            background-color: red;</a:t>
            </a:r>
          </a:p>
          <a:p>
            <a:r>
              <a:rPr lang="en-US" dirty="0"/>
              <a:t>        }</a:t>
            </a: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4850266" y="5671231"/>
            <a:ext cx="28713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&lt;div&gt;&lt;/div&gt;</a:t>
            </a:r>
          </a:p>
          <a:p>
            <a:r>
              <a:rPr lang="en-US" dirty="0"/>
              <a:t>&lt;div&gt;div with text&lt;/div&gt;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095" y="420999"/>
            <a:ext cx="561372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:not</a:t>
            </a:r>
            <a:endParaRPr lang="th-TH" dirty="0"/>
          </a:p>
        </p:txBody>
      </p:sp>
      <p:sp>
        <p:nvSpPr>
          <p:cNvPr id="9" name="TextBox 8"/>
          <p:cNvSpPr txBox="1"/>
          <p:nvPr/>
        </p:nvSpPr>
        <p:spPr>
          <a:xfrm>
            <a:off x="1120095" y="3858914"/>
            <a:ext cx="837537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:empty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5923397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Class - Link Pseudo-Classes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link</a:t>
            </a:r>
            <a:r>
              <a:rPr lang="en-US" dirty="0"/>
              <a:t> pseudo-class selector styles all the unvisited links</a:t>
            </a:r>
          </a:p>
          <a:p>
            <a:r>
              <a:rPr lang="en-US" dirty="0">
                <a:solidFill>
                  <a:srgbClr val="FF0000"/>
                </a:solidFill>
              </a:rPr>
              <a:t>visited</a:t>
            </a:r>
            <a:r>
              <a:rPr lang="en-US" dirty="0"/>
              <a:t> pseudo-class selector styles the links that are visited by the user</a:t>
            </a:r>
          </a:p>
          <a:p>
            <a:r>
              <a:rPr lang="en-US" dirty="0">
                <a:solidFill>
                  <a:srgbClr val="FF0000"/>
                </a:solidFill>
              </a:rPr>
              <a:t>focus</a:t>
            </a:r>
            <a:r>
              <a:rPr lang="en-US" dirty="0"/>
              <a:t> pseudo-class selector styles the element that is focused by the user</a:t>
            </a:r>
          </a:p>
          <a:p>
            <a:r>
              <a:rPr lang="en-US" dirty="0">
                <a:solidFill>
                  <a:srgbClr val="FF0000"/>
                </a:solidFill>
              </a:rPr>
              <a:t>hover</a:t>
            </a:r>
            <a:r>
              <a:rPr lang="en-US" dirty="0"/>
              <a:t> pseudo-class selector styles the elements when the mouse is placed over it</a:t>
            </a:r>
          </a:p>
          <a:p>
            <a:r>
              <a:rPr lang="en-US" dirty="0">
                <a:solidFill>
                  <a:srgbClr val="FF0000"/>
                </a:solidFill>
              </a:rPr>
              <a:t>active</a:t>
            </a:r>
            <a:r>
              <a:rPr lang="en-US" dirty="0"/>
              <a:t> pseudo-class selector styles the elements when the user clicks on it</a:t>
            </a:r>
            <a:endParaRPr lang="th-TH" dirty="0"/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4289676" y="4797362"/>
            <a:ext cx="4906728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link -&gt; hover/focus -&gt;  active -&gt; visited</a:t>
            </a:r>
            <a:endParaRPr lang="th-TH" sz="2400" dirty="0"/>
          </a:p>
        </p:txBody>
      </p:sp>
    </p:spTree>
    <p:extLst>
      <p:ext uri="{BB962C8B-B14F-4D97-AF65-F5344CB8AC3E}">
        <p14:creationId xmlns:p14="http://schemas.microsoft.com/office/powerpoint/2010/main" val="1590304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580571" y="1245551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        a:link {</a:t>
            </a:r>
          </a:p>
          <a:p>
            <a:r>
              <a:rPr lang="en-US" dirty="0"/>
              <a:t>            text-decoration: none;</a:t>
            </a:r>
          </a:p>
          <a:p>
            <a:r>
              <a:rPr lang="en-US" dirty="0"/>
              <a:t>            color: blue;</a:t>
            </a:r>
          </a:p>
          <a:p>
            <a:r>
              <a:rPr lang="en-US" dirty="0"/>
              <a:t>            font-weight: bold;</a:t>
            </a:r>
          </a:p>
          <a:p>
            <a:r>
              <a:rPr lang="en-US" dirty="0"/>
              <a:t>            background-color: </a:t>
            </a:r>
            <a:r>
              <a:rPr lang="en-US" dirty="0" err="1"/>
              <a:t>greenyellow</a:t>
            </a:r>
            <a:r>
              <a:rPr lang="en-US" dirty="0"/>
              <a:t>;</a:t>
            </a:r>
          </a:p>
          <a:p>
            <a:r>
              <a:rPr lang="en-US" dirty="0"/>
              <a:t>        }</a:t>
            </a: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511" y="447561"/>
            <a:ext cx="2353456" cy="622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สี่เหลี่ยมผืนผ้า 4"/>
          <p:cNvSpPr/>
          <p:nvPr/>
        </p:nvSpPr>
        <p:spPr>
          <a:xfrm>
            <a:off x="5958051" y="1376179"/>
            <a:ext cx="35083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        a:hover {</a:t>
            </a:r>
          </a:p>
          <a:p>
            <a:r>
              <a:rPr lang="en-US" dirty="0"/>
              <a:t>            text-decoration: underline;</a:t>
            </a:r>
          </a:p>
          <a:p>
            <a:r>
              <a:rPr lang="en-US" dirty="0"/>
              <a:t>        }</a:t>
            </a: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455" y="3828132"/>
            <a:ext cx="2474923" cy="607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สี่เหลี่ยมผืนผ้า 5"/>
          <p:cNvSpPr/>
          <p:nvPr/>
        </p:nvSpPr>
        <p:spPr>
          <a:xfrm>
            <a:off x="1146629" y="5188020"/>
            <a:ext cx="3048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a:active {</a:t>
            </a:r>
          </a:p>
          <a:p>
            <a:r>
              <a:rPr lang="en-US" dirty="0"/>
              <a:t>            color: red;</a:t>
            </a:r>
          </a:p>
          <a:p>
            <a:r>
              <a:rPr lang="en-US" dirty="0"/>
              <a:t>        }</a:t>
            </a:r>
            <a:endParaRPr lang="th-TH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535511" y="5013850"/>
            <a:ext cx="293091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        a:visited {</a:t>
            </a:r>
          </a:p>
          <a:p>
            <a:r>
              <a:rPr lang="en-US" dirty="0"/>
              <a:t>            color: purple;</a:t>
            </a:r>
          </a:p>
          <a:p>
            <a:r>
              <a:rPr lang="en-US" dirty="0"/>
              <a:t>        }</a:t>
            </a:r>
          </a:p>
        </p:txBody>
      </p:sp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511" y="3866090"/>
            <a:ext cx="2520473" cy="53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455" y="514917"/>
            <a:ext cx="2271393" cy="487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921397" y="330251"/>
            <a:ext cx="1288943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Mouse over</a:t>
            </a:r>
            <a:endParaRPr lang="th-TH" dirty="0"/>
          </a:p>
        </p:txBody>
      </p:sp>
      <p:sp>
        <p:nvSpPr>
          <p:cNvPr id="14" name="TextBox 13"/>
          <p:cNvSpPr txBox="1"/>
          <p:nvPr/>
        </p:nvSpPr>
        <p:spPr>
          <a:xfrm>
            <a:off x="4194629" y="3458800"/>
            <a:ext cx="1276311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Mouse click</a:t>
            </a:r>
            <a:endParaRPr lang="th-TH" dirty="0"/>
          </a:p>
        </p:txBody>
      </p:sp>
      <p:sp>
        <p:nvSpPr>
          <p:cNvPr id="15" name="TextBox 14"/>
          <p:cNvSpPr txBox="1"/>
          <p:nvPr/>
        </p:nvSpPr>
        <p:spPr>
          <a:xfrm>
            <a:off x="9971315" y="3486644"/>
            <a:ext cx="118910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Visited link</a:t>
            </a:r>
            <a:endParaRPr lang="th-TH" dirty="0"/>
          </a:p>
        </p:txBody>
      </p:sp>
      <p:sp>
        <p:nvSpPr>
          <p:cNvPr id="16" name="TextBox 15"/>
          <p:cNvSpPr txBox="1"/>
          <p:nvPr/>
        </p:nvSpPr>
        <p:spPr>
          <a:xfrm>
            <a:off x="4194629" y="262895"/>
            <a:ext cx="1425583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Unvisited link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7301936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Class - UI Pseudo-Classes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enabled pseudo-class selects and styles any enabled element</a:t>
            </a:r>
          </a:p>
          <a:p>
            <a:r>
              <a:rPr lang="en-US" dirty="0"/>
              <a:t>disabled pseudo-class selects and styles elements that are disabled</a:t>
            </a:r>
            <a:endParaRPr lang="th-TH" dirty="0"/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7326692" y="4254528"/>
            <a:ext cx="3048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button:disabled</a:t>
            </a:r>
            <a:r>
              <a:rPr lang="en-US" dirty="0"/>
              <a:t> {</a:t>
            </a:r>
          </a:p>
          <a:p>
            <a:r>
              <a:rPr lang="en-US" dirty="0"/>
              <a:t>    cursor: not-allowed;</a:t>
            </a:r>
          </a:p>
          <a:p>
            <a:r>
              <a:rPr lang="en-US" dirty="0"/>
              <a:t>}</a:t>
            </a:r>
            <a:endParaRPr lang="th-TH" dirty="0"/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1187076" y="4190886"/>
            <a:ext cx="36140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input:enabled</a:t>
            </a:r>
            <a:r>
              <a:rPr lang="en-US" dirty="0"/>
              <a:t> {</a:t>
            </a:r>
          </a:p>
          <a:p>
            <a:r>
              <a:rPr lang="en-US" dirty="0"/>
              <a:t>    border: 2px solid blue;</a:t>
            </a:r>
          </a:p>
          <a:p>
            <a:r>
              <a:rPr lang="en-US" dirty="0"/>
              <a:t>}</a:t>
            </a:r>
            <a:endParaRPr lang="th-TH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076" y="3199542"/>
            <a:ext cx="3861684" cy="727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692" y="3319416"/>
            <a:ext cx="3808785" cy="780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AutoShape 5" descr="Not Allowed Icon Vector Art, Icons, and Graphics for Free ...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8" name="AutoShape 7" descr="Not Allowed Icon Vector Art, Icons, and Graphics for Free ..."/>
          <p:cNvSpPr>
            <a:spLocks noChangeAspect="1" noChangeArrowheads="1"/>
          </p:cNvSpPr>
          <p:nvPr/>
        </p:nvSpPr>
        <p:spPr bwMode="auto">
          <a:xfrm>
            <a:off x="342900" y="-603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pic>
        <p:nvPicPr>
          <p:cNvPr id="17417" name="Picture 9" descr="Not Allowed Icon Vector Art, Icons, and Graphics for Free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7878" y="3858454"/>
            <a:ext cx="513630" cy="513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สี่เหลี่ยมผืนผ้า 9"/>
          <p:cNvSpPr/>
          <p:nvPr/>
        </p:nvSpPr>
        <p:spPr>
          <a:xfrm>
            <a:off x="7326692" y="5287612"/>
            <a:ext cx="3464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&lt;button disabled&gt;Submit&lt;/button&gt;</a:t>
            </a:r>
            <a:endParaRPr lang="th-TH" dirty="0"/>
          </a:p>
        </p:txBody>
      </p:sp>
      <p:sp>
        <p:nvSpPr>
          <p:cNvPr id="11" name="สี่เหลี่ยมผืนผ้า 10"/>
          <p:cNvSpPr/>
          <p:nvPr/>
        </p:nvSpPr>
        <p:spPr>
          <a:xfrm>
            <a:off x="1187075" y="5279963"/>
            <a:ext cx="55445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&lt;input type="text" placeholder="Enter your username" /&gt;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222776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26AD9-4002-30E5-4D5A-14408BC56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Element Selector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DDC81-68F0-A29F-450A-C32520CA4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534263"/>
          </a:xfrm>
        </p:spPr>
        <p:txBody>
          <a:bodyPr>
            <a:normAutofit/>
          </a:bodyPr>
          <a:lstStyle/>
          <a:p>
            <a:r>
              <a:rPr lang="en-US" dirty="0"/>
              <a:t>pseudo-elements selectors select the specific part of HTML elements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::first-line</a:t>
            </a:r>
            <a:r>
              <a:rPr lang="en-US" dirty="0"/>
              <a:t>: selects the first line of text within a block-element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::first-letter</a:t>
            </a:r>
            <a:r>
              <a:rPr lang="en-US" dirty="0"/>
              <a:t>: selects the first letter of text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::before</a:t>
            </a:r>
            <a:r>
              <a:rPr lang="en-US" dirty="0"/>
              <a:t>: inserts content before the actual content of element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::after</a:t>
            </a:r>
            <a:r>
              <a:rPr lang="en-US" dirty="0"/>
              <a:t>: inserts content after the actual content of element</a:t>
            </a:r>
          </a:p>
          <a:p>
            <a:pPr lvl="1"/>
            <a:r>
              <a:rPr lang="en-US" dirty="0"/>
              <a:t>::marker: selects the marker of list elements</a:t>
            </a:r>
          </a:p>
          <a:p>
            <a:pPr lvl="1"/>
            <a:r>
              <a:rPr lang="en-US" dirty="0"/>
              <a:t>::selection: styles the user selected part of HTML elements</a:t>
            </a:r>
            <a:endParaRPr lang="th-TH" dirty="0"/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4267200" y="2477477"/>
            <a:ext cx="3860799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element::pseudo-element {</a:t>
            </a:r>
          </a:p>
          <a:p>
            <a:r>
              <a:rPr lang="en-US" sz="2400" dirty="0"/>
              <a:t>  /* CSS styles */</a:t>
            </a:r>
          </a:p>
          <a:p>
            <a:r>
              <a:rPr lang="en-US" sz="2400" dirty="0"/>
              <a:t>}</a:t>
            </a:r>
            <a:endParaRPr lang="th-TH" sz="2400" dirty="0"/>
          </a:p>
        </p:txBody>
      </p:sp>
    </p:spTree>
    <p:extLst>
      <p:ext uri="{BB962C8B-B14F-4D97-AF65-F5344CB8AC3E}">
        <p14:creationId xmlns:p14="http://schemas.microsoft.com/office/powerpoint/2010/main" val="1961339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82" y="504371"/>
            <a:ext cx="4629150" cy="295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สี่เหลี่ยมผืนผ้า 3"/>
          <p:cNvSpPr/>
          <p:nvPr/>
        </p:nvSpPr>
        <p:spPr>
          <a:xfrm>
            <a:off x="6096000" y="568341"/>
            <a:ext cx="2844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        p::first-line {</a:t>
            </a:r>
          </a:p>
          <a:p>
            <a:r>
              <a:rPr lang="en-US" dirty="0"/>
              <a:t>            color: red;</a:t>
            </a:r>
          </a:p>
          <a:p>
            <a:r>
              <a:rPr lang="en-US" dirty="0"/>
              <a:t>        }</a:t>
            </a:r>
          </a:p>
          <a:p>
            <a:br>
              <a:rPr lang="en-US" dirty="0"/>
            </a:br>
            <a:r>
              <a:rPr lang="en-US" dirty="0"/>
              <a:t>        p::first-letter {</a:t>
            </a:r>
          </a:p>
          <a:p>
            <a:r>
              <a:rPr lang="en-US" dirty="0"/>
              <a:t>            color: blue;</a:t>
            </a:r>
          </a:p>
          <a:p>
            <a:r>
              <a:rPr lang="en-US" dirty="0"/>
              <a:t>            font-size: 32px;</a:t>
            </a:r>
          </a:p>
          <a:p>
            <a:r>
              <a:rPr lang="en-US" dirty="0"/>
              <a:t>            font-weight: bold;</a:t>
            </a:r>
          </a:p>
          <a:p>
            <a:r>
              <a:rPr lang="en-US" dirty="0"/>
              <a:t>        }</a:t>
            </a:r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6618514" y="3674853"/>
            <a:ext cx="3048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p::before {</a:t>
            </a:r>
          </a:p>
          <a:p>
            <a:r>
              <a:rPr lang="en-US" dirty="0"/>
              <a:t>            content: "start text ";</a:t>
            </a:r>
          </a:p>
          <a:p>
            <a:r>
              <a:rPr lang="en-US" dirty="0"/>
              <a:t>            color: red;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p::after {</a:t>
            </a:r>
          </a:p>
          <a:p>
            <a:r>
              <a:rPr lang="en-US" dirty="0"/>
              <a:t>            content: " end text";</a:t>
            </a:r>
          </a:p>
          <a:p>
            <a:r>
              <a:rPr lang="en-US" dirty="0"/>
              <a:t>            color: orange;</a:t>
            </a:r>
          </a:p>
          <a:p>
            <a:r>
              <a:rPr lang="en-US" dirty="0"/>
              <a:t>        }</a:t>
            </a:r>
            <a:endParaRPr lang="th-TH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89882" y="572588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    &lt;p&gt;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.&lt;/p&gt;</a:t>
            </a:r>
          </a:p>
          <a:p>
            <a:r>
              <a:rPr lang="en-US" dirty="0"/>
              <a:t>    &lt;p&gt;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.&lt;/p&gt;</a:t>
            </a:r>
          </a:p>
          <a:p>
            <a:r>
              <a:rPr lang="en-US" dirty="0"/>
              <a:t>    &lt;p&gt;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.&lt;/p&gt;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89" y="4083730"/>
            <a:ext cx="4597714" cy="1435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95030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3294742" y="1203013"/>
            <a:ext cx="3048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/>
              <a:t> &lt;ul&gt;</a:t>
            </a:r>
          </a:p>
          <a:p>
            <a:r>
              <a:rPr lang="it-IT" dirty="0"/>
              <a:t>            &lt;li&gt;First&lt;/li&gt;</a:t>
            </a:r>
          </a:p>
          <a:p>
            <a:r>
              <a:rPr lang="it-IT" dirty="0"/>
              <a:t>            &lt;li&gt;Second&lt;/li&gt;</a:t>
            </a:r>
          </a:p>
          <a:p>
            <a:r>
              <a:rPr lang="it-IT" dirty="0"/>
              <a:t>            &lt;li&gt;Third&lt;/li&gt;</a:t>
            </a:r>
          </a:p>
          <a:p>
            <a:r>
              <a:rPr lang="it-IT" dirty="0"/>
              <a:t>        &lt;/ul&gt;</a:t>
            </a:r>
            <a:endParaRPr lang="th-TH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943428" y="153210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li::marker {</a:t>
            </a:r>
          </a:p>
          <a:p>
            <a:r>
              <a:rPr lang="en-US" sz="2400" dirty="0"/>
              <a:t>    color: red;</a:t>
            </a:r>
          </a:p>
          <a:p>
            <a:r>
              <a:rPr lang="en-US" sz="2400" dirty="0"/>
              <a:t>}</a:t>
            </a:r>
            <a:endParaRPr lang="th-TH" sz="2400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4571" y="1532101"/>
            <a:ext cx="1386114" cy="1241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สี่เหลี่ยมผืนผ้า 5"/>
          <p:cNvSpPr/>
          <p:nvPr/>
        </p:nvSpPr>
        <p:spPr>
          <a:xfrm>
            <a:off x="1494972" y="449721"/>
            <a:ext cx="91730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marker pseudo-element selects and styles the markers of the list items</a:t>
            </a:r>
            <a:endParaRPr lang="th-TH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1712686" y="3514023"/>
            <a:ext cx="84473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selection pseudo-element styles the user selected part of the HTML element</a:t>
            </a:r>
            <a:endParaRPr lang="th-TH" dirty="0"/>
          </a:p>
        </p:txBody>
      </p:sp>
      <p:sp>
        <p:nvSpPr>
          <p:cNvPr id="8" name="สี่เหลี่ยมผืนผ้า 7"/>
          <p:cNvSpPr/>
          <p:nvPr/>
        </p:nvSpPr>
        <p:spPr>
          <a:xfrm>
            <a:off x="856342" y="4555617"/>
            <a:ext cx="4876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p::selection {</a:t>
            </a:r>
          </a:p>
          <a:p>
            <a:r>
              <a:rPr lang="en-US" sz="2400" dirty="0"/>
              <a:t>    background-color: </a:t>
            </a:r>
            <a:r>
              <a:rPr lang="en-US" sz="2400" dirty="0" err="1"/>
              <a:t>greenyellow</a:t>
            </a:r>
            <a:r>
              <a:rPr lang="en-US" sz="2400" dirty="0"/>
              <a:t>;</a:t>
            </a:r>
          </a:p>
          <a:p>
            <a:r>
              <a:rPr lang="en-US" sz="2400" dirty="0"/>
              <a:t>}</a:t>
            </a:r>
            <a:endParaRPr lang="th-TH" sz="2400" dirty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472" y="4375696"/>
            <a:ext cx="3232672" cy="156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9549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Combinator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Combinators</a:t>
            </a:r>
            <a:r>
              <a:rPr lang="en-US" dirty="0"/>
              <a:t>: Select elements based on their relationship to other elements</a:t>
            </a:r>
          </a:p>
          <a:p>
            <a:r>
              <a:rPr lang="en-US" dirty="0"/>
              <a:t>There are four main types of CSS </a:t>
            </a:r>
            <a:r>
              <a:rPr lang="en-US" dirty="0" err="1"/>
              <a:t>combinators</a:t>
            </a:r>
            <a:endParaRPr lang="en-US" dirty="0"/>
          </a:p>
        </p:txBody>
      </p:sp>
      <p:graphicFrame>
        <p:nvGraphicFramePr>
          <p:cNvPr id="4" name="ไดอะแกรม 3"/>
          <p:cNvGraphicFramePr/>
          <p:nvPr>
            <p:extLst>
              <p:ext uri="{D42A27DB-BD31-4B8C-83A1-F6EECF244321}">
                <p14:modId xmlns:p14="http://schemas.microsoft.com/office/powerpoint/2010/main" val="3300733639"/>
              </p:ext>
            </p:extLst>
          </p:nvPr>
        </p:nvGraphicFramePr>
        <p:xfrm>
          <a:off x="734141" y="3303639"/>
          <a:ext cx="11064569" cy="2300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85728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Combinator</a:t>
            </a:r>
            <a:r>
              <a:rPr lang="en-US" dirty="0"/>
              <a:t> - Descendant </a:t>
            </a:r>
            <a:r>
              <a:rPr lang="en-US" dirty="0" err="1"/>
              <a:t>Combinator</a:t>
            </a:r>
            <a:endParaRPr lang="en-US" dirty="0"/>
          </a:p>
        </p:txBody>
      </p:sp>
      <p:sp>
        <p:nvSpPr>
          <p:cNvPr id="5" name="ตัวแทนเนื้อหา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matches all elements that are descendants of a specified element</a:t>
            </a:r>
            <a:endParaRPr lang="th-TH" dirty="0"/>
          </a:p>
        </p:txBody>
      </p:sp>
      <p:sp>
        <p:nvSpPr>
          <p:cNvPr id="8" name="สี่เหลี่ยมผืนผ้า 7"/>
          <p:cNvSpPr/>
          <p:nvPr/>
        </p:nvSpPr>
        <p:spPr>
          <a:xfrm>
            <a:off x="1381431" y="2505670"/>
            <a:ext cx="3293807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div p {</a:t>
            </a:r>
          </a:p>
          <a:p>
            <a:r>
              <a:rPr lang="en-US" dirty="0"/>
              <a:t>  background-color: yellow;</a:t>
            </a:r>
          </a:p>
          <a:p>
            <a:r>
              <a:rPr lang="en-US" dirty="0"/>
              <a:t>}</a:t>
            </a:r>
            <a:endParaRPr lang="th-TH" dirty="0"/>
          </a:p>
        </p:txBody>
      </p:sp>
      <p:sp>
        <p:nvSpPr>
          <p:cNvPr id="9" name="สี่เหลี่ยมผืนผ้า 8"/>
          <p:cNvSpPr/>
          <p:nvPr/>
        </p:nvSpPr>
        <p:spPr>
          <a:xfrm>
            <a:off x="5525729" y="2513044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&lt;p&gt;The descendant selector matches all elements that are descendants of a specified element.&lt;/p&gt;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&lt;div&gt;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rgbClr val="FF0000"/>
                </a:solidFill>
              </a:rPr>
              <a:t>&lt;p&gt;Paragraph 1 in the div.&lt;/p&gt;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rgbClr val="FF0000"/>
                </a:solidFill>
              </a:rPr>
              <a:t>&lt;p&gt;Paragraph 2 in the div.&lt;/p&gt;</a:t>
            </a:r>
          </a:p>
          <a:p>
            <a:r>
              <a:rPr lang="en-US" dirty="0"/>
              <a:t>  &lt;section&gt;</a:t>
            </a:r>
            <a:r>
              <a:rPr lang="en-US" dirty="0">
                <a:solidFill>
                  <a:srgbClr val="FF0000"/>
                </a:solidFill>
              </a:rPr>
              <a:t>&lt;p&gt;Paragraph 3 in the div.&lt;/p&gt;</a:t>
            </a:r>
            <a:r>
              <a:rPr lang="en-US" dirty="0"/>
              <a:t>&lt;/section&gt;</a:t>
            </a:r>
          </a:p>
          <a:p>
            <a:r>
              <a:rPr lang="en-US" b="1" dirty="0">
                <a:solidFill>
                  <a:srgbClr val="FF0000"/>
                </a:solidFill>
              </a:rPr>
              <a:t>&lt;/div&gt;</a:t>
            </a:r>
          </a:p>
          <a:p>
            <a:endParaRPr lang="en-US" dirty="0"/>
          </a:p>
          <a:p>
            <a:r>
              <a:rPr lang="en-US" dirty="0"/>
              <a:t>&lt;p&gt;Paragraph 4. Not in a div.&lt;/p&gt;</a:t>
            </a:r>
          </a:p>
          <a:p>
            <a:r>
              <a:rPr lang="en-US" dirty="0"/>
              <a:t>&lt;p&gt;Paragraph 5. Not in a div.&lt;/p&gt;</a:t>
            </a:r>
            <a:endParaRPr lang="th-TH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431" y="3782961"/>
            <a:ext cx="3423133" cy="2365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03186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Combinator</a:t>
            </a:r>
            <a:r>
              <a:rPr lang="en-US" dirty="0"/>
              <a:t> - Child </a:t>
            </a:r>
            <a:r>
              <a:rPr lang="en-US" dirty="0" err="1"/>
              <a:t>Combinator</a:t>
            </a:r>
            <a:r>
              <a:rPr lang="en-US" dirty="0"/>
              <a:t> (&gt;)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selects all elements that are the children of a specified element</a:t>
            </a:r>
            <a:endParaRPr lang="th-TH" dirty="0"/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1312607" y="2628122"/>
            <a:ext cx="3048000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div &gt; p {</a:t>
            </a:r>
            <a:br>
              <a:rPr lang="en-US" dirty="0"/>
            </a:br>
            <a:r>
              <a:rPr lang="en-US" dirty="0"/>
              <a:t>  background-color: yellow;</a:t>
            </a:r>
            <a:br>
              <a:rPr lang="en-US" dirty="0"/>
            </a:br>
            <a:r>
              <a:rPr lang="en-US" dirty="0"/>
              <a:t>}</a:t>
            </a:r>
            <a:endParaRPr lang="th-TH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6376218" y="2610683"/>
            <a:ext cx="581578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&lt;p&gt;The child selector (&gt;) selects all elements that are the children of a specified element.&lt;/p&gt;</a:t>
            </a:r>
          </a:p>
          <a:p>
            <a:endParaRPr lang="en-US" dirty="0"/>
          </a:p>
          <a:p>
            <a:r>
              <a:rPr lang="en-US" b="1" dirty="0"/>
              <a:t>&lt;div&gt;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rgbClr val="FF0000"/>
                </a:solidFill>
              </a:rPr>
              <a:t>&lt;p&gt;Paragraph 1 in the div.&lt;/p&gt;</a:t>
            </a:r>
          </a:p>
          <a:p>
            <a:r>
              <a:rPr lang="en-US" dirty="0">
                <a:solidFill>
                  <a:srgbClr val="FF0000"/>
                </a:solidFill>
              </a:rPr>
              <a:t>  &lt;p&gt;Paragraph 2 in the div.&lt;/p&gt;</a:t>
            </a:r>
          </a:p>
          <a:p>
            <a:r>
              <a:rPr lang="en-US" dirty="0"/>
              <a:t>  &lt;section&gt;</a:t>
            </a:r>
          </a:p>
          <a:p>
            <a:r>
              <a:rPr lang="en-US" dirty="0"/>
              <a:t>    &lt;!-- not Child but Descendant --&gt;</a:t>
            </a:r>
          </a:p>
          <a:p>
            <a:r>
              <a:rPr lang="en-US" dirty="0"/>
              <a:t>    &lt;p&gt;Paragraph 3 in the div (inside a section element).&lt;/p&gt;</a:t>
            </a:r>
          </a:p>
          <a:p>
            <a:r>
              <a:rPr lang="en-US" dirty="0"/>
              <a:t>  &lt;/section&gt;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rgbClr val="FF0000"/>
                </a:solidFill>
              </a:rPr>
              <a:t>&lt;p&gt;Paragraph 4 in the div.&lt;/p&gt;</a:t>
            </a:r>
          </a:p>
          <a:p>
            <a:r>
              <a:rPr lang="en-US" b="1" dirty="0"/>
              <a:t>&lt;/div&gt;</a:t>
            </a:r>
          </a:p>
          <a:p>
            <a:endParaRPr lang="en-US" dirty="0"/>
          </a:p>
          <a:p>
            <a:r>
              <a:rPr lang="en-US" dirty="0"/>
              <a:t>&lt;p&gt;Paragraph 5. Not in a div.&lt;/p&gt;</a:t>
            </a:r>
          </a:p>
          <a:p>
            <a:r>
              <a:rPr lang="en-US" dirty="0"/>
              <a:t>&lt;p&gt;Paragraph 6. Not in a div.&lt;/p&gt;</a:t>
            </a:r>
            <a:endParaRPr lang="th-TH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52" y="4011101"/>
            <a:ext cx="539115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8312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1244724" cy="1658198"/>
          </a:xfrm>
        </p:spPr>
        <p:txBody>
          <a:bodyPr/>
          <a:lstStyle/>
          <a:p>
            <a:r>
              <a:rPr lang="en-US" dirty="0" err="1"/>
              <a:t>Combinator</a:t>
            </a:r>
            <a:r>
              <a:rPr lang="en-US" dirty="0"/>
              <a:t> - Next Sibling </a:t>
            </a:r>
            <a:r>
              <a:rPr lang="en-US" dirty="0" err="1"/>
              <a:t>Combinator</a:t>
            </a:r>
            <a:r>
              <a:rPr lang="en-US" dirty="0"/>
              <a:t> (+)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an element that is </a:t>
            </a:r>
            <a:r>
              <a:rPr lang="en-US" dirty="0">
                <a:solidFill>
                  <a:srgbClr val="FF0000"/>
                </a:solidFill>
              </a:rPr>
              <a:t>directly after </a:t>
            </a:r>
            <a:r>
              <a:rPr lang="en-US" dirty="0"/>
              <a:t>another specific element</a:t>
            </a:r>
            <a:endParaRPr lang="th-TH" dirty="0"/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1514167" y="2695843"/>
            <a:ext cx="3397045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div + p {</a:t>
            </a:r>
          </a:p>
          <a:p>
            <a:r>
              <a:rPr lang="en-US" dirty="0"/>
              <a:t>  background-color: yellow;</a:t>
            </a:r>
          </a:p>
          <a:p>
            <a:r>
              <a:rPr lang="en-US" dirty="0"/>
              <a:t>}</a:t>
            </a:r>
            <a:endParaRPr lang="th-TH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599471" y="2492699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&lt;div&gt;</a:t>
            </a:r>
          </a:p>
          <a:p>
            <a:r>
              <a:rPr lang="en-US" dirty="0"/>
              <a:t>  &lt;p&gt;Paragraph 1 in the div.&lt;/p&gt;</a:t>
            </a:r>
          </a:p>
          <a:p>
            <a:r>
              <a:rPr lang="en-US" dirty="0"/>
              <a:t>  &lt;p&gt;Paragraph 2 in the div.&lt;/p&gt;</a:t>
            </a:r>
          </a:p>
          <a:p>
            <a:r>
              <a:rPr lang="en-US" b="1" dirty="0"/>
              <a:t>&lt;/div&gt;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&lt;p&gt;Paragraph 3. After a div.&lt;/p&gt;</a:t>
            </a:r>
          </a:p>
          <a:p>
            <a:r>
              <a:rPr lang="en-US" dirty="0"/>
              <a:t>&lt;p&gt;Paragraph 4. After a div.&lt;/p&gt;</a:t>
            </a:r>
          </a:p>
          <a:p>
            <a:endParaRPr lang="en-US" dirty="0"/>
          </a:p>
          <a:p>
            <a:r>
              <a:rPr lang="en-US" b="1" dirty="0"/>
              <a:t>&lt;div&gt;</a:t>
            </a:r>
          </a:p>
          <a:p>
            <a:r>
              <a:rPr lang="en-US" dirty="0"/>
              <a:t>  &lt;p&gt;Paragraph 5 in the div.&lt;/p&gt;</a:t>
            </a:r>
          </a:p>
          <a:p>
            <a:r>
              <a:rPr lang="en-US" dirty="0"/>
              <a:t>  &lt;p&gt;Paragraph 6 in the div.&lt;/p&gt;</a:t>
            </a:r>
          </a:p>
          <a:p>
            <a:r>
              <a:rPr lang="en-US" b="1" dirty="0"/>
              <a:t>&lt;/div&gt;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&lt;p&gt;Paragraph 7. After a div.&lt;/p&gt;</a:t>
            </a:r>
          </a:p>
          <a:p>
            <a:r>
              <a:rPr lang="en-US" dirty="0"/>
              <a:t>&lt;p&gt;Paragraph 8. After a div.&lt;/p&gt;</a:t>
            </a:r>
            <a:endParaRPr lang="th-TH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026" y="3776806"/>
            <a:ext cx="2281032" cy="2963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79770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Combinator</a:t>
            </a:r>
            <a:r>
              <a:rPr lang="en-US" dirty="0"/>
              <a:t> - Subsequent-sibling </a:t>
            </a:r>
            <a:r>
              <a:rPr lang="en-US" dirty="0" err="1"/>
              <a:t>Combinator</a:t>
            </a:r>
            <a:r>
              <a:rPr lang="en-US" dirty="0"/>
              <a:t> (~)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selects all elements that are next siblings of a specified element</a:t>
            </a:r>
            <a:endParaRPr lang="th-TH" dirty="0"/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2192593" y="2539430"/>
            <a:ext cx="3264310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div ~ p {</a:t>
            </a:r>
          </a:p>
          <a:p>
            <a:r>
              <a:rPr lang="en-US" dirty="0"/>
              <a:t>  background-color: yellow;</a:t>
            </a:r>
          </a:p>
          <a:p>
            <a:r>
              <a:rPr lang="en-US" dirty="0"/>
              <a:t>}</a:t>
            </a:r>
            <a:endParaRPr lang="th-TH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6381136" y="3299283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&lt;p&gt;Paragraph 1.&lt;/p&gt;</a:t>
            </a:r>
          </a:p>
          <a:p>
            <a:endParaRPr lang="en-US" dirty="0"/>
          </a:p>
          <a:p>
            <a:r>
              <a:rPr lang="en-US" b="1" dirty="0"/>
              <a:t>&lt;div&gt;</a:t>
            </a:r>
          </a:p>
          <a:p>
            <a:r>
              <a:rPr lang="en-US" dirty="0"/>
              <a:t>  &lt;p&gt;Paragraph 2.&lt;/p&gt;</a:t>
            </a:r>
          </a:p>
          <a:p>
            <a:r>
              <a:rPr lang="en-US" b="1" dirty="0"/>
              <a:t>&lt;/div&gt;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&lt;p&gt;Paragraph 3.&lt;/p&gt;</a:t>
            </a:r>
          </a:p>
          <a:p>
            <a:r>
              <a:rPr lang="en-US" dirty="0"/>
              <a:t>&lt;code&gt;Some code.&lt;/code&gt;</a:t>
            </a:r>
          </a:p>
          <a:p>
            <a:r>
              <a:rPr lang="en-US" dirty="0">
                <a:solidFill>
                  <a:srgbClr val="FF0000"/>
                </a:solidFill>
              </a:rPr>
              <a:t>&lt;p&gt;Paragraph 4.&lt;/p&gt;</a:t>
            </a:r>
            <a:endParaRPr lang="th-TH" dirty="0">
              <a:solidFill>
                <a:srgbClr val="FF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4935" y="3708298"/>
            <a:ext cx="2327787" cy="2848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54725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4A91-F7F3-698F-8F6B-A145744BE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!important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75612-F145-C5F2-B84A-CD6348B67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!important keyword is used to </a:t>
            </a:r>
            <a:r>
              <a:rPr lang="en-US" u="sng" dirty="0">
                <a:solidFill>
                  <a:srgbClr val="FF0000"/>
                </a:solidFill>
              </a:rPr>
              <a:t>increase the priority</a:t>
            </a:r>
            <a:r>
              <a:rPr lang="en-US" u="sng" dirty="0"/>
              <a:t> </a:t>
            </a:r>
            <a:r>
              <a:rPr lang="en-US" dirty="0"/>
              <a:t>of a CSS property.</a:t>
            </a:r>
            <a:endParaRPr lang="th-T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36B769-7872-54C0-0A3C-A6A4F7206E81}"/>
              </a:ext>
            </a:extLst>
          </p:cNvPr>
          <p:cNvSpPr txBox="1"/>
          <p:nvPr/>
        </p:nvSpPr>
        <p:spPr>
          <a:xfrm>
            <a:off x="1852236" y="2969850"/>
            <a:ext cx="31527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#paragraph {</a:t>
            </a:r>
          </a:p>
          <a:p>
            <a:r>
              <a:rPr lang="en-US" dirty="0"/>
              <a:t>  color: green;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 {</a:t>
            </a:r>
          </a:p>
          <a:p>
            <a:r>
              <a:rPr lang="en-US" dirty="0"/>
              <a:t>  color: blue </a:t>
            </a:r>
            <a:r>
              <a:rPr lang="en-US" b="1" dirty="0">
                <a:solidFill>
                  <a:srgbClr val="FF0000"/>
                </a:solidFill>
              </a:rPr>
              <a:t>!important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  <a:endParaRPr lang="th-T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128F7-2445-D9EE-844C-3DE06DCCABEA}"/>
              </a:ext>
            </a:extLst>
          </p:cNvPr>
          <p:cNvSpPr txBox="1"/>
          <p:nvPr/>
        </p:nvSpPr>
        <p:spPr>
          <a:xfrm>
            <a:off x="1852236" y="5306703"/>
            <a:ext cx="47969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&lt;p id="paragraph"&gt;This is a paragraph.&lt;/p&gt;</a:t>
            </a:r>
          </a:p>
          <a:p>
            <a:endParaRPr lang="en-US" dirty="0"/>
          </a:p>
        </p:txBody>
      </p:sp>
      <p:sp>
        <p:nvSpPr>
          <p:cNvPr id="4" name="ลูกศรขวา 3"/>
          <p:cNvSpPr/>
          <p:nvPr/>
        </p:nvSpPr>
        <p:spPr>
          <a:xfrm>
            <a:off x="5108250" y="4284407"/>
            <a:ext cx="1911983" cy="3982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TextBox 6"/>
          <p:cNvSpPr txBox="1"/>
          <p:nvPr/>
        </p:nvSpPr>
        <p:spPr>
          <a:xfrm>
            <a:off x="7890387" y="4483510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&lt;p&gt;  is blue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4959914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D333CBE-B699-4E3B-9F45-C045F7734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995BF0-8E87-4ECF-904C-D047955C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rgbClr val="41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0284B97-2BB8-60F2-7DA3-237B9671C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385066"/>
            <a:ext cx="10923638" cy="131764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 spc="-12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Styling Elements</a:t>
            </a:r>
            <a:endParaRPr lang="en-US" sz="7200" kern="1200" spc="-120" baseline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A795F0-5A8E-856C-EE16-018BBB0E3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5702709"/>
            <a:ext cx="10923638" cy="521109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EDF0E0-312B-E2C1-F488-4B7F8B99CB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624" b="33977"/>
          <a:stretch>
            <a:fillRect/>
          </a:stretch>
        </p:blipFill>
        <p:spPr>
          <a:xfrm>
            <a:off x="1" y="10"/>
            <a:ext cx="12192000" cy="424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5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44D89-CEE7-AE94-7F34-FE7F16EBE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Button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AF368-3BE5-AE5F-3523-A4B69DC6E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properties to style a button</a:t>
            </a:r>
            <a:endParaRPr lang="th-T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F5901E-AB7F-0E48-0719-289E3198135F}"/>
              </a:ext>
            </a:extLst>
          </p:cNvPr>
          <p:cNvSpPr txBox="1"/>
          <p:nvPr/>
        </p:nvSpPr>
        <p:spPr>
          <a:xfrm>
            <a:off x="8863651" y="288805"/>
            <a:ext cx="3070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&lt;button&gt;</a:t>
            </a:r>
            <a:r>
              <a:rPr lang="en-US" dirty="0" err="1"/>
              <a:t>abc</a:t>
            </a:r>
            <a:r>
              <a:rPr lang="en-US" dirty="0"/>
              <a:t>&lt;/button&gt;</a:t>
            </a:r>
            <a:endParaRPr lang="th-TH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668BC0-8ED1-D391-3CED-84C9E39BB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611" y="346644"/>
            <a:ext cx="2238687" cy="8859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32F22F1-F63A-3C08-C108-69BE2E888700}"/>
              </a:ext>
            </a:extLst>
          </p:cNvPr>
          <p:cNvSpPr txBox="1"/>
          <p:nvPr/>
        </p:nvSpPr>
        <p:spPr>
          <a:xfrm>
            <a:off x="4210665" y="1741548"/>
            <a:ext cx="609834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.btn1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lightcyan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darkblue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>
                <a:solidFill>
                  <a:srgbClr val="E50000"/>
                </a:solidFill>
                <a:latin typeface="Consolas" panose="020B0609020204030204" pitchFamily="49" charset="0"/>
              </a:rPr>
              <a:t>border-radius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5px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box-shadow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darkblue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monospace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chocolate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DD182E-CB4F-52BA-D094-3DA6EB26AA1B}"/>
              </a:ext>
            </a:extLst>
          </p:cNvPr>
          <p:cNvSpPr txBox="1"/>
          <p:nvPr/>
        </p:nvSpPr>
        <p:spPr>
          <a:xfrm>
            <a:off x="10253335" y="1994535"/>
            <a:ext cx="128144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Background</a:t>
            </a:r>
          </a:p>
          <a:p>
            <a:endParaRPr lang="en-US" dirty="0"/>
          </a:p>
          <a:p>
            <a:r>
              <a:rPr lang="en-US" dirty="0"/>
              <a:t>Border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Size</a:t>
            </a:r>
          </a:p>
          <a:p>
            <a:r>
              <a:rPr lang="en-US" dirty="0"/>
              <a:t>padding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Text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cursor</a:t>
            </a:r>
            <a:endParaRPr lang="th-T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2BF810-BFAD-11BE-3E87-1D5E2DA6364A}"/>
              </a:ext>
            </a:extLst>
          </p:cNvPr>
          <p:cNvSpPr txBox="1"/>
          <p:nvPr/>
        </p:nvSpPr>
        <p:spPr>
          <a:xfrm>
            <a:off x="761619" y="2757210"/>
            <a:ext cx="209169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Width/height</a:t>
            </a:r>
          </a:p>
          <a:p>
            <a:r>
              <a:rPr lang="en-US" dirty="0"/>
              <a:t>Padding / Margin</a:t>
            </a:r>
          </a:p>
          <a:p>
            <a:endParaRPr lang="en-US" dirty="0"/>
          </a:p>
          <a:p>
            <a:r>
              <a:rPr lang="en-US" dirty="0"/>
              <a:t>Background-color</a:t>
            </a:r>
          </a:p>
          <a:p>
            <a:endParaRPr lang="en-US" dirty="0"/>
          </a:p>
          <a:p>
            <a:r>
              <a:rPr lang="en-US" dirty="0"/>
              <a:t>Border</a:t>
            </a:r>
          </a:p>
          <a:p>
            <a:r>
              <a:rPr lang="en-US" dirty="0"/>
              <a:t>Border radius</a:t>
            </a:r>
          </a:p>
          <a:p>
            <a:r>
              <a:rPr lang="en-US" dirty="0"/>
              <a:t>Box shadow</a:t>
            </a:r>
          </a:p>
          <a:p>
            <a:endParaRPr lang="en-US" dirty="0"/>
          </a:p>
          <a:p>
            <a:r>
              <a:rPr lang="en-US" dirty="0"/>
              <a:t>Font </a:t>
            </a:r>
          </a:p>
          <a:p>
            <a:r>
              <a:rPr lang="en-US" dirty="0"/>
              <a:t>Color</a:t>
            </a:r>
          </a:p>
        </p:txBody>
      </p:sp>
    </p:spTree>
    <p:extLst>
      <p:ext uri="{BB962C8B-B14F-4D97-AF65-F5344CB8AC3E}">
        <p14:creationId xmlns:p14="http://schemas.microsoft.com/office/powerpoint/2010/main" val="2582180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2386-1331-D518-FE6B-BF738688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Button - state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9D94D-206B-32F2-1B3B-CB1A1956E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button has three different states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Hover - triggered when the user puts the cursor over an element</a:t>
            </a:r>
          </a:p>
          <a:p>
            <a:r>
              <a:rPr lang="en-US" dirty="0"/>
              <a:t>Focus - triggered when an element receives the keyboard focus</a:t>
            </a:r>
          </a:p>
          <a:p>
            <a:r>
              <a:rPr lang="en-US" dirty="0"/>
              <a:t>Active - triggered when the user actively interacts with elements</a:t>
            </a:r>
            <a:endParaRPr lang="th-T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2B3FBE-9F2C-52D4-7DB2-5B8C48A5132E}"/>
              </a:ext>
            </a:extLst>
          </p:cNvPr>
          <p:cNvSpPr txBox="1"/>
          <p:nvPr/>
        </p:nvSpPr>
        <p:spPr>
          <a:xfrm>
            <a:off x="4738686" y="1254592"/>
            <a:ext cx="6094476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.b1:hover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.b1:focus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brown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.b1:active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blueviolet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95150D-8604-2899-583F-C68829EB9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152" y="280359"/>
            <a:ext cx="1495634" cy="6096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425E8A-67DB-397C-3C49-19BF108C4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626" y="1268588"/>
            <a:ext cx="1524213" cy="6287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B01A5D-DE83-0D2B-79CF-8E8FF0C6D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5626" y="2357343"/>
            <a:ext cx="1514686" cy="6192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69DBFC-57A6-66BA-C4A0-F3D607D2D5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5626" y="3429000"/>
            <a:ext cx="1552792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375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3B8628-D883-D9F8-1CDF-F8398104ECD5}"/>
              </a:ext>
            </a:extLst>
          </p:cNvPr>
          <p:cNvSpPr txBox="1"/>
          <p:nvPr/>
        </p:nvSpPr>
        <p:spPr>
          <a:xfrm>
            <a:off x="1271016" y="767940"/>
            <a:ext cx="204597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Shadow Button</a:t>
            </a:r>
            <a:endParaRPr lang="th-T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6ACF67-F586-E60C-D7FF-7D7526CBFD0C}"/>
              </a:ext>
            </a:extLst>
          </p:cNvPr>
          <p:cNvSpPr txBox="1"/>
          <p:nvPr/>
        </p:nvSpPr>
        <p:spPr>
          <a:xfrm>
            <a:off x="6576139" y="1355596"/>
            <a:ext cx="50093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.button2:hover {</a:t>
            </a:r>
          </a:p>
          <a:p>
            <a:r>
              <a:rPr lang="en-US" dirty="0"/>
              <a:t>    box-shadow: 0px </a:t>
            </a:r>
            <a:r>
              <a:rPr lang="en-US" dirty="0" err="1"/>
              <a:t>0px</a:t>
            </a:r>
            <a:r>
              <a:rPr lang="en-US" dirty="0"/>
              <a:t> 12px 4px </a:t>
            </a:r>
            <a:r>
              <a:rPr lang="en-US" dirty="0" err="1"/>
              <a:t>rgba</a:t>
            </a:r>
            <a:r>
              <a:rPr lang="en-US" dirty="0"/>
              <a:t>(0,0,0,0.74);</a:t>
            </a:r>
          </a:p>
          <a:p>
            <a:r>
              <a:rPr lang="en-US" dirty="0"/>
              <a:t>}</a:t>
            </a:r>
            <a:endParaRPr lang="th-T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3A49D3-0564-1FE7-F847-9DD62CDADD48}"/>
              </a:ext>
            </a:extLst>
          </p:cNvPr>
          <p:cNvSpPr txBox="1"/>
          <p:nvPr/>
        </p:nvSpPr>
        <p:spPr>
          <a:xfrm>
            <a:off x="1271016" y="2805422"/>
            <a:ext cx="2203704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Disabled Button</a:t>
            </a:r>
            <a:endParaRPr lang="th-TH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965332-FAAE-1CED-4FE1-1995E8B7F3C3}"/>
              </a:ext>
            </a:extLst>
          </p:cNvPr>
          <p:cNvSpPr txBox="1"/>
          <p:nvPr/>
        </p:nvSpPr>
        <p:spPr>
          <a:xfrm>
            <a:off x="6576139" y="3165144"/>
            <a:ext cx="50093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.button2:hover {</a:t>
            </a:r>
          </a:p>
          <a:p>
            <a:r>
              <a:rPr lang="en-US" dirty="0"/>
              <a:t>    opacity: 0.4;</a:t>
            </a:r>
          </a:p>
          <a:p>
            <a:r>
              <a:rPr lang="en-US" dirty="0"/>
              <a:t>    cursor: not-allowed;</a:t>
            </a:r>
          </a:p>
          <a:p>
            <a:r>
              <a:rPr lang="en-US" dirty="0"/>
              <a:t>}</a:t>
            </a:r>
            <a:endParaRPr lang="th-TH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A7A376-371B-B383-0859-488B912CB817}"/>
              </a:ext>
            </a:extLst>
          </p:cNvPr>
          <p:cNvSpPr txBox="1"/>
          <p:nvPr/>
        </p:nvSpPr>
        <p:spPr>
          <a:xfrm>
            <a:off x="1271016" y="4438626"/>
            <a:ext cx="2203704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Animated Button</a:t>
            </a:r>
            <a:endParaRPr lang="th-TH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FB3EED-CA9E-6115-2825-7D5BC33B267E}"/>
              </a:ext>
            </a:extLst>
          </p:cNvPr>
          <p:cNvSpPr txBox="1"/>
          <p:nvPr/>
        </p:nvSpPr>
        <p:spPr>
          <a:xfrm>
            <a:off x="6576139" y="5040739"/>
            <a:ext cx="50733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.button2:hover {</a:t>
            </a:r>
          </a:p>
          <a:p>
            <a:r>
              <a:rPr lang="en-US" dirty="0"/>
              <a:t>    bottom: 12px;</a:t>
            </a:r>
          </a:p>
          <a:p>
            <a:r>
              <a:rPr lang="en-US" dirty="0"/>
              <a:t>}</a:t>
            </a:r>
            <a:endParaRPr lang="th-TH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E7DF218-534A-64EA-9169-EE03101FB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5111942"/>
            <a:ext cx="4324954" cy="9431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A479351-51B4-D02D-4B84-C4EC7397D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3322335"/>
            <a:ext cx="4458322" cy="88594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DD10EFF-9C56-17DA-6057-76194235A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16" y="1473930"/>
            <a:ext cx="4344006" cy="96215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B48D20C-2515-63CE-D787-387F4214AD86}"/>
              </a:ext>
            </a:extLst>
          </p:cNvPr>
          <p:cNvSpPr txBox="1"/>
          <p:nvPr/>
        </p:nvSpPr>
        <p:spPr>
          <a:xfrm>
            <a:off x="6238494" y="635329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https://www.freshdesignweb.com/html-css-button-style.html</a:t>
            </a:r>
          </a:p>
        </p:txBody>
      </p:sp>
    </p:spTree>
    <p:extLst>
      <p:ext uri="{BB962C8B-B14F-4D97-AF65-F5344CB8AC3E}">
        <p14:creationId xmlns:p14="http://schemas.microsoft.com/office/powerpoint/2010/main" val="509016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F5F01-2071-575D-2468-150A68BFA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</a:t>
            </a:r>
            <a:endParaRPr lang="th-T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F2D3A1-A8FC-2018-F66A-C02D8B2C1F8D}"/>
              </a:ext>
            </a:extLst>
          </p:cNvPr>
          <p:cNvSpPr txBox="1"/>
          <p:nvPr/>
        </p:nvSpPr>
        <p:spPr>
          <a:xfrm>
            <a:off x="8227009" y="829009"/>
            <a:ext cx="3270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default form without any styles</a:t>
            </a:r>
            <a:endParaRPr lang="th-T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CF320F-CCAA-FEE3-D568-EF104B994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097" y="281299"/>
            <a:ext cx="7576416" cy="4364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5C09C9-9348-855F-7B7F-25F3C57F1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80" y="2011680"/>
            <a:ext cx="3936974" cy="19100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BB555B-655D-0AB9-38A0-2B3AE5E0C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025" y="1794635"/>
            <a:ext cx="3399502" cy="4563831"/>
          </a:xfrm>
          <a:prstGeom prst="rect">
            <a:avLst/>
          </a:prstGeom>
        </p:spPr>
      </p:pic>
      <p:pic>
        <p:nvPicPr>
          <p:cNvPr id="2052" name="Picture 4" descr="Styling Client Onboarding Form - Sweep&amp;Go">
            <a:extLst>
              <a:ext uri="{FF2B5EF4-FFF2-40B4-BE49-F238E27FC236}">
                <a16:creationId xmlns:a16="http://schemas.microsoft.com/office/drawing/2014/main" id="{2456800F-095C-B675-279F-10372DD7E8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5" t="15934" r="22471" b="5017"/>
          <a:stretch>
            <a:fillRect/>
          </a:stretch>
        </p:blipFill>
        <p:spPr bwMode="auto">
          <a:xfrm>
            <a:off x="8395198" y="2011680"/>
            <a:ext cx="3185989" cy="442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ml - CSS - Styling a form - Stack Overflow">
            <a:extLst>
              <a:ext uri="{FF2B5EF4-FFF2-40B4-BE49-F238E27FC236}">
                <a16:creationId xmlns:a16="http://schemas.microsoft.com/office/drawing/2014/main" id="{BC6E3E7F-A827-6615-DD46-E65239CA6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72" y="4224402"/>
            <a:ext cx="431482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51414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C325-6717-3912-B67F-76172DCE4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5E80-882E-1CBD-E415-46BE1AC1B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Form</a:t>
            </a:r>
            <a:endParaRPr lang="th-T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0CEFD6-80B0-92FA-FC5E-EB19B237D447}"/>
              </a:ext>
            </a:extLst>
          </p:cNvPr>
          <p:cNvSpPr txBox="1"/>
          <p:nvPr/>
        </p:nvSpPr>
        <p:spPr>
          <a:xfrm>
            <a:off x="388239" y="3756422"/>
            <a:ext cx="11415522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"/submit"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E50000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"name"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"Your name"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E50000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"password"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"Your password"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EA14E2-03D9-1F9F-4D5C-896495E90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673" y="2883344"/>
            <a:ext cx="7576416" cy="43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7057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62F1-95BC-7CBD-80CD-1424C29D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24653-2060-D041-B8CC-CC4291C22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form element in the following ways</a:t>
            </a:r>
            <a:endParaRPr lang="th-T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148A3-37F9-5C15-0DBD-F94E15A37800}"/>
              </a:ext>
            </a:extLst>
          </p:cNvPr>
          <p:cNvSpPr txBox="1"/>
          <p:nvPr/>
        </p:nvSpPr>
        <p:spPr>
          <a:xfrm>
            <a:off x="2439625" y="4134892"/>
            <a:ext cx="11896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input{  }</a:t>
            </a:r>
          </a:p>
          <a:p>
            <a:endParaRPr lang="en-US" dirty="0"/>
          </a:p>
          <a:p>
            <a:r>
              <a:rPr lang="en-US" dirty="0" err="1"/>
              <a:t>textarea</a:t>
            </a:r>
            <a:r>
              <a:rPr lang="en-US" dirty="0"/>
              <a:t>{  }</a:t>
            </a:r>
          </a:p>
          <a:p>
            <a:endParaRPr lang="en-US" dirty="0"/>
          </a:p>
          <a:p>
            <a:r>
              <a:rPr lang="en-US" dirty="0"/>
              <a:t>label{  }</a:t>
            </a:r>
            <a:endParaRPr lang="th-T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0D341-9FB0-B076-2BCF-51620CED1355}"/>
              </a:ext>
            </a:extLst>
          </p:cNvPr>
          <p:cNvSpPr txBox="1"/>
          <p:nvPr/>
        </p:nvSpPr>
        <p:spPr>
          <a:xfrm>
            <a:off x="6572155" y="4134892"/>
            <a:ext cx="246375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input[type=text]{  }</a:t>
            </a:r>
          </a:p>
          <a:p>
            <a:endParaRPr lang="en-US" dirty="0"/>
          </a:p>
          <a:p>
            <a:r>
              <a:rPr lang="en-US" dirty="0"/>
              <a:t>input[type=password]{  }</a:t>
            </a:r>
          </a:p>
          <a:p>
            <a:endParaRPr lang="en-US" dirty="0"/>
          </a:p>
          <a:p>
            <a:r>
              <a:rPr lang="en-US" dirty="0"/>
              <a:t>input[type=number]{ 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D12C2F-E146-E1AC-F5FF-B4680F3CEE27}"/>
              </a:ext>
            </a:extLst>
          </p:cNvPr>
          <p:cNvSpPr txBox="1"/>
          <p:nvPr/>
        </p:nvSpPr>
        <p:spPr>
          <a:xfrm>
            <a:off x="1703118" y="2996882"/>
            <a:ext cx="3255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Selecting the form element by</a:t>
            </a:r>
          </a:p>
          <a:p>
            <a:r>
              <a:rPr lang="en-US" dirty="0"/>
              <a:t>referring to their element names</a:t>
            </a:r>
            <a:endParaRPr lang="th-TH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A115CA-DF2B-46E1-F479-6A388E8847E2}"/>
              </a:ext>
            </a:extLst>
          </p:cNvPr>
          <p:cNvSpPr txBox="1"/>
          <p:nvPr/>
        </p:nvSpPr>
        <p:spPr>
          <a:xfrm>
            <a:off x="6406993" y="2904549"/>
            <a:ext cx="45742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Selecting the form element attribute</a:t>
            </a:r>
          </a:p>
          <a:p>
            <a:r>
              <a:rPr lang="en-US" dirty="0"/>
              <a:t>by referring to their attributes using element attribute selectors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098529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EDFAC-9925-0F28-7FC1-31505B741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– input field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53650-8955-DEEA-6DD7-0D61D66BA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Styling Input Field</a:t>
            </a:r>
            <a:endParaRPr lang="th-T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D7DA60-7941-FEB7-01D5-20CB8E28603F}"/>
              </a:ext>
            </a:extLst>
          </p:cNvPr>
          <p:cNvSpPr txBox="1"/>
          <p:nvPr/>
        </p:nvSpPr>
        <p:spPr>
          <a:xfrm>
            <a:off x="1528429" y="2663128"/>
            <a:ext cx="209169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Width/height</a:t>
            </a:r>
          </a:p>
          <a:p>
            <a:r>
              <a:rPr lang="en-US" dirty="0"/>
              <a:t>Padding / Margin</a:t>
            </a:r>
          </a:p>
          <a:p>
            <a:endParaRPr lang="en-US" dirty="0"/>
          </a:p>
          <a:p>
            <a:r>
              <a:rPr lang="en-US" dirty="0"/>
              <a:t>Background-color</a:t>
            </a:r>
          </a:p>
          <a:p>
            <a:endParaRPr lang="en-US" dirty="0"/>
          </a:p>
          <a:p>
            <a:r>
              <a:rPr lang="en-US" dirty="0"/>
              <a:t>Border</a:t>
            </a:r>
          </a:p>
          <a:p>
            <a:r>
              <a:rPr lang="en-US" dirty="0"/>
              <a:t>Border radius</a:t>
            </a:r>
          </a:p>
          <a:p>
            <a:r>
              <a:rPr lang="en-US" dirty="0"/>
              <a:t>Box shadow</a:t>
            </a:r>
          </a:p>
          <a:p>
            <a:endParaRPr lang="en-US" dirty="0"/>
          </a:p>
          <a:p>
            <a:r>
              <a:rPr lang="en-US" dirty="0"/>
              <a:t>Font </a:t>
            </a:r>
          </a:p>
          <a:p>
            <a:r>
              <a:rPr lang="en-US" dirty="0"/>
              <a:t>Color</a:t>
            </a:r>
          </a:p>
          <a:p>
            <a:endParaRPr lang="en-US" dirty="0"/>
          </a:p>
          <a:p>
            <a:r>
              <a:rPr lang="en-US" dirty="0"/>
              <a:t>On focus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A51C85-6C7E-2890-DFDE-E4D99823C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886" y="1080135"/>
            <a:ext cx="1810003" cy="6096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9968F5-D1F6-0132-C7AA-5557AB64DE22}"/>
              </a:ext>
            </a:extLst>
          </p:cNvPr>
          <p:cNvSpPr txBox="1"/>
          <p:nvPr/>
        </p:nvSpPr>
        <p:spPr>
          <a:xfrm>
            <a:off x="4471892" y="2625259"/>
            <a:ext cx="609447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#707070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box-shadow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#707070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lightcyan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B73DA1-8611-57A9-6B4F-0AD6A56D8048}"/>
              </a:ext>
            </a:extLst>
          </p:cNvPr>
          <p:cNvSpPr txBox="1"/>
          <p:nvPr/>
        </p:nvSpPr>
        <p:spPr>
          <a:xfrm>
            <a:off x="10300142" y="1869102"/>
            <a:ext cx="1182247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Input state</a:t>
            </a:r>
          </a:p>
          <a:p>
            <a:endParaRPr lang="en-US" dirty="0"/>
          </a:p>
          <a:p>
            <a:r>
              <a:rPr lang="en-US" dirty="0"/>
              <a:t>- hover</a:t>
            </a:r>
          </a:p>
          <a:p>
            <a:r>
              <a:rPr lang="en-US" dirty="0"/>
              <a:t>- focus</a:t>
            </a:r>
          </a:p>
          <a:p>
            <a:r>
              <a:rPr lang="en-US" dirty="0"/>
              <a:t>- active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068744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516" y="360634"/>
            <a:ext cx="2486025" cy="211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สี่เหลี่ยมผืนผ้า 2"/>
          <p:cNvSpPr/>
          <p:nvPr/>
        </p:nvSpPr>
        <p:spPr>
          <a:xfrm>
            <a:off x="791497" y="643474"/>
            <a:ext cx="404597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        * {</a:t>
            </a:r>
          </a:p>
          <a:p>
            <a:r>
              <a:rPr lang="en-US" dirty="0"/>
              <a:t>            margin: 0px;</a:t>
            </a:r>
          </a:p>
          <a:p>
            <a:r>
              <a:rPr lang="en-US" dirty="0"/>
              <a:t>            padding: 0px;</a:t>
            </a:r>
          </a:p>
          <a:p>
            <a:r>
              <a:rPr lang="en-US" dirty="0"/>
              <a:t>            box-sizing: border-box;</a:t>
            </a:r>
          </a:p>
          <a:p>
            <a:r>
              <a:rPr lang="en-US" dirty="0"/>
              <a:t>        }</a:t>
            </a:r>
            <a:br>
              <a:rPr lang="en-US" dirty="0"/>
            </a:br>
            <a:r>
              <a:rPr lang="en-US" dirty="0"/>
              <a:t>        form {</a:t>
            </a:r>
          </a:p>
          <a:p>
            <a:r>
              <a:rPr lang="en-US" dirty="0"/>
              <a:t>            border: 1px solid gray;</a:t>
            </a:r>
          </a:p>
          <a:p>
            <a:r>
              <a:rPr lang="en-US" dirty="0"/>
              <a:t>            width: 200px;           </a:t>
            </a:r>
          </a:p>
          <a:p>
            <a:r>
              <a:rPr lang="en-US" dirty="0"/>
              <a:t>        }</a:t>
            </a:r>
            <a:br>
              <a:rPr lang="en-US" dirty="0"/>
            </a:br>
            <a:r>
              <a:rPr lang="en-US" dirty="0"/>
              <a:t>        .container {</a:t>
            </a:r>
          </a:p>
          <a:p>
            <a:r>
              <a:rPr lang="en-US" dirty="0"/>
              <a:t>            padding: 5px;</a:t>
            </a:r>
          </a:p>
          <a:p>
            <a:r>
              <a:rPr lang="en-US" dirty="0"/>
              <a:t>        }        </a:t>
            </a:r>
          </a:p>
          <a:p>
            <a:r>
              <a:rPr lang="en-US" dirty="0"/>
              <a:t>        .title{</a:t>
            </a:r>
          </a:p>
          <a:p>
            <a:r>
              <a:rPr lang="en-US" dirty="0"/>
              <a:t>            display: block;</a:t>
            </a:r>
          </a:p>
          <a:p>
            <a:r>
              <a:rPr lang="en-US" dirty="0"/>
              <a:t>        }</a:t>
            </a:r>
            <a:br>
              <a:rPr lang="en-US" dirty="0"/>
            </a:br>
            <a:r>
              <a:rPr lang="en-US" dirty="0"/>
              <a:t>        input {</a:t>
            </a:r>
          </a:p>
          <a:p>
            <a:r>
              <a:rPr lang="en-US" dirty="0"/>
              <a:t>            width: 100%;</a:t>
            </a:r>
          </a:p>
          <a:p>
            <a:r>
              <a:rPr lang="en-US" dirty="0"/>
              <a:t>            padding: 5px;</a:t>
            </a:r>
          </a:p>
          <a:p>
            <a:r>
              <a:rPr lang="en-US" dirty="0"/>
              <a:t>            margin-top: 3px;</a:t>
            </a:r>
          </a:p>
          <a:p>
            <a:r>
              <a:rPr lang="en-US" dirty="0"/>
              <a:t>            border-radius: 5px;</a:t>
            </a:r>
          </a:p>
          <a:p>
            <a:r>
              <a:rPr lang="en-US" dirty="0"/>
              <a:t>        }</a:t>
            </a:r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4404851" y="2708612"/>
            <a:ext cx="768882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    &lt;form action="/submit" method="post"&gt;</a:t>
            </a:r>
          </a:p>
          <a:p>
            <a:r>
              <a:rPr lang="en-US" dirty="0"/>
              <a:t>        &lt;div class="container"&gt;</a:t>
            </a:r>
          </a:p>
          <a:p>
            <a:r>
              <a:rPr lang="en-US" dirty="0"/>
              <a:t>            &lt;label class="title" for="name"&gt;name&lt;/label&gt;</a:t>
            </a:r>
          </a:p>
          <a:p>
            <a:r>
              <a:rPr lang="en-US" dirty="0"/>
              <a:t>            &lt;input type="text" name="name" placeholder="Your name"&gt;</a:t>
            </a:r>
          </a:p>
          <a:p>
            <a:r>
              <a:rPr lang="en-US" dirty="0"/>
              <a:t>        &lt;/div&gt;</a:t>
            </a:r>
          </a:p>
          <a:p>
            <a:r>
              <a:rPr lang="en-US" dirty="0"/>
              <a:t>        &lt;div class="container"&gt;</a:t>
            </a:r>
          </a:p>
          <a:p>
            <a:r>
              <a:rPr lang="en-US" dirty="0"/>
              <a:t>            &lt;label class="title" for="password"&gt;password&lt;/label&gt;</a:t>
            </a:r>
          </a:p>
          <a:p>
            <a:r>
              <a:rPr lang="en-US" dirty="0"/>
              <a:t>            &lt;input type="password" name="password" placeholder="Your password"&gt;</a:t>
            </a:r>
          </a:p>
          <a:p>
            <a:r>
              <a:rPr lang="en-US" dirty="0"/>
              <a:t>        &lt;/div&gt;</a:t>
            </a:r>
          </a:p>
          <a:p>
            <a:r>
              <a:rPr lang="en-US" dirty="0"/>
              <a:t>        &lt;div class="container"&gt;</a:t>
            </a:r>
          </a:p>
          <a:p>
            <a:r>
              <a:rPr lang="en-US" dirty="0"/>
              <a:t>            &lt;input type="submit" value="Submit"&gt;</a:t>
            </a:r>
          </a:p>
          <a:p>
            <a:r>
              <a:rPr lang="en-US" dirty="0"/>
              <a:t>        &lt;/div&gt;</a:t>
            </a:r>
          </a:p>
          <a:p>
            <a:r>
              <a:rPr lang="en-US" dirty="0"/>
              <a:t>    &lt;/form&gt;</a:t>
            </a:r>
          </a:p>
        </p:txBody>
      </p:sp>
    </p:spTree>
    <p:extLst>
      <p:ext uri="{BB962C8B-B14F-4D97-AF65-F5344CB8AC3E}">
        <p14:creationId xmlns:p14="http://schemas.microsoft.com/office/powerpoint/2010/main" val="14697246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FCE82-5E46-6847-5C0E-E8A7B9EE8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- </a:t>
            </a:r>
            <a:r>
              <a:rPr lang="en-US" dirty="0" err="1"/>
              <a:t>textarea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7CCCF-5679-9B1B-FD23-214E83352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Styleing</a:t>
            </a:r>
            <a:r>
              <a:rPr lang="en-US" dirty="0"/>
              <a:t> </a:t>
            </a:r>
            <a:r>
              <a:rPr lang="en-US" dirty="0" err="1"/>
              <a:t>textarea</a:t>
            </a:r>
            <a:endParaRPr lang="th-T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7E3BDA-0584-3867-A00F-FB9DCBC4B225}"/>
              </a:ext>
            </a:extLst>
          </p:cNvPr>
          <p:cNvSpPr txBox="1"/>
          <p:nvPr/>
        </p:nvSpPr>
        <p:spPr>
          <a:xfrm>
            <a:off x="6472985" y="3481754"/>
            <a:ext cx="5042359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textarea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pink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0%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box-sizing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border-box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purple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1CE174-1F6F-CEF2-37B7-C2A726CE3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951" y="1638610"/>
            <a:ext cx="3048425" cy="15527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6954C4-EECE-D5C1-1128-EB53B5938293}"/>
              </a:ext>
            </a:extLst>
          </p:cNvPr>
          <p:cNvSpPr txBox="1"/>
          <p:nvPr/>
        </p:nvSpPr>
        <p:spPr>
          <a:xfrm>
            <a:off x="1842436" y="2665148"/>
            <a:ext cx="209169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Width/height</a:t>
            </a:r>
          </a:p>
          <a:p>
            <a:r>
              <a:rPr lang="en-US" dirty="0"/>
              <a:t>Padding / Margin</a:t>
            </a:r>
          </a:p>
          <a:p>
            <a:endParaRPr lang="en-US" dirty="0"/>
          </a:p>
          <a:p>
            <a:r>
              <a:rPr lang="en-US" dirty="0"/>
              <a:t>Background-color</a:t>
            </a:r>
          </a:p>
          <a:p>
            <a:endParaRPr lang="en-US" dirty="0"/>
          </a:p>
          <a:p>
            <a:r>
              <a:rPr lang="en-US" dirty="0"/>
              <a:t>Border</a:t>
            </a:r>
          </a:p>
          <a:p>
            <a:r>
              <a:rPr lang="en-US" dirty="0"/>
              <a:t>Border radius</a:t>
            </a:r>
          </a:p>
          <a:p>
            <a:r>
              <a:rPr lang="en-US" dirty="0"/>
              <a:t>Box shadow</a:t>
            </a:r>
          </a:p>
          <a:p>
            <a:endParaRPr lang="en-US" dirty="0"/>
          </a:p>
          <a:p>
            <a:r>
              <a:rPr lang="en-US" dirty="0"/>
              <a:t>Font </a:t>
            </a:r>
          </a:p>
          <a:p>
            <a:r>
              <a:rPr lang="en-US" dirty="0"/>
              <a:t>Color</a:t>
            </a:r>
          </a:p>
          <a:p>
            <a:endParaRPr lang="en-US" dirty="0"/>
          </a:p>
          <a:p>
            <a:r>
              <a:rPr lang="en-US" dirty="0"/>
              <a:t>On focus</a:t>
            </a:r>
          </a:p>
        </p:txBody>
      </p:sp>
    </p:spTree>
    <p:extLst>
      <p:ext uri="{BB962C8B-B14F-4D97-AF65-F5344CB8AC3E}">
        <p14:creationId xmlns:p14="http://schemas.microsoft.com/office/powerpoint/2010/main" val="39658237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7331C-12E8-7D4E-4C97-6982B752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- Drop Down Menus</a:t>
            </a:r>
            <a:endParaRPr lang="th-T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9922C1-C3D2-33AF-F98A-F02DC3407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376" y="2689023"/>
            <a:ext cx="3067478" cy="24292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63878D-5FB1-8DB0-66C9-7048B868AE01}"/>
              </a:ext>
            </a:extLst>
          </p:cNvPr>
          <p:cNvSpPr txBox="1"/>
          <p:nvPr/>
        </p:nvSpPr>
        <p:spPr>
          <a:xfrm>
            <a:off x="5333999" y="2689023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lightsalmon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30%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34956143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8C8-D7D0-712B-D0C7-021772D20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- Radio Button</a:t>
            </a:r>
            <a:endParaRPr lang="th-T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8FDB87-D5DE-83A4-1AC1-4E990E7E0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457" y="2405740"/>
            <a:ext cx="6166669" cy="8510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53B747-0EF5-8F41-C1EA-12F21CABD455}"/>
              </a:ext>
            </a:extLst>
          </p:cNvPr>
          <p:cNvSpPr txBox="1"/>
          <p:nvPr/>
        </p:nvSpPr>
        <p:spPr>
          <a:xfrm>
            <a:off x="1716505" y="3601235"/>
            <a:ext cx="609600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13099306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ACEA8-D912-668C-8C60-575968F92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- Check Box</a:t>
            </a:r>
            <a:endParaRPr lang="th-T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9C1E15-1379-9C00-ABD6-0CFB8FC9C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094" y="2280403"/>
            <a:ext cx="6030167" cy="8859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CC9A3F-D095-4517-94B2-6E6A2895E8C9}"/>
              </a:ext>
            </a:extLst>
          </p:cNvPr>
          <p:cNvSpPr txBox="1"/>
          <p:nvPr/>
        </p:nvSpPr>
        <p:spPr>
          <a:xfrm>
            <a:off x="2438401" y="3884662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41103949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8A5F9-913A-D650-98DB-A50705680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- Submit Button</a:t>
            </a:r>
            <a:endParaRPr lang="th-T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C58B17-8DB7-E67E-AB5F-5C949B8B6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715" y="558005"/>
            <a:ext cx="2143424" cy="8002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12ABA6-D8A3-4469-63AD-3303DE803B52}"/>
              </a:ext>
            </a:extLst>
          </p:cNvPr>
          <p:cNvSpPr txBox="1"/>
          <p:nvPr/>
        </p:nvSpPr>
        <p:spPr>
          <a:xfrm>
            <a:off x="4488263" y="1842775"/>
            <a:ext cx="8401050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purple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"Courier New"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Courier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monospace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margin-top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FDCAE-34E1-3F64-8279-DCC7E032AA30}"/>
              </a:ext>
            </a:extLst>
          </p:cNvPr>
          <p:cNvSpPr txBox="1"/>
          <p:nvPr/>
        </p:nvSpPr>
        <p:spPr>
          <a:xfrm>
            <a:off x="4527805" y="5693051"/>
            <a:ext cx="6922008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:hover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indigo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8507E-1374-06B7-70DE-516497B7B0B8}"/>
              </a:ext>
            </a:extLst>
          </p:cNvPr>
          <p:cNvSpPr txBox="1"/>
          <p:nvPr/>
        </p:nvSpPr>
        <p:spPr>
          <a:xfrm>
            <a:off x="793703" y="2157731"/>
            <a:ext cx="229460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Width/height</a:t>
            </a:r>
          </a:p>
          <a:p>
            <a:r>
              <a:rPr lang="en-US" dirty="0"/>
              <a:t>Padding / Margin</a:t>
            </a:r>
          </a:p>
          <a:p>
            <a:endParaRPr lang="en-US" dirty="0"/>
          </a:p>
          <a:p>
            <a:r>
              <a:rPr lang="en-US" dirty="0"/>
              <a:t>Background-color</a:t>
            </a:r>
          </a:p>
          <a:p>
            <a:endParaRPr lang="en-US" dirty="0"/>
          </a:p>
          <a:p>
            <a:r>
              <a:rPr lang="en-US" dirty="0"/>
              <a:t>Border</a:t>
            </a:r>
          </a:p>
          <a:p>
            <a:r>
              <a:rPr lang="en-US" dirty="0"/>
              <a:t>Border radius</a:t>
            </a:r>
          </a:p>
          <a:p>
            <a:r>
              <a:rPr lang="en-US" dirty="0"/>
              <a:t>Box shadow</a:t>
            </a:r>
          </a:p>
          <a:p>
            <a:endParaRPr lang="en-US" dirty="0"/>
          </a:p>
          <a:p>
            <a:r>
              <a:rPr lang="en-US" dirty="0"/>
              <a:t>Font </a:t>
            </a:r>
          </a:p>
          <a:p>
            <a:r>
              <a:rPr lang="en-US" dirty="0"/>
              <a:t>Color</a:t>
            </a:r>
          </a:p>
          <a:p>
            <a:endParaRPr lang="en-US" dirty="0"/>
          </a:p>
          <a:p>
            <a:r>
              <a:rPr lang="en-US" dirty="0"/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20833961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DC103-8A2B-1502-CA88-AA461692A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42C9F-595F-4A82-2BF5-4F11F532F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table is an HTML element that organizes data in rows and columns format</a:t>
            </a:r>
            <a:endParaRPr lang="th-TH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3C093B-D3CD-7CAD-FDEE-D66CD72E9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4741" y="564290"/>
            <a:ext cx="1590897" cy="895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D81650-FC14-0E84-4A44-2E18D66DA26A}"/>
              </a:ext>
            </a:extLst>
          </p:cNvPr>
          <p:cNvSpPr txBox="1"/>
          <p:nvPr/>
        </p:nvSpPr>
        <p:spPr>
          <a:xfrm>
            <a:off x="128650" y="5046890"/>
            <a:ext cx="563111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EF16FE-1BBB-349B-DA53-23FEC3CF5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235" y="3397518"/>
            <a:ext cx="1762371" cy="11526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6FD82A0-482D-729C-8CC4-5BF0C4D8F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721" y="3157383"/>
            <a:ext cx="2119565" cy="163488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38F1383-11A6-28FF-BC34-D466BEFD8FF9}"/>
              </a:ext>
            </a:extLst>
          </p:cNvPr>
          <p:cNvSpPr txBox="1"/>
          <p:nvPr/>
        </p:nvSpPr>
        <p:spPr>
          <a:xfrm>
            <a:off x="6043611" y="4962257"/>
            <a:ext cx="514578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border-spacing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58DDD0-2DA1-AB6D-0C16-7CD1FA72E3FB}"/>
              </a:ext>
            </a:extLst>
          </p:cNvPr>
          <p:cNvSpPr txBox="1"/>
          <p:nvPr/>
        </p:nvSpPr>
        <p:spPr>
          <a:xfrm>
            <a:off x="2098276" y="2688250"/>
            <a:ext cx="1572287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Table borders</a:t>
            </a:r>
            <a:endParaRPr lang="th-TH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19F4AF-4EA6-F4CA-A508-DD7C3597439A}"/>
              </a:ext>
            </a:extLst>
          </p:cNvPr>
          <p:cNvSpPr txBox="1"/>
          <p:nvPr/>
        </p:nvSpPr>
        <p:spPr>
          <a:xfrm>
            <a:off x="7687870" y="2688250"/>
            <a:ext cx="1838582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Border </a:t>
            </a:r>
            <a:r>
              <a:rPr lang="en-US" dirty="0">
                <a:solidFill>
                  <a:schemeClr val="dk1"/>
                </a:solidFill>
              </a:rPr>
              <a:t>spacing</a:t>
            </a:r>
            <a:endParaRPr lang="th-TH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403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0FEC249-3123-E21C-5090-AB082023E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922" y="366292"/>
            <a:ext cx="2254071" cy="21898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018E784-2D6B-79A7-67E7-6FD6367A27C7}"/>
              </a:ext>
            </a:extLst>
          </p:cNvPr>
          <p:cNvSpPr txBox="1"/>
          <p:nvPr/>
        </p:nvSpPr>
        <p:spPr>
          <a:xfrm>
            <a:off x="5116068" y="260901"/>
            <a:ext cx="619048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border-collapse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collapse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30%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26ED321-8B86-AFA2-0BA8-5D08CCC77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366" y="3170650"/>
            <a:ext cx="3972479" cy="28007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AF246EF-A3CA-E96F-9FC1-A47D3368E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658" y="3866072"/>
            <a:ext cx="3886742" cy="210531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567817D-BDC5-7C71-FA1D-B57BCB464435}"/>
              </a:ext>
            </a:extLst>
          </p:cNvPr>
          <p:cNvSpPr txBox="1"/>
          <p:nvPr/>
        </p:nvSpPr>
        <p:spPr>
          <a:xfrm>
            <a:off x="7829120" y="6142895"/>
            <a:ext cx="323512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table-layout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AC04B8-8F75-C6B2-75E7-3AE380FDB0D1}"/>
              </a:ext>
            </a:extLst>
          </p:cNvPr>
          <p:cNvSpPr txBox="1"/>
          <p:nvPr/>
        </p:nvSpPr>
        <p:spPr>
          <a:xfrm>
            <a:off x="3025736" y="6142895"/>
            <a:ext cx="3070264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table-layout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fixed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5" name="Arrow: Left-Right 24">
            <a:extLst>
              <a:ext uri="{FF2B5EF4-FFF2-40B4-BE49-F238E27FC236}">
                <a16:creationId xmlns:a16="http://schemas.microsoft.com/office/drawing/2014/main" id="{D3C07EF6-14FE-AA0E-5023-30F6E9E47BD6}"/>
              </a:ext>
            </a:extLst>
          </p:cNvPr>
          <p:cNvSpPr/>
          <p:nvPr/>
        </p:nvSpPr>
        <p:spPr>
          <a:xfrm>
            <a:off x="7438644" y="4630444"/>
            <a:ext cx="3150108" cy="44805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0E8ECCD7-DB40-7097-7FF6-D37E5DAB62DB}"/>
              </a:ext>
            </a:extLst>
          </p:cNvPr>
          <p:cNvSpPr/>
          <p:nvPr/>
        </p:nvSpPr>
        <p:spPr>
          <a:xfrm>
            <a:off x="2679720" y="4224516"/>
            <a:ext cx="1759692" cy="44805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11A83FCB-B5DA-D2AD-4356-49DF5DE45CDC}"/>
              </a:ext>
            </a:extLst>
          </p:cNvPr>
          <p:cNvSpPr/>
          <p:nvPr/>
        </p:nvSpPr>
        <p:spPr>
          <a:xfrm>
            <a:off x="4563398" y="4224516"/>
            <a:ext cx="1759692" cy="44805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D3095-0B49-62AC-750B-BC20BE3A942A}"/>
              </a:ext>
            </a:extLst>
          </p:cNvPr>
          <p:cNvSpPr txBox="1"/>
          <p:nvPr/>
        </p:nvSpPr>
        <p:spPr>
          <a:xfrm>
            <a:off x="10013608" y="2144599"/>
            <a:ext cx="136152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Table size</a:t>
            </a:r>
            <a:endParaRPr lang="th-T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E3E0E-5956-012F-A314-A47D0434C7A0}"/>
              </a:ext>
            </a:extLst>
          </p:cNvPr>
          <p:cNvSpPr txBox="1"/>
          <p:nvPr/>
        </p:nvSpPr>
        <p:spPr>
          <a:xfrm>
            <a:off x="438912" y="366292"/>
            <a:ext cx="2586824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Collapse table borders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A97DB9-9AEB-3B16-9DBF-118AA3311831}"/>
              </a:ext>
            </a:extLst>
          </p:cNvPr>
          <p:cNvSpPr txBox="1"/>
          <p:nvPr/>
        </p:nvSpPr>
        <p:spPr>
          <a:xfrm>
            <a:off x="698158" y="3244334"/>
            <a:ext cx="136152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Table layout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6308721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47FF24-F589-F34D-FDB4-0B0CFF4E7342}"/>
              </a:ext>
            </a:extLst>
          </p:cNvPr>
          <p:cNvSpPr txBox="1"/>
          <p:nvPr/>
        </p:nvSpPr>
        <p:spPr>
          <a:xfrm>
            <a:off x="1216152" y="5541436"/>
            <a:ext cx="5066157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E50000"/>
                </a:solidFill>
                <a:latin typeface="Consolas" panose="020B0609020204030204" pitchFamily="49" charset="0"/>
              </a:rPr>
              <a:t>text-align </a:t>
            </a:r>
            <a:r>
              <a:rPr lang="en-US" b="0" i="0" dirty="0">
                <a:effectLst/>
                <a:latin typeface="Droid Sans Mono"/>
              </a:rPr>
              <a:t>: 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left | center | right</a:t>
            </a:r>
            <a:r>
              <a:rPr lang="en-US" b="0" i="0" dirty="0">
                <a:effectLst/>
                <a:latin typeface="Droid Sans Mono"/>
              </a:rPr>
              <a:t>;</a:t>
            </a:r>
            <a:endParaRPr lang="th-T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52BB41-8605-8DA1-3E12-FD3ABE275526}"/>
              </a:ext>
            </a:extLst>
          </p:cNvPr>
          <p:cNvSpPr txBox="1"/>
          <p:nvPr/>
        </p:nvSpPr>
        <p:spPr>
          <a:xfrm>
            <a:off x="1216151" y="5910768"/>
            <a:ext cx="5066157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E50000"/>
                </a:solidFill>
                <a:latin typeface="Consolas" panose="020B0609020204030204" pitchFamily="49" charset="0"/>
              </a:rPr>
              <a:t>vertical-align</a:t>
            </a:r>
            <a:r>
              <a:rPr lang="en-US" b="0" i="0" dirty="0">
                <a:effectLst/>
                <a:latin typeface="Droid Sans Mono"/>
              </a:rPr>
              <a:t> : 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top | middle | bottom</a:t>
            </a:r>
            <a:r>
              <a:rPr lang="en-US" b="0" i="0" dirty="0">
                <a:effectLst/>
                <a:latin typeface="Droid Sans Mono"/>
              </a:rPr>
              <a:t>;</a:t>
            </a:r>
            <a:endParaRPr lang="th-TH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B6516C-012A-328A-4E41-456ECC4F8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57" y="1373848"/>
            <a:ext cx="5792008" cy="307700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A707547-BD73-A2F1-435E-A61F01CDE05D}"/>
              </a:ext>
            </a:extLst>
          </p:cNvPr>
          <p:cNvSpPr txBox="1"/>
          <p:nvPr/>
        </p:nvSpPr>
        <p:spPr>
          <a:xfrm>
            <a:off x="1216152" y="5128773"/>
            <a:ext cx="6160008" cy="34881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aquamarine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E711E9-ADBB-5797-558E-554AB37A868C}"/>
              </a:ext>
            </a:extLst>
          </p:cNvPr>
          <p:cNvSpPr txBox="1"/>
          <p:nvPr/>
        </p:nvSpPr>
        <p:spPr>
          <a:xfrm>
            <a:off x="4156375" y="1017089"/>
            <a:ext cx="232029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Horizontal alignment</a:t>
            </a:r>
            <a:endParaRPr lang="th-T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E2149-DF1F-6F47-00E3-E5320E3FD056}"/>
              </a:ext>
            </a:extLst>
          </p:cNvPr>
          <p:cNvSpPr txBox="1"/>
          <p:nvPr/>
        </p:nvSpPr>
        <p:spPr>
          <a:xfrm>
            <a:off x="4156375" y="4556668"/>
            <a:ext cx="232029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Vertical alignment</a:t>
            </a:r>
            <a:endParaRPr lang="th-T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958C4C-4B51-4146-C6A9-88E2FD3C1586}"/>
              </a:ext>
            </a:extLst>
          </p:cNvPr>
          <p:cNvSpPr txBox="1"/>
          <p:nvPr/>
        </p:nvSpPr>
        <p:spPr>
          <a:xfrm>
            <a:off x="602361" y="641471"/>
            <a:ext cx="201853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Background color</a:t>
            </a:r>
            <a:endParaRPr lang="th-T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800EB2-52FB-F5CB-AA60-DA644BB029C9}"/>
              </a:ext>
            </a:extLst>
          </p:cNvPr>
          <p:cNvSpPr txBox="1"/>
          <p:nvPr/>
        </p:nvSpPr>
        <p:spPr>
          <a:xfrm>
            <a:off x="10138029" y="1084309"/>
            <a:ext cx="151561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Table padding</a:t>
            </a:r>
            <a:endParaRPr lang="th-TH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64CEF15-BB9B-1BD1-E9AA-E3AE525BA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973" y="1538517"/>
            <a:ext cx="3486423" cy="2777064"/>
          </a:xfrm>
          <a:prstGeom prst="rect">
            <a:avLst/>
          </a:prstGeom>
        </p:spPr>
      </p:pic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BD610EF3-4BB5-68A7-9D09-19E86B6C8F2B}"/>
              </a:ext>
            </a:extLst>
          </p:cNvPr>
          <p:cNvSpPr/>
          <p:nvPr/>
        </p:nvSpPr>
        <p:spPr>
          <a:xfrm>
            <a:off x="8401408" y="2827486"/>
            <a:ext cx="788312" cy="20710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CBAE504E-8E6D-4DC4-4158-92C482FA4978}"/>
              </a:ext>
            </a:extLst>
          </p:cNvPr>
          <p:cNvSpPr/>
          <p:nvPr/>
        </p:nvSpPr>
        <p:spPr>
          <a:xfrm rot="5400000">
            <a:off x="9739155" y="3766907"/>
            <a:ext cx="759426" cy="20824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BCF360-4845-4917-C5AF-B69583BE7797}"/>
              </a:ext>
            </a:extLst>
          </p:cNvPr>
          <p:cNvSpPr txBox="1"/>
          <p:nvPr/>
        </p:nvSpPr>
        <p:spPr>
          <a:xfrm>
            <a:off x="9189720" y="4638579"/>
            <a:ext cx="2231042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726802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D813B9-77F1-36BE-FFF6-B500DFDD9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493" y="1120982"/>
            <a:ext cx="2610214" cy="21910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F8A428-C53F-48D8-4C46-A655A96408B5}"/>
              </a:ext>
            </a:extLst>
          </p:cNvPr>
          <p:cNvSpPr txBox="1"/>
          <p:nvPr/>
        </p:nvSpPr>
        <p:spPr>
          <a:xfrm>
            <a:off x="-224790" y="3429000"/>
            <a:ext cx="6094476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border-collapse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collapse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border-bottom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1px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solid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gray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7B6449-B34A-516F-C7C5-0CDFE1C44D57}"/>
              </a:ext>
            </a:extLst>
          </p:cNvPr>
          <p:cNvSpPr txBox="1"/>
          <p:nvPr/>
        </p:nvSpPr>
        <p:spPr>
          <a:xfrm>
            <a:off x="6202709" y="3610128"/>
            <a:ext cx="502615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tr:hover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21E1A7-5E1A-3BAB-B538-7F5D6882B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191" y="1076872"/>
            <a:ext cx="2533189" cy="2235166"/>
          </a:xfrm>
          <a:prstGeom prst="rect">
            <a:avLst/>
          </a:prstGeom>
        </p:spPr>
      </p:pic>
      <p:pic>
        <p:nvPicPr>
          <p:cNvPr id="2053" name="Picture 5" descr="Mouse Cursor Pointer Arrow Head Isolated: เวกเตอร์สต็อก (ปลอดค่าลิขสิทธิ์)  1317681539 | Shutterstock">
            <a:extLst>
              <a:ext uri="{FF2B5EF4-FFF2-40B4-BE49-F238E27FC236}">
                <a16:creationId xmlns:a16="http://schemas.microsoft.com/office/drawing/2014/main" id="{E335CF97-B72E-35E6-63BB-4287486830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54" t="8514" r="15907" b="14273"/>
          <a:stretch>
            <a:fillRect/>
          </a:stretch>
        </p:blipFill>
        <p:spPr bwMode="auto">
          <a:xfrm>
            <a:off x="9849556" y="2135964"/>
            <a:ext cx="265649" cy="378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4AA0AC-54A7-D8E1-FBBC-A632D49D8D04}"/>
              </a:ext>
            </a:extLst>
          </p:cNvPr>
          <p:cNvSpPr txBox="1"/>
          <p:nvPr/>
        </p:nvSpPr>
        <p:spPr>
          <a:xfrm>
            <a:off x="1736598" y="409450"/>
            <a:ext cx="2318004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Divide the Table Rows</a:t>
            </a:r>
            <a:endParaRPr lang="th-T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2A79EC-CD37-681A-0008-D14C0F2BD921}"/>
              </a:ext>
            </a:extLst>
          </p:cNvPr>
          <p:cNvSpPr txBox="1"/>
          <p:nvPr/>
        </p:nvSpPr>
        <p:spPr>
          <a:xfrm>
            <a:off x="178308" y="6286416"/>
            <a:ext cx="8599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border-bottom property to create a horizontal division between the rows of the table</a:t>
            </a:r>
            <a:endParaRPr lang="th-TH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0DBC75A-F2F1-8FCD-83A9-15090C42F867}"/>
              </a:ext>
            </a:extLst>
          </p:cNvPr>
          <p:cNvSpPr/>
          <p:nvPr/>
        </p:nvSpPr>
        <p:spPr>
          <a:xfrm>
            <a:off x="530352" y="1527048"/>
            <a:ext cx="795528" cy="256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214A03-F3AB-F7FC-505D-3E85F6B89096}"/>
              </a:ext>
            </a:extLst>
          </p:cNvPr>
          <p:cNvSpPr txBox="1"/>
          <p:nvPr/>
        </p:nvSpPr>
        <p:spPr>
          <a:xfrm>
            <a:off x="7852410" y="409450"/>
            <a:ext cx="185166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 err="1"/>
              <a:t>Hoverable</a:t>
            </a:r>
            <a:r>
              <a:rPr lang="en-US" dirty="0"/>
              <a:t> Table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9715729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38FEA-1BC9-BC10-10CA-A3E741F53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F2FAB-F640-B961-09A5-89041908C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CSS properties to style lists</a:t>
            </a:r>
            <a:endParaRPr lang="th-T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C4BBA1-6011-296E-24D6-F9D413A690A0}"/>
              </a:ext>
            </a:extLst>
          </p:cNvPr>
          <p:cNvSpPr txBox="1"/>
          <p:nvPr/>
        </p:nvSpPr>
        <p:spPr>
          <a:xfrm>
            <a:off x="843534" y="2828835"/>
            <a:ext cx="3179826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list-style-type</a:t>
            </a:r>
          </a:p>
          <a:p>
            <a:r>
              <a:rPr lang="en-US" dirty="0"/>
              <a:t>list-style-position</a:t>
            </a:r>
          </a:p>
          <a:p>
            <a:r>
              <a:rPr lang="en-US" dirty="0"/>
              <a:t>list-style-image</a:t>
            </a:r>
          </a:p>
          <a:p>
            <a:r>
              <a:rPr lang="en-US" dirty="0"/>
              <a:t>list-style (shorthand property)</a:t>
            </a:r>
            <a:endParaRPr lang="th-T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08412-2B44-3D63-CB41-EBF9D68A6FE2}"/>
              </a:ext>
            </a:extLst>
          </p:cNvPr>
          <p:cNvSpPr txBox="1"/>
          <p:nvPr/>
        </p:nvSpPr>
        <p:spPr>
          <a:xfrm>
            <a:off x="6887718" y="1038365"/>
            <a:ext cx="3705215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list-style-type: none | all | list-type</a:t>
            </a:r>
            <a:endParaRPr lang="th-T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BFE64A-A318-1A02-9738-A4B7F0307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380" y="2379951"/>
            <a:ext cx="1933845" cy="790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7C3BB1-A369-6BA0-1E09-F53D7FC93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995" y="2360898"/>
            <a:ext cx="1771897" cy="8287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F621BC-C4CC-1E7A-E25E-CBC770F08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6132" y="2384714"/>
            <a:ext cx="1752845" cy="7811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7EFF61-A705-CC95-0E8D-96C36FC5D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2301" y="4090677"/>
            <a:ext cx="1810003" cy="8573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9A11856-12C0-EEBD-CEAD-2D382AC7E7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9921" y="4057335"/>
            <a:ext cx="1905266" cy="9240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CFFF520-000B-3194-EA32-8DAC17F025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5784" y="4090677"/>
            <a:ext cx="1924319" cy="8573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636C9FC-A74F-8C28-BB33-28635D31DF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5784" y="5403667"/>
            <a:ext cx="1924319" cy="9431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EBE469-C85A-39EC-49B6-F8588BD2A8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9921" y="5460825"/>
            <a:ext cx="1905266" cy="82879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AC5322C-E273-F46B-1DA7-B74A4C6A50A0}"/>
              </a:ext>
            </a:extLst>
          </p:cNvPr>
          <p:cNvSpPr txBox="1"/>
          <p:nvPr/>
        </p:nvSpPr>
        <p:spPr>
          <a:xfrm>
            <a:off x="6235433" y="1926934"/>
            <a:ext cx="54373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disc</a:t>
            </a:r>
            <a:endParaRPr lang="th-TH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C62D7F-31A8-801F-41DA-B0AA7EB5CD92}"/>
              </a:ext>
            </a:extLst>
          </p:cNvPr>
          <p:cNvSpPr txBox="1"/>
          <p:nvPr/>
        </p:nvSpPr>
        <p:spPr>
          <a:xfrm>
            <a:off x="8181249" y="1926934"/>
            <a:ext cx="67338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circle</a:t>
            </a:r>
            <a:endParaRPr lang="th-TH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4C6953-EDCE-A36C-D6DB-FC9B80B92FF1}"/>
              </a:ext>
            </a:extLst>
          </p:cNvPr>
          <p:cNvSpPr txBox="1"/>
          <p:nvPr/>
        </p:nvSpPr>
        <p:spPr>
          <a:xfrm>
            <a:off x="10245327" y="1926934"/>
            <a:ext cx="81445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square</a:t>
            </a:r>
            <a:endParaRPr lang="th-TH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4C8527-815B-5537-6939-0C6BE30E1105}"/>
              </a:ext>
            </a:extLst>
          </p:cNvPr>
          <p:cNvSpPr txBox="1"/>
          <p:nvPr/>
        </p:nvSpPr>
        <p:spPr>
          <a:xfrm>
            <a:off x="6051889" y="3695369"/>
            <a:ext cx="91082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decimal</a:t>
            </a:r>
            <a:endParaRPr lang="th-TH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D42242-766A-1E23-B511-BFCB3613CDFE}"/>
              </a:ext>
            </a:extLst>
          </p:cNvPr>
          <p:cNvSpPr txBox="1"/>
          <p:nvPr/>
        </p:nvSpPr>
        <p:spPr>
          <a:xfrm>
            <a:off x="7858147" y="3666885"/>
            <a:ext cx="131959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upper-alpha</a:t>
            </a:r>
            <a:endParaRPr lang="th-TH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69A91C-83E9-2D47-7D46-3047FD3D8D31}"/>
              </a:ext>
            </a:extLst>
          </p:cNvPr>
          <p:cNvSpPr txBox="1"/>
          <p:nvPr/>
        </p:nvSpPr>
        <p:spPr>
          <a:xfrm>
            <a:off x="10008083" y="3657190"/>
            <a:ext cx="128894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lower-alpha</a:t>
            </a:r>
            <a:endParaRPr lang="th-TH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4E70BE-4207-BD16-7708-194FFA10DB32}"/>
              </a:ext>
            </a:extLst>
          </p:cNvPr>
          <p:cNvSpPr txBox="1"/>
          <p:nvPr/>
        </p:nvSpPr>
        <p:spPr>
          <a:xfrm>
            <a:off x="7809095" y="5109928"/>
            <a:ext cx="141769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upper-roman</a:t>
            </a:r>
            <a:endParaRPr lang="th-TH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6E7C69-6799-6280-5F89-60063BA96332}"/>
              </a:ext>
            </a:extLst>
          </p:cNvPr>
          <p:cNvSpPr txBox="1"/>
          <p:nvPr/>
        </p:nvSpPr>
        <p:spPr>
          <a:xfrm>
            <a:off x="9959031" y="5114859"/>
            <a:ext cx="138704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lower-roman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784478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3C63FE-F09D-1FE2-6B4D-29F6CAF36DC9}"/>
              </a:ext>
            </a:extLst>
          </p:cNvPr>
          <p:cNvSpPr txBox="1"/>
          <p:nvPr/>
        </p:nvSpPr>
        <p:spPr>
          <a:xfrm>
            <a:off x="1282446" y="647438"/>
            <a:ext cx="5959602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list-style-position: inside | outside | initial |inherit | unset;</a:t>
            </a:r>
            <a:endParaRPr lang="th-T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691188-C6D2-60A6-A7DE-2E15D74BE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694" y="1892744"/>
            <a:ext cx="2143424" cy="914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AAB681-A8AD-872D-05FB-E7BDAEBC6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441" y="3067939"/>
            <a:ext cx="2343477" cy="9050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6CBF05-F1CC-54E3-44C5-1650B398340B}"/>
              </a:ext>
            </a:extLst>
          </p:cNvPr>
          <p:cNvSpPr txBox="1"/>
          <p:nvPr/>
        </p:nvSpPr>
        <p:spPr>
          <a:xfrm>
            <a:off x="771062" y="4509628"/>
            <a:ext cx="609600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lightgray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0C8A3-73F7-8186-C3DA-7AA92F907C8D}"/>
              </a:ext>
            </a:extLst>
          </p:cNvPr>
          <p:cNvSpPr txBox="1"/>
          <p:nvPr/>
        </p:nvSpPr>
        <p:spPr>
          <a:xfrm>
            <a:off x="3970782" y="3160919"/>
            <a:ext cx="60944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list-style-position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outside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892E91-27B1-59FD-E51F-E1BD12A49C5B}"/>
              </a:ext>
            </a:extLst>
          </p:cNvPr>
          <p:cNvSpPr txBox="1"/>
          <p:nvPr/>
        </p:nvSpPr>
        <p:spPr>
          <a:xfrm>
            <a:off x="3970782" y="1970375"/>
            <a:ext cx="60944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list-style-position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inside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32530296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C46B0F-E3BB-962C-8463-1663BB476D8C}"/>
              </a:ext>
            </a:extLst>
          </p:cNvPr>
          <p:cNvSpPr txBox="1"/>
          <p:nvPr/>
        </p:nvSpPr>
        <p:spPr>
          <a:xfrm>
            <a:off x="5461254" y="693158"/>
            <a:ext cx="444169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list-style-image : none | </a:t>
            </a:r>
            <a:r>
              <a:rPr lang="en-US" dirty="0" err="1"/>
              <a:t>url</a:t>
            </a:r>
            <a:r>
              <a:rPr lang="en-US" dirty="0"/>
              <a:t>('image.url')</a:t>
            </a:r>
            <a:endParaRPr lang="th-T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EF8281-EA94-BEF5-7597-9A932C614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166" y="1487792"/>
            <a:ext cx="2312583" cy="9978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E18B00-FC0F-7AAC-46BC-4FE6FF1ED638}"/>
              </a:ext>
            </a:extLst>
          </p:cNvPr>
          <p:cNvSpPr txBox="1"/>
          <p:nvPr/>
        </p:nvSpPr>
        <p:spPr>
          <a:xfrm>
            <a:off x="3544062" y="1487792"/>
            <a:ext cx="864793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list-style-image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"/image/circleBlueSmall.png"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CFA777-C96F-7E40-BF66-065DBB6AB81A}"/>
              </a:ext>
            </a:extLst>
          </p:cNvPr>
          <p:cNvSpPr txBox="1"/>
          <p:nvPr/>
        </p:nvSpPr>
        <p:spPr>
          <a:xfrm>
            <a:off x="3358134" y="3429000"/>
            <a:ext cx="6005322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list-style: [list-style-type] [list-style-position] [list-style-image]</a:t>
            </a:r>
            <a:endParaRPr lang="th-TH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60990F-4AB1-E934-D97C-17F14063B151}"/>
              </a:ext>
            </a:extLst>
          </p:cNvPr>
          <p:cNvSpPr txBox="1"/>
          <p:nvPr/>
        </p:nvSpPr>
        <p:spPr>
          <a:xfrm>
            <a:off x="2459311" y="5352802"/>
            <a:ext cx="954405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list-style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inside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"/image/circleBlueSmall.png"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176122-4502-8784-730A-E3CEAB18557B}"/>
              </a:ext>
            </a:extLst>
          </p:cNvPr>
          <p:cNvSpPr txBox="1"/>
          <p:nvPr/>
        </p:nvSpPr>
        <p:spPr>
          <a:xfrm>
            <a:off x="305562" y="3908053"/>
            <a:ext cx="9708642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list-style-type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list-style-position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inside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list-style-image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"/image/circleBlueSmall.png"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010F023A-054F-9AE3-FC12-2F06AFAF0B2D}"/>
              </a:ext>
            </a:extLst>
          </p:cNvPr>
          <p:cNvSpPr/>
          <p:nvPr/>
        </p:nvSpPr>
        <p:spPr>
          <a:xfrm>
            <a:off x="5999607" y="4975906"/>
            <a:ext cx="722376" cy="5327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C17393-B28A-2F75-7555-9A78637286A5}"/>
              </a:ext>
            </a:extLst>
          </p:cNvPr>
          <p:cNvSpPr txBox="1"/>
          <p:nvPr/>
        </p:nvSpPr>
        <p:spPr>
          <a:xfrm>
            <a:off x="1874520" y="6520568"/>
            <a:ext cx="11615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Note : list-style-type property is applied to the list item marker only if the browser can't find the specified URL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212047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3862-31A4-1724-E531-2FFC0F56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Icons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184FB-2070-24A2-5B06-2C48F9F16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39112"/>
            <a:ext cx="10753725" cy="3766185"/>
          </a:xfrm>
        </p:spPr>
        <p:txBody>
          <a:bodyPr/>
          <a:lstStyle/>
          <a:p>
            <a:r>
              <a:rPr lang="en-US" dirty="0"/>
              <a:t>Font Awesome Icons</a:t>
            </a:r>
          </a:p>
          <a:p>
            <a:pPr lvl="1"/>
            <a:r>
              <a:rPr lang="en-US" dirty="0"/>
              <a:t>The Font Awesome icons can be added by linking the Font Awesome library</a:t>
            </a:r>
            <a:endParaRPr lang="th-T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E4DA5B-B642-8CDE-4FC6-AF8E86047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67" y="4131656"/>
            <a:ext cx="2522026" cy="4608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7D578E-6D7F-6392-D4D8-CD75500856EC}"/>
              </a:ext>
            </a:extLst>
          </p:cNvPr>
          <p:cNvSpPr txBox="1"/>
          <p:nvPr/>
        </p:nvSpPr>
        <p:spPr>
          <a:xfrm>
            <a:off x="1698879" y="3059857"/>
            <a:ext cx="8794242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&lt;link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"stylesheet"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"https://cdnjs.cloudflare.com/ajax/libs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/font-awesome/6.0.0-beta3/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/all.min.css"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09DF01-C116-7064-6208-14FDB903EDE6}"/>
              </a:ext>
            </a:extLst>
          </p:cNvPr>
          <p:cNvSpPr txBox="1"/>
          <p:nvPr/>
        </p:nvSpPr>
        <p:spPr>
          <a:xfrm>
            <a:off x="3949923" y="3976447"/>
            <a:ext cx="4459986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fas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fa-home"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fas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fa-cloud"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fas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fa-heart"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fas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fa-car"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fas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fa-file"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74A04F-502E-2D33-B31A-14FA5E1AE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071" y="5895271"/>
            <a:ext cx="1897967" cy="6533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EB1325B-A657-3DFB-3176-7E6D9DC31669}"/>
              </a:ext>
            </a:extLst>
          </p:cNvPr>
          <p:cNvSpPr txBox="1"/>
          <p:nvPr/>
        </p:nvSpPr>
        <p:spPr>
          <a:xfrm>
            <a:off x="3209925" y="6037304"/>
            <a:ext cx="5092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&lt;button&gt;Home &lt;</a:t>
            </a:r>
            <a:r>
              <a:rPr lang="en-US" dirty="0" err="1"/>
              <a:t>i</a:t>
            </a:r>
            <a:r>
              <a:rPr lang="en-US" dirty="0"/>
              <a:t> class='</a:t>
            </a:r>
            <a:r>
              <a:rPr lang="en-US" dirty="0" err="1"/>
              <a:t>fas</a:t>
            </a:r>
            <a:r>
              <a:rPr lang="en-US" dirty="0"/>
              <a:t> fa-home'&gt;&lt;/</a:t>
            </a:r>
            <a:r>
              <a:rPr lang="en-US" dirty="0" err="1"/>
              <a:t>i</a:t>
            </a:r>
            <a:r>
              <a:rPr lang="en-US" dirty="0"/>
              <a:t>&gt;&lt;/button&gt;</a:t>
            </a:r>
            <a:endParaRPr lang="th-TH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4452C9-4A27-8AF8-F0D3-086DF9AB7E3A}"/>
              </a:ext>
            </a:extLst>
          </p:cNvPr>
          <p:cNvSpPr txBox="1"/>
          <p:nvPr/>
        </p:nvSpPr>
        <p:spPr>
          <a:xfrm>
            <a:off x="5662422" y="418838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Font Awesome Icons</a:t>
            </a:r>
          </a:p>
          <a:p>
            <a:r>
              <a:rPr lang="en-US" dirty="0"/>
              <a:t>Bootstrap Icons</a:t>
            </a:r>
          </a:p>
          <a:p>
            <a:r>
              <a:rPr lang="en-US" dirty="0"/>
              <a:t>Google Icons</a:t>
            </a:r>
            <a:endParaRPr lang="th-TH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DAA2C7-4627-29CD-4992-73473D7C6681}"/>
              </a:ext>
            </a:extLst>
          </p:cNvPr>
          <p:cNvSpPr txBox="1"/>
          <p:nvPr/>
        </p:nvSpPr>
        <p:spPr>
          <a:xfrm>
            <a:off x="7884414" y="5197987"/>
            <a:ext cx="3798762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.fa-heart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28px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0208FAB-F858-745B-C906-1E43FAB0F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1630" y="4299137"/>
            <a:ext cx="752580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988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E1F68-FD07-20ED-101D-44A3B5828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FB668-CEDC-2142-A0BD-5FC07DD45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use CSS to style our image in the following ways</a:t>
            </a:r>
            <a:endParaRPr lang="th-T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024D43-847A-E36F-BDB6-A2341AD8948F}"/>
              </a:ext>
            </a:extLst>
          </p:cNvPr>
          <p:cNvSpPr txBox="1"/>
          <p:nvPr/>
        </p:nvSpPr>
        <p:spPr>
          <a:xfrm>
            <a:off x="1565910" y="3111424"/>
            <a:ext cx="6094476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euclid_circular_a"/>
              </a:rPr>
              <a:t>Changing the image size</a:t>
            </a:r>
          </a:p>
          <a:p>
            <a:pPr algn="l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euclid_circular_a"/>
              </a:rPr>
              <a:t>Adding a rounded corner to the image</a:t>
            </a:r>
          </a:p>
          <a:p>
            <a:pPr algn="l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euclid_circular_a"/>
              </a:rPr>
              <a:t>Centering image</a:t>
            </a:r>
          </a:p>
          <a:p>
            <a:pPr algn="l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euclid_circular_a"/>
              </a:rPr>
              <a:t>Creating responsive image</a:t>
            </a:r>
          </a:p>
          <a:p>
            <a:pPr algn="l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euclid_circular_a"/>
              </a:rPr>
              <a:t>Creating thumbnail image</a:t>
            </a:r>
          </a:p>
          <a:p>
            <a:pPr algn="l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euclid_circular_a"/>
              </a:rPr>
              <a:t>Creating transparent image</a:t>
            </a:r>
          </a:p>
          <a:p>
            <a:pPr algn="l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euclid_circular_a"/>
              </a:rPr>
              <a:t>Adding a background image</a:t>
            </a:r>
          </a:p>
          <a:p>
            <a:pPr algn="l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euclid_circular_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AF6D78-4BBF-F967-7856-7F66B7F7BA67}"/>
              </a:ext>
            </a:extLst>
          </p:cNvPr>
          <p:cNvSpPr txBox="1"/>
          <p:nvPr/>
        </p:nvSpPr>
        <p:spPr>
          <a:xfrm>
            <a:off x="7015734" y="3333669"/>
            <a:ext cx="6094476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euclid_circular_a"/>
              </a:rPr>
              <a:t>Creating image card</a:t>
            </a:r>
          </a:p>
          <a:p>
            <a:pPr algn="l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euclid_circular_a"/>
              </a:rPr>
              <a:t>Creating image text overlay</a:t>
            </a:r>
          </a:p>
          <a:p>
            <a:pPr algn="l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euclid_circular_a"/>
              </a:rPr>
              <a:t>Object-fit property</a:t>
            </a:r>
          </a:p>
          <a:p>
            <a:pPr algn="l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euclid_circular_a"/>
              </a:rPr>
              <a:t>Applying image filters</a:t>
            </a:r>
          </a:p>
          <a:p>
            <a:pPr algn="l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euclid_circular_a"/>
              </a:rPr>
              <a:t>Adding hover to the image</a:t>
            </a:r>
          </a:p>
          <a:p>
            <a:pPr algn="l">
              <a:lnSpc>
                <a:spcPts val="225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euclid_circular_a"/>
              </a:rPr>
              <a:t>Adding a flipping effect to the image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8211859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22036B-D90A-8532-C566-55F47BA526B5}"/>
              </a:ext>
            </a:extLst>
          </p:cNvPr>
          <p:cNvSpPr txBox="1"/>
          <p:nvPr/>
        </p:nvSpPr>
        <p:spPr>
          <a:xfrm>
            <a:off x="841248" y="273149"/>
            <a:ext cx="2676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Changing the Image Size</a:t>
            </a:r>
            <a:endParaRPr lang="th-T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8AF790-84BA-4282-46C2-FB64EFDB248C}"/>
              </a:ext>
            </a:extLst>
          </p:cNvPr>
          <p:cNvSpPr txBox="1"/>
          <p:nvPr/>
        </p:nvSpPr>
        <p:spPr>
          <a:xfrm>
            <a:off x="109728" y="5703347"/>
            <a:ext cx="6094476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#img1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C11A12-C075-E33F-295D-34ED1DC6B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574" y="789474"/>
            <a:ext cx="2467319" cy="48584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FA21C8-3B6C-5929-5BE2-21CCDB849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739" y="789474"/>
            <a:ext cx="2495898" cy="30865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7E746AD-8ECF-3688-D039-F4DD2672E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916" y="825866"/>
            <a:ext cx="3953427" cy="48774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5C55F52-DEE4-3F71-03A0-29C3F3EAEB4E}"/>
              </a:ext>
            </a:extLst>
          </p:cNvPr>
          <p:cNvSpPr txBox="1"/>
          <p:nvPr/>
        </p:nvSpPr>
        <p:spPr>
          <a:xfrm>
            <a:off x="3518154" y="5739745"/>
            <a:ext cx="361548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#img1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9E50D9-F3A5-A92E-160D-0AD573C6F77E}"/>
              </a:ext>
            </a:extLst>
          </p:cNvPr>
          <p:cNvSpPr txBox="1"/>
          <p:nvPr/>
        </p:nvSpPr>
        <p:spPr>
          <a:xfrm>
            <a:off x="7568078" y="5831587"/>
            <a:ext cx="36861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#img1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19952871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137766-F6CF-2CF6-BDC0-C975BF34BD72}"/>
              </a:ext>
            </a:extLst>
          </p:cNvPr>
          <p:cNvSpPr txBox="1"/>
          <p:nvPr/>
        </p:nvSpPr>
        <p:spPr>
          <a:xfrm>
            <a:off x="5007864" y="598719"/>
            <a:ext cx="2676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Adding Rounded Corner</a:t>
            </a:r>
            <a:endParaRPr lang="th-T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733A2-A4F0-2D0B-B8F0-A120AEC46B20}"/>
              </a:ext>
            </a:extLst>
          </p:cNvPr>
          <p:cNvSpPr txBox="1"/>
          <p:nvPr/>
        </p:nvSpPr>
        <p:spPr>
          <a:xfrm>
            <a:off x="1885950" y="5055289"/>
            <a:ext cx="6094476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#img1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3ABD7E-0750-8457-FF2E-38E35AE20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161" y="1488472"/>
            <a:ext cx="2572109" cy="30674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B7E2C6-E7F6-C77F-619F-2B5A58BE6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921" y="1488472"/>
            <a:ext cx="2572109" cy="31532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B6867A-DA17-32E8-41CC-AC7EE868E2E7}"/>
              </a:ext>
            </a:extLst>
          </p:cNvPr>
          <p:cNvSpPr txBox="1"/>
          <p:nvPr/>
        </p:nvSpPr>
        <p:spPr>
          <a:xfrm>
            <a:off x="5807201" y="5141026"/>
            <a:ext cx="4114039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#img1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50%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39589889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7D495D-A78B-F288-641B-4EA0C2E1D757}"/>
              </a:ext>
            </a:extLst>
          </p:cNvPr>
          <p:cNvSpPr txBox="1"/>
          <p:nvPr/>
        </p:nvSpPr>
        <p:spPr>
          <a:xfrm>
            <a:off x="1986534" y="1081848"/>
            <a:ext cx="3188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Creating Transparent Image</a:t>
            </a:r>
            <a:endParaRPr lang="th-T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AF2C62-1FC1-D08F-0E08-85A1586C6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48" y="1687142"/>
            <a:ext cx="5388943" cy="22753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36BDE9-6404-8D79-B698-8D148BE978B3}"/>
              </a:ext>
            </a:extLst>
          </p:cNvPr>
          <p:cNvSpPr txBox="1"/>
          <p:nvPr/>
        </p:nvSpPr>
        <p:spPr>
          <a:xfrm>
            <a:off x="797814" y="3860324"/>
            <a:ext cx="1652778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3D6DC-AA16-F95E-ABAA-CE1AC3D643B6}"/>
              </a:ext>
            </a:extLst>
          </p:cNvPr>
          <p:cNvSpPr txBox="1"/>
          <p:nvPr/>
        </p:nvSpPr>
        <p:spPr>
          <a:xfrm>
            <a:off x="2529158" y="3858764"/>
            <a:ext cx="1853131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0.7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D59DD7-E035-31E7-F973-45BCC3448C19}"/>
              </a:ext>
            </a:extLst>
          </p:cNvPr>
          <p:cNvSpPr txBox="1"/>
          <p:nvPr/>
        </p:nvSpPr>
        <p:spPr>
          <a:xfrm>
            <a:off x="4333626" y="3849622"/>
            <a:ext cx="1853131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E4DD8CA-D1E9-5CB1-4DB2-249CC1CBC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703" y="1728617"/>
            <a:ext cx="1848108" cy="209579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E03C930-59EB-5412-F0ED-22FB5FBDB851}"/>
              </a:ext>
            </a:extLst>
          </p:cNvPr>
          <p:cNvSpPr txBox="1"/>
          <p:nvPr/>
        </p:nvSpPr>
        <p:spPr>
          <a:xfrm>
            <a:off x="7809713" y="1081848"/>
            <a:ext cx="2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Creating Thumbnail Image</a:t>
            </a:r>
            <a:endParaRPr lang="th-TH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F4669E-BAF5-21EF-D500-706D2B44D74B}"/>
              </a:ext>
            </a:extLst>
          </p:cNvPr>
          <p:cNvSpPr txBox="1"/>
          <p:nvPr/>
        </p:nvSpPr>
        <p:spPr>
          <a:xfrm>
            <a:off x="6706135" y="4520424"/>
            <a:ext cx="624078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#img1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gray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39470832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194CC37-DF56-3517-9FF5-9841FE121FF7}"/>
              </a:ext>
            </a:extLst>
          </p:cNvPr>
          <p:cNvSpPr txBox="1"/>
          <p:nvPr/>
        </p:nvSpPr>
        <p:spPr>
          <a:xfrm>
            <a:off x="4324482" y="4920918"/>
            <a:ext cx="855941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"image-card"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"/image/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flower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.jpg"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"Image Description"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"card-content"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Love You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B59FE-F58E-45CF-18FD-CE7941D9C409}"/>
              </a:ext>
            </a:extLst>
          </p:cNvPr>
          <p:cNvSpPr txBox="1"/>
          <p:nvPr/>
        </p:nvSpPr>
        <p:spPr>
          <a:xfrm>
            <a:off x="3830957" y="551887"/>
            <a:ext cx="8437626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.image-card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box-shadow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overflow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hidden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.image-card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.card-content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6C6665-B726-61C5-D7AB-31CC8B9A45F1}"/>
              </a:ext>
            </a:extLst>
          </p:cNvPr>
          <p:cNvSpPr txBox="1"/>
          <p:nvPr/>
        </p:nvSpPr>
        <p:spPr>
          <a:xfrm>
            <a:off x="1012508" y="367221"/>
            <a:ext cx="2199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Creating Image Card</a:t>
            </a:r>
            <a:endParaRPr lang="th-T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8E6972-C5D3-8D6D-17DD-636C59727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185374"/>
            <a:ext cx="3437765" cy="479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1084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64D02E4-5CC2-F7AB-619D-43F127D252F3}"/>
              </a:ext>
            </a:extLst>
          </p:cNvPr>
          <p:cNvSpPr txBox="1"/>
          <p:nvPr/>
        </p:nvSpPr>
        <p:spPr>
          <a:xfrm>
            <a:off x="2516886" y="539326"/>
            <a:ext cx="2027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Centering Image</a:t>
            </a:r>
            <a:endParaRPr lang="th-T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229C3A-6DBB-AD7E-3C23-3410DF69A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65" y="1129730"/>
            <a:ext cx="5544324" cy="18004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D36414-401D-C2CF-42E4-789DBD6D9289}"/>
              </a:ext>
            </a:extLst>
          </p:cNvPr>
          <p:cNvSpPr txBox="1"/>
          <p:nvPr/>
        </p:nvSpPr>
        <p:spPr>
          <a:xfrm>
            <a:off x="6238494" y="1298990"/>
            <a:ext cx="6094476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.center-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094881-3172-3897-EC2D-AB5A2E699B43}"/>
              </a:ext>
            </a:extLst>
          </p:cNvPr>
          <p:cNvSpPr txBox="1"/>
          <p:nvPr/>
        </p:nvSpPr>
        <p:spPr>
          <a:xfrm>
            <a:off x="8397621" y="302623"/>
            <a:ext cx="3753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margin:auto</a:t>
            </a:r>
            <a:r>
              <a:rPr lang="en-US" dirty="0"/>
              <a:t> =&gt; Margin=0 </a:t>
            </a:r>
            <a:r>
              <a:rPr lang="en-US" dirty="0">
                <a:solidFill>
                  <a:srgbClr val="FF0000"/>
                </a:solidFill>
              </a:rPr>
              <a:t>align=center</a:t>
            </a:r>
            <a:endParaRPr lang="th-TH" dirty="0">
              <a:solidFill>
                <a:srgbClr val="FF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5AD8DB-A1C7-E965-92B0-A80C1AE86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455" y="3584448"/>
            <a:ext cx="1805320" cy="26496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69D6C9-52A4-06C2-4146-6BC117D87129}"/>
              </a:ext>
            </a:extLst>
          </p:cNvPr>
          <p:cNvSpPr txBox="1"/>
          <p:nvPr/>
        </p:nvSpPr>
        <p:spPr>
          <a:xfrm>
            <a:off x="3031775" y="3726500"/>
            <a:ext cx="7870698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bgImg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background-image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"/image/flower1.png"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1872D6-6A1A-9BC0-4725-E3A1C269C153}"/>
              </a:ext>
            </a:extLst>
          </p:cNvPr>
          <p:cNvSpPr txBox="1"/>
          <p:nvPr/>
        </p:nvSpPr>
        <p:spPr>
          <a:xfrm>
            <a:off x="3943350" y="5493251"/>
            <a:ext cx="7248906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bgImg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 with background image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4775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CAAC1E-349A-D51A-F50A-A8EBCF5726A7}"/>
              </a:ext>
            </a:extLst>
          </p:cNvPr>
          <p:cNvSpPr txBox="1"/>
          <p:nvPr/>
        </p:nvSpPr>
        <p:spPr>
          <a:xfrm>
            <a:off x="1035558" y="59257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Creating Image Text Overlay</a:t>
            </a:r>
            <a:endParaRPr lang="th-T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C3266-1604-3A36-5CA1-4830D0022434}"/>
              </a:ext>
            </a:extLst>
          </p:cNvPr>
          <p:cNvSpPr txBox="1"/>
          <p:nvPr/>
        </p:nvSpPr>
        <p:spPr>
          <a:xfrm>
            <a:off x="-91440" y="3396840"/>
            <a:ext cx="6519672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"container"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"/image/flower3.png"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"Flower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"top-left"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Top Left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"top-right"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Top Right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"bottom-left"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Bottom Left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"bottom-right"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Bottom Right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"center"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CABAD8-EABF-C317-249C-720681079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73" y="1436194"/>
            <a:ext cx="4353533" cy="14194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CC1BEA-4827-EF42-EDA5-B06026F0061E}"/>
              </a:ext>
            </a:extLst>
          </p:cNvPr>
          <p:cNvSpPr txBox="1"/>
          <p:nvPr/>
        </p:nvSpPr>
        <p:spPr>
          <a:xfrm>
            <a:off x="5385816" y="1229853"/>
            <a:ext cx="6096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.container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position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relative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B9EC5D-BC0B-CDD0-60BA-FC80D4A26F85}"/>
              </a:ext>
            </a:extLst>
          </p:cNvPr>
          <p:cNvSpPr txBox="1"/>
          <p:nvPr/>
        </p:nvSpPr>
        <p:spPr>
          <a:xfrm>
            <a:off x="5312664" y="2670295"/>
            <a:ext cx="727633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imgtxt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position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absolute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.top-left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.top-right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.bottom-left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bottom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.bottom-right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bottom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.center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50%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50%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translate(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-50%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-50%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);}</a:t>
            </a:r>
          </a:p>
        </p:txBody>
      </p:sp>
    </p:spTree>
    <p:extLst>
      <p:ext uri="{BB962C8B-B14F-4D97-AF65-F5344CB8AC3E}">
        <p14:creationId xmlns:p14="http://schemas.microsoft.com/office/powerpoint/2010/main" val="91702864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25218A5-F98B-ABD5-4EE6-9CB3C08C2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54" y="2329475"/>
            <a:ext cx="1209844" cy="21624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97AD82-21EB-DFEE-224E-E938B391E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140" y="2405686"/>
            <a:ext cx="1095528" cy="20862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FAF4F36-953B-CA3A-DB14-0A87F9C8B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873" y="2453317"/>
            <a:ext cx="1066949" cy="20386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A1103D4-0D78-3CD7-C268-937C374C48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6607" y="2439028"/>
            <a:ext cx="1038370" cy="20195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547A95-C337-F751-4214-684BA55BF296}"/>
              </a:ext>
            </a:extLst>
          </p:cNvPr>
          <p:cNvSpPr txBox="1"/>
          <p:nvPr/>
        </p:nvSpPr>
        <p:spPr>
          <a:xfrm>
            <a:off x="1352549" y="450461"/>
            <a:ext cx="1241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Object Fit</a:t>
            </a:r>
            <a:endParaRPr lang="th-T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4C9D2F-C211-8D41-30FA-51139BC2E13D}"/>
              </a:ext>
            </a:extLst>
          </p:cNvPr>
          <p:cNvSpPr txBox="1"/>
          <p:nvPr/>
        </p:nvSpPr>
        <p:spPr>
          <a:xfrm>
            <a:off x="3550158" y="48284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specifies how an image should fit inside the container</a:t>
            </a:r>
            <a:endParaRPr lang="th-T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9D14A6-55C8-1434-22A4-27A25A57C7A8}"/>
              </a:ext>
            </a:extLst>
          </p:cNvPr>
          <p:cNvSpPr txBox="1"/>
          <p:nvPr/>
        </p:nvSpPr>
        <p:spPr>
          <a:xfrm>
            <a:off x="773054" y="993921"/>
            <a:ext cx="77335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fill: stretches the image to fill the entire container</a:t>
            </a:r>
          </a:p>
          <a:p>
            <a:r>
              <a:rPr lang="en-US" dirty="0"/>
              <a:t>cover: scales image to cover the entire container</a:t>
            </a:r>
          </a:p>
          <a:p>
            <a:r>
              <a:rPr lang="en-US" dirty="0"/>
              <a:t>contain: scales image to fit within the container maintaining its aspect ratio</a:t>
            </a:r>
          </a:p>
          <a:p>
            <a:r>
              <a:rPr lang="en-US" dirty="0"/>
              <a:t>scale-down: scales down the image to its </a:t>
            </a:r>
            <a:r>
              <a:rPr lang="en-US" dirty="0">
                <a:highlight>
                  <a:srgbClr val="FFFF00"/>
                </a:highlight>
              </a:rPr>
              <a:t>smallest version of none or contain</a:t>
            </a:r>
          </a:p>
          <a:p>
            <a:r>
              <a:rPr lang="en-US" dirty="0"/>
              <a:t>none: does not resize the image</a:t>
            </a:r>
            <a:endParaRPr lang="th-T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647796-C69B-D609-1F55-DC9BED8A979F}"/>
              </a:ext>
            </a:extLst>
          </p:cNvPr>
          <p:cNvSpPr txBox="1"/>
          <p:nvPr/>
        </p:nvSpPr>
        <p:spPr>
          <a:xfrm>
            <a:off x="7703742" y="853964"/>
            <a:ext cx="6281928" cy="5734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200px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#333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2025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img.fill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object-fit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fill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2025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img.cover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object-fit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cover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2025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img.scale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-down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object-fit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scale-down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2025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img.contain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object-fit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contain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052723A-AD90-0E4D-3FFC-95D6A5A6C2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597" y="4726529"/>
            <a:ext cx="1066949" cy="209579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0AB7F43-FC72-372A-AE6D-9291C80B25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9823" y="4755107"/>
            <a:ext cx="1086002" cy="203863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98940CA-F569-E293-F5A4-81B9DC73DBEA}"/>
              </a:ext>
            </a:extLst>
          </p:cNvPr>
          <p:cNvSpPr txBox="1"/>
          <p:nvPr/>
        </p:nvSpPr>
        <p:spPr>
          <a:xfrm>
            <a:off x="1030195" y="4489704"/>
            <a:ext cx="4894051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fill      cover   scale-down  contain</a:t>
            </a:r>
          </a:p>
        </p:txBody>
      </p:sp>
    </p:spTree>
    <p:extLst>
      <p:ext uri="{BB962C8B-B14F-4D97-AF65-F5344CB8AC3E}">
        <p14:creationId xmlns:p14="http://schemas.microsoft.com/office/powerpoint/2010/main" val="35207590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433FE1-4324-18B4-FC9F-104D9C34604E}"/>
              </a:ext>
            </a:extLst>
          </p:cNvPr>
          <p:cNvSpPr txBox="1"/>
          <p:nvPr/>
        </p:nvSpPr>
        <p:spPr>
          <a:xfrm>
            <a:off x="1085703" y="515883"/>
            <a:ext cx="1731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Image Filters</a:t>
            </a:r>
            <a:endParaRPr lang="th-TH" dirty="0"/>
          </a:p>
        </p:txBody>
      </p:sp>
      <p:sp>
        <p:nvSpPr>
          <p:cNvPr id="3" name="สี่เหลี่ยมผืนผ้า 2"/>
          <p:cNvSpPr/>
          <p:nvPr/>
        </p:nvSpPr>
        <p:spPr>
          <a:xfrm>
            <a:off x="4109883" y="709223"/>
            <a:ext cx="74381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filter property is used to create various visual effects on an element</a:t>
            </a:r>
            <a:endParaRPr lang="th-TH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492" y="1419225"/>
            <a:ext cx="6640513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542" y="3787570"/>
            <a:ext cx="6621463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276" y="1447493"/>
            <a:ext cx="2124075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2388" y="3797095"/>
            <a:ext cx="2085975" cy="208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82454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D74E2-DB9C-4E33-CCD2-3525DD537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61E5D-FAA3-6414-0902-36A0359F5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use different CSS properties to style our link</a:t>
            </a:r>
            <a:endParaRPr lang="th-TH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4124632" y="2963910"/>
            <a:ext cx="292509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{</a:t>
            </a:r>
          </a:p>
          <a:p>
            <a:r>
              <a:rPr lang="en-US" dirty="0"/>
              <a:t>    text-decoration: none;</a:t>
            </a:r>
          </a:p>
          <a:p>
            <a:r>
              <a:rPr lang="en-US" dirty="0"/>
              <a:t>    padding: 10px 20px;</a:t>
            </a:r>
          </a:p>
          <a:p>
            <a:r>
              <a:rPr lang="en-US" dirty="0"/>
              <a:t>    border-radius: 8px;</a:t>
            </a:r>
          </a:p>
          <a:p>
            <a:r>
              <a:rPr lang="en-US" dirty="0"/>
              <a:t>    font-family: </a:t>
            </a:r>
            <a:r>
              <a:rPr lang="en-US" dirty="0" err="1"/>
              <a:t>Monospace</a:t>
            </a:r>
            <a:r>
              <a:rPr lang="en-US" dirty="0"/>
              <a:t>;</a:t>
            </a:r>
          </a:p>
          <a:p>
            <a:r>
              <a:rPr lang="en-US" dirty="0"/>
              <a:t>    text-align: center;</a:t>
            </a:r>
          </a:p>
          <a:p>
            <a:r>
              <a:rPr lang="en-US" dirty="0"/>
              <a:t>    color: white;</a:t>
            </a:r>
          </a:p>
          <a:p>
            <a:r>
              <a:rPr lang="en-US" dirty="0"/>
              <a:t>    background-color: purple;</a:t>
            </a:r>
          </a:p>
          <a:p>
            <a:r>
              <a:rPr lang="en-US" dirty="0"/>
              <a:t>}</a:t>
            </a:r>
            <a:endParaRPr lang="th-TH" dirty="0"/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1081820" y="3970645"/>
            <a:ext cx="2684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="#"&gt;Click here&lt;/a&gt;</a:t>
            </a:r>
            <a:endParaRPr lang="th-TH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585" y="2765989"/>
            <a:ext cx="2036395" cy="795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สี่เหลี่ยมผืนผ้า 6"/>
          <p:cNvSpPr/>
          <p:nvPr/>
        </p:nvSpPr>
        <p:spPr>
          <a:xfrm>
            <a:off x="5353938" y="6223197"/>
            <a:ext cx="5230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text-decoration: none removes the underline from link</a:t>
            </a:r>
            <a:endParaRPr lang="th-TH" dirty="0"/>
          </a:p>
        </p:txBody>
      </p:sp>
      <p:sp>
        <p:nvSpPr>
          <p:cNvPr id="8" name="สี่เหลี่ยมผืนผ้า 7"/>
          <p:cNvSpPr/>
          <p:nvPr/>
        </p:nvSpPr>
        <p:spPr>
          <a:xfrm>
            <a:off x="7969045" y="2954982"/>
            <a:ext cx="432619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Link states</a:t>
            </a:r>
          </a:p>
          <a:p>
            <a:endParaRPr lang="en-US" dirty="0"/>
          </a:p>
          <a:p>
            <a:r>
              <a:rPr lang="en-US" dirty="0"/>
              <a:t>:link: default and unvisited link</a:t>
            </a:r>
          </a:p>
          <a:p>
            <a:r>
              <a:rPr lang="en-US" dirty="0"/>
              <a:t>:visited: link visited by user</a:t>
            </a:r>
          </a:p>
          <a:p>
            <a:r>
              <a:rPr lang="en-US" dirty="0"/>
              <a:t>:hover: link with mouse over it</a:t>
            </a:r>
          </a:p>
          <a:p>
            <a:r>
              <a:rPr lang="en-US" dirty="0"/>
              <a:t>:focus: link that is currently focused</a:t>
            </a:r>
          </a:p>
          <a:p>
            <a:r>
              <a:rPr lang="en-US" dirty="0"/>
              <a:t>:active: link that has just been clicked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8161777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A745B-8983-D42F-D4FC-8DEC37F96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385066"/>
            <a:ext cx="10923638" cy="131764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7200" kern="1200" spc="-120" baseline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Todo</a:t>
            </a:r>
            <a:r>
              <a:rPr lang="en-US" sz="7200" kern="1200" spc="-12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7" name="Picture 6" descr="Kettlebells on the floor">
            <a:extLst>
              <a:ext uri="{FF2B5EF4-FFF2-40B4-BE49-F238E27FC236}">
                <a16:creationId xmlns:a16="http://schemas.microsoft.com/office/drawing/2014/main" id="{2E48319C-B1D2-CBFC-18A7-0F436F14E2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015" b="24851"/>
          <a:stretch>
            <a:fillRect/>
          </a:stretch>
        </p:blipFill>
        <p:spPr>
          <a:xfrm>
            <a:off x="1" y="10"/>
            <a:ext cx="12192000" cy="424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848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916" y="574879"/>
            <a:ext cx="3560168" cy="4982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407321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62D775FB-4F7B-9B09-67B1-31D864445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080" y="546869"/>
            <a:ext cx="4971108" cy="4864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348845-7A8B-E438-82CA-1A75C982134C}"/>
              </a:ext>
            </a:extLst>
          </p:cNvPr>
          <p:cNvSpPr txBox="1"/>
          <p:nvPr/>
        </p:nvSpPr>
        <p:spPr>
          <a:xfrm>
            <a:off x="4249006" y="5637662"/>
            <a:ext cx="4919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Divide section with div</a:t>
            </a:r>
          </a:p>
          <a:p>
            <a:r>
              <a:rPr lang="en-US" dirty="0"/>
              <a:t>use appropriate class name </a:t>
            </a:r>
          </a:p>
          <a:p>
            <a:r>
              <a:rPr lang="en-US" dirty="0"/>
              <a:t>Create element with multiple class for style</a:t>
            </a:r>
          </a:p>
        </p:txBody>
      </p:sp>
    </p:spTree>
    <p:extLst>
      <p:ext uri="{BB962C8B-B14F-4D97-AF65-F5344CB8AC3E}">
        <p14:creationId xmlns:p14="http://schemas.microsoft.com/office/powerpoint/2010/main" val="19724955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2118442" y="871998"/>
            <a:ext cx="7762978" cy="5657250"/>
            <a:chOff x="1130299" y="437509"/>
            <a:chExt cx="9090333" cy="6252128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0299" y="437509"/>
              <a:ext cx="9090333" cy="3772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43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0299" y="4210050"/>
              <a:ext cx="9090333" cy="24795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" name="ลูกศรขวา 2"/>
          <p:cNvSpPr/>
          <p:nvPr/>
        </p:nvSpPr>
        <p:spPr>
          <a:xfrm rot="20089734" flipH="1">
            <a:off x="5990851" y="636024"/>
            <a:ext cx="2305125" cy="4719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8360639" y="138724"/>
            <a:ext cx="313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White button when mouse over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620984378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10017</TotalTime>
  <Words>4931</Words>
  <Application>Microsoft Office PowerPoint</Application>
  <PresentationFormat>Widescreen</PresentationFormat>
  <Paragraphs>902</Paragraphs>
  <Slides>74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1" baseType="lpstr">
      <vt:lpstr>Aptos</vt:lpstr>
      <vt:lpstr>Arial</vt:lpstr>
      <vt:lpstr>Calibri Light</vt:lpstr>
      <vt:lpstr>Consolas</vt:lpstr>
      <vt:lpstr>Droid Sans Mono</vt:lpstr>
      <vt:lpstr>euclid_circular_a</vt:lpstr>
      <vt:lpstr>Metropolitan</vt:lpstr>
      <vt:lpstr>Font</vt:lpstr>
      <vt:lpstr>Font  - properties</vt:lpstr>
      <vt:lpstr>Font - family</vt:lpstr>
      <vt:lpstr>Font – size , style</vt:lpstr>
      <vt:lpstr>Font – weight, variant, color</vt:lpstr>
      <vt:lpstr>Font – stretch     Line-height</vt:lpstr>
      <vt:lpstr>Font - shorthand</vt:lpstr>
      <vt:lpstr>Text Formatting</vt:lpstr>
      <vt:lpstr>text-decoration</vt:lpstr>
      <vt:lpstr>Text-transform</vt:lpstr>
      <vt:lpstr>Text spacing</vt:lpstr>
      <vt:lpstr>PowerPoint Presentation</vt:lpstr>
      <vt:lpstr>Text shadow</vt:lpstr>
      <vt:lpstr>Text align</vt:lpstr>
      <vt:lpstr>text-align-last</vt:lpstr>
      <vt:lpstr>Vertical Align</vt:lpstr>
      <vt:lpstr>Unit</vt:lpstr>
      <vt:lpstr>CSS units </vt:lpstr>
      <vt:lpstr>CSS units </vt:lpstr>
      <vt:lpstr>PowerPoint Presentation</vt:lpstr>
      <vt:lpstr>selector</vt:lpstr>
      <vt:lpstr>Selectors</vt:lpstr>
      <vt:lpstr>Pseudo Class</vt:lpstr>
      <vt:lpstr>Pseudo Class – Structural pseudo-class</vt:lpstr>
      <vt:lpstr>PowerPoint Presentation</vt:lpstr>
      <vt:lpstr>PowerPoint Presentation</vt:lpstr>
      <vt:lpstr>Pseudo Class - Link Pseudo-Classes</vt:lpstr>
      <vt:lpstr>PowerPoint Presentation</vt:lpstr>
      <vt:lpstr>Pseudo Class - UI Pseudo-Classes</vt:lpstr>
      <vt:lpstr>Pseudo Element Selector</vt:lpstr>
      <vt:lpstr>PowerPoint Presentation</vt:lpstr>
      <vt:lpstr>PowerPoint Presentation</vt:lpstr>
      <vt:lpstr>Combinator</vt:lpstr>
      <vt:lpstr>Combinator - Descendant Combinator</vt:lpstr>
      <vt:lpstr>Combinator - Child Combinator (&gt;)</vt:lpstr>
      <vt:lpstr>Combinator - Next Sibling Combinator (+)</vt:lpstr>
      <vt:lpstr>Combinator - Subsequent-sibling Combinator (~)</vt:lpstr>
      <vt:lpstr>!important</vt:lpstr>
      <vt:lpstr>Styling Elements</vt:lpstr>
      <vt:lpstr>Button</vt:lpstr>
      <vt:lpstr>Button - state</vt:lpstr>
      <vt:lpstr>PowerPoint Presentation</vt:lpstr>
      <vt:lpstr>Form</vt:lpstr>
      <vt:lpstr>Form</vt:lpstr>
      <vt:lpstr>Form</vt:lpstr>
      <vt:lpstr>Form – input field</vt:lpstr>
      <vt:lpstr>PowerPoint Presentation</vt:lpstr>
      <vt:lpstr>Form - textarea</vt:lpstr>
      <vt:lpstr>Form - Drop Down Menus</vt:lpstr>
      <vt:lpstr>Form - Radio Button</vt:lpstr>
      <vt:lpstr>Form - Check Box</vt:lpstr>
      <vt:lpstr>Form - Submit Button</vt:lpstr>
      <vt:lpstr>Tables</vt:lpstr>
      <vt:lpstr>PowerPoint Presentation</vt:lpstr>
      <vt:lpstr>PowerPoint Presentation</vt:lpstr>
      <vt:lpstr>PowerPoint Presentation</vt:lpstr>
      <vt:lpstr>Lists</vt:lpstr>
      <vt:lpstr>PowerPoint Presentation</vt:lpstr>
      <vt:lpstr>PowerPoint Presentation</vt:lpstr>
      <vt:lpstr>Icons</vt:lpstr>
      <vt:lpstr>Images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Links</vt:lpstr>
      <vt:lpstr>Todo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 Cascading Style Sheet</dc:title>
  <dc:creator>duangpen jetpipattanapong</dc:creator>
  <cp:lastModifiedBy>Duangpen JETPIPATTANAPONG</cp:lastModifiedBy>
  <cp:revision>463</cp:revision>
  <dcterms:created xsi:type="dcterms:W3CDTF">2025-04-29T04:03:43Z</dcterms:created>
  <dcterms:modified xsi:type="dcterms:W3CDTF">2026-07-21T12:12:45Z</dcterms:modified>
</cp:coreProperties>
</file>