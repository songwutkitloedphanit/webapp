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16" r:id="rId1"/>
  </p:sldMasterIdLst>
  <p:notesMasterIdLst>
    <p:notesMasterId r:id="rId61"/>
  </p:notesMasterIdLst>
  <p:sldIdLst>
    <p:sldId id="640" r:id="rId2"/>
    <p:sldId id="641" r:id="rId3"/>
    <p:sldId id="643" r:id="rId4"/>
    <p:sldId id="644" r:id="rId5"/>
    <p:sldId id="649" r:id="rId6"/>
    <p:sldId id="650" r:id="rId7"/>
    <p:sldId id="645" r:id="rId8"/>
    <p:sldId id="642" r:id="rId9"/>
    <p:sldId id="651" r:id="rId10"/>
    <p:sldId id="652" r:id="rId11"/>
    <p:sldId id="653" r:id="rId12"/>
    <p:sldId id="654" r:id="rId13"/>
    <p:sldId id="655" r:id="rId14"/>
    <p:sldId id="656" r:id="rId15"/>
    <p:sldId id="659" r:id="rId16"/>
    <p:sldId id="694" r:id="rId17"/>
    <p:sldId id="671" r:id="rId18"/>
    <p:sldId id="673" r:id="rId19"/>
    <p:sldId id="674" r:id="rId20"/>
    <p:sldId id="762" r:id="rId21"/>
    <p:sldId id="695" r:id="rId22"/>
    <p:sldId id="707" r:id="rId23"/>
    <p:sldId id="714" r:id="rId24"/>
    <p:sldId id="720" r:id="rId25"/>
    <p:sldId id="733" r:id="rId26"/>
    <p:sldId id="737" r:id="rId27"/>
    <p:sldId id="739" r:id="rId28"/>
    <p:sldId id="740" r:id="rId29"/>
    <p:sldId id="754" r:id="rId30"/>
    <p:sldId id="755" r:id="rId31"/>
    <p:sldId id="756" r:id="rId32"/>
    <p:sldId id="760" r:id="rId33"/>
    <p:sldId id="757" r:id="rId34"/>
    <p:sldId id="758" r:id="rId35"/>
    <p:sldId id="759" r:id="rId36"/>
    <p:sldId id="742" r:id="rId37"/>
    <p:sldId id="743" r:id="rId38"/>
    <p:sldId id="744" r:id="rId39"/>
    <p:sldId id="785" r:id="rId40"/>
    <p:sldId id="697" r:id="rId41"/>
    <p:sldId id="795" r:id="rId42"/>
    <p:sldId id="708" r:id="rId43"/>
    <p:sldId id="685" r:id="rId44"/>
    <p:sldId id="703" r:id="rId45"/>
    <p:sldId id="704" r:id="rId46"/>
    <p:sldId id="769" r:id="rId47"/>
    <p:sldId id="764" r:id="rId48"/>
    <p:sldId id="766" r:id="rId49"/>
    <p:sldId id="778" r:id="rId50"/>
    <p:sldId id="767" r:id="rId51"/>
    <p:sldId id="771" r:id="rId52"/>
    <p:sldId id="774" r:id="rId53"/>
    <p:sldId id="775" r:id="rId54"/>
    <p:sldId id="776" r:id="rId55"/>
    <p:sldId id="777" r:id="rId56"/>
    <p:sldId id="772" r:id="rId57"/>
    <p:sldId id="823" r:id="rId58"/>
    <p:sldId id="825" r:id="rId59"/>
    <p:sldId id="826" r:id="rId60"/>
  </p:sldIdLst>
  <p:sldSz cx="12192000" cy="6858000"/>
  <p:notesSz cx="9296400" cy="7010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-816" y="-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0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#1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#12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#13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#15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2">
        <a:tint val="75000"/>
      </a:schemeClr>
      <a:schemeClr val="accent3">
        <a:tint val="75000"/>
      </a:schemeClr>
      <a:schemeClr val="accent4">
        <a:tint val="75000"/>
      </a:schemeClr>
      <a:schemeClr val="accent5">
        <a:tint val="75000"/>
      </a:schemeClr>
      <a:schemeClr val="accent6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#2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#3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1#4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4#1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>
      <a:schemeClr val="accent4"/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>
      <a:schemeClr val="accent4">
        <a:tint val="75000"/>
      </a:schemeClr>
      <a:schemeClr val="accent5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4#2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>
      <a:schemeClr val="accent4"/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>
      <a:schemeClr val="accent4">
        <a:tint val="75000"/>
      </a:schemeClr>
      <a:schemeClr val="accent5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3AB7C63-47A2-449B-8C94-449B172D460A}" type="doc">
      <dgm:prSet loTypeId="urn:microsoft.com/office/officeart/2005/8/layout/default" loCatId="list" qsTypeId="urn:microsoft.com/office/officeart/2005/8/quickstyle/simple1#10" qsCatId="simple" csTypeId="urn:microsoft.com/office/officeart/2005/8/colors/colorful1#10" csCatId="colorful" phldr="1"/>
      <dgm:spPr/>
      <dgm:t>
        <a:bodyPr/>
        <a:lstStyle/>
        <a:p>
          <a:endParaRPr lang="th-TH"/>
        </a:p>
      </dgm:t>
    </dgm:pt>
    <dgm:pt modelId="{3F22946A-EAF9-4E1D-B841-9A18F97E0EA1}">
      <dgm:prSet phldrT="[Text]" phldr="0" custT="1"/>
      <dgm:spPr/>
      <dgm:t>
        <a:bodyPr/>
        <a:lstStyle/>
        <a:p>
          <a:pPr marL="0"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State Hooks</a:t>
          </a:r>
          <a:endParaRPr lang="th-TH" sz="1400" b="1" kern="1200" dirty="0"/>
        </a:p>
      </dgm:t>
    </dgm:pt>
    <dgm:pt modelId="{5496282F-E0A6-4424-97D5-470314054228}" type="parTrans" cxnId="{C075C6B9-F375-486E-83E9-01EEB31BEDC4}">
      <dgm:prSet/>
      <dgm:spPr/>
      <dgm:t>
        <a:bodyPr/>
        <a:lstStyle/>
        <a:p>
          <a:endParaRPr lang="th-TH"/>
        </a:p>
      </dgm:t>
    </dgm:pt>
    <dgm:pt modelId="{C4ECF992-E0FF-4A51-8692-964896862EE4}" type="sibTrans" cxnId="{C075C6B9-F375-486E-83E9-01EEB31BEDC4}">
      <dgm:prSet/>
      <dgm:spPr/>
      <dgm:t>
        <a:bodyPr/>
        <a:lstStyle/>
        <a:p>
          <a:endParaRPr lang="th-TH"/>
        </a:p>
      </dgm:t>
    </dgm:pt>
    <dgm:pt modelId="{E35F3CA6-9F9F-4CF3-938A-247F4CD46C80}">
      <dgm:prSet phldrT="[Text]"/>
      <dgm:spPr/>
      <dgm:t>
        <a:bodyPr/>
        <a:lstStyle/>
        <a:p>
          <a:pPr marL="0"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dirty="0"/>
            <a:t>Context Hooks </a:t>
          </a:r>
          <a:endParaRPr lang="th-TH" sz="2100" kern="1200" dirty="0"/>
        </a:p>
      </dgm:t>
    </dgm:pt>
    <dgm:pt modelId="{D90D47A6-5796-4972-B34C-A303A78DBD0A}" type="parTrans" cxnId="{5E30B86C-C672-435B-B058-9D324B060239}">
      <dgm:prSet/>
      <dgm:spPr/>
      <dgm:t>
        <a:bodyPr/>
        <a:lstStyle/>
        <a:p>
          <a:endParaRPr lang="th-TH"/>
        </a:p>
      </dgm:t>
    </dgm:pt>
    <dgm:pt modelId="{A0AEB8BD-FF8B-420B-835F-91A217F88FEB}" type="sibTrans" cxnId="{5E30B86C-C672-435B-B058-9D324B060239}">
      <dgm:prSet/>
      <dgm:spPr/>
      <dgm:t>
        <a:bodyPr/>
        <a:lstStyle/>
        <a:p>
          <a:endParaRPr lang="th-TH"/>
        </a:p>
      </dgm:t>
    </dgm:pt>
    <dgm:pt modelId="{9091F763-FEA8-4189-8B24-162A6AF17EFE}">
      <dgm:prSet phldrT="[Text]"/>
      <dgm:spPr/>
      <dgm:t>
        <a:bodyPr/>
        <a:lstStyle/>
        <a:p>
          <a:pPr marL="0"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i="0" kern="1200" dirty="0"/>
            <a:t>Ref Hooks</a:t>
          </a:r>
          <a:endParaRPr lang="th-TH" sz="2800" kern="1200" dirty="0"/>
        </a:p>
      </dgm:t>
    </dgm:pt>
    <dgm:pt modelId="{376A83EC-1B3A-4DEB-B19F-D6713BF75C3D}" type="parTrans" cxnId="{040B5D7A-DED2-434C-AE73-255AF9CC65D2}">
      <dgm:prSet/>
      <dgm:spPr/>
      <dgm:t>
        <a:bodyPr/>
        <a:lstStyle/>
        <a:p>
          <a:endParaRPr lang="th-TH"/>
        </a:p>
      </dgm:t>
    </dgm:pt>
    <dgm:pt modelId="{040D2629-41EC-460E-803F-05BB96EEB7A4}" type="sibTrans" cxnId="{040B5D7A-DED2-434C-AE73-255AF9CC65D2}">
      <dgm:prSet/>
      <dgm:spPr/>
      <dgm:t>
        <a:bodyPr/>
        <a:lstStyle/>
        <a:p>
          <a:endParaRPr lang="th-TH"/>
        </a:p>
      </dgm:t>
    </dgm:pt>
    <dgm:pt modelId="{319F4F6C-4047-4BDB-A2BB-AC67AC36BB94}">
      <dgm:prSet phldrT="[Text]"/>
      <dgm:spPr/>
      <dgm:t>
        <a:bodyPr/>
        <a:lstStyle/>
        <a:p>
          <a:pPr marL="0"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dirty="0"/>
            <a:t>Effect Hooks</a:t>
          </a:r>
          <a:endParaRPr lang="th-TH" sz="2100" kern="1200" dirty="0"/>
        </a:p>
      </dgm:t>
    </dgm:pt>
    <dgm:pt modelId="{33A248B8-7960-4DB5-B140-D5CBEC233BA0}" type="parTrans" cxnId="{3A3762EE-44FB-48DA-85C9-8486158ABB3A}">
      <dgm:prSet/>
      <dgm:spPr/>
      <dgm:t>
        <a:bodyPr/>
        <a:lstStyle/>
        <a:p>
          <a:endParaRPr lang="th-TH"/>
        </a:p>
      </dgm:t>
    </dgm:pt>
    <dgm:pt modelId="{35956659-6001-4DF8-BC07-667E0B7B5C35}" type="sibTrans" cxnId="{3A3762EE-44FB-48DA-85C9-8486158ABB3A}">
      <dgm:prSet/>
      <dgm:spPr/>
      <dgm:t>
        <a:bodyPr/>
        <a:lstStyle/>
        <a:p>
          <a:endParaRPr lang="th-TH"/>
        </a:p>
      </dgm:t>
    </dgm:pt>
    <dgm:pt modelId="{51AAF5EF-D0CE-4188-8750-DB90739118DE}">
      <dgm:prSet phldrT="[Text]"/>
      <dgm:spPr/>
      <dgm:t>
        <a:bodyPr/>
        <a:lstStyle/>
        <a:p>
          <a:r>
            <a:rPr lang="en-US" dirty="0"/>
            <a:t>Performance Hooks</a:t>
          </a:r>
          <a:endParaRPr lang="th-TH" dirty="0"/>
        </a:p>
      </dgm:t>
    </dgm:pt>
    <dgm:pt modelId="{5F04461F-F385-4600-B42A-BAEABD90A6F6}" type="parTrans" cxnId="{560B2FE5-748F-488B-A82D-FBF15EAA0449}">
      <dgm:prSet/>
      <dgm:spPr/>
      <dgm:t>
        <a:bodyPr/>
        <a:lstStyle/>
        <a:p>
          <a:endParaRPr lang="th-TH"/>
        </a:p>
      </dgm:t>
    </dgm:pt>
    <dgm:pt modelId="{55AAAB84-DD52-4D0F-AFA4-C76A8720E76C}" type="sibTrans" cxnId="{560B2FE5-748F-488B-A82D-FBF15EAA0449}">
      <dgm:prSet/>
      <dgm:spPr/>
      <dgm:t>
        <a:bodyPr/>
        <a:lstStyle/>
        <a:p>
          <a:endParaRPr lang="th-TH"/>
        </a:p>
      </dgm:t>
    </dgm:pt>
    <dgm:pt modelId="{A9312C0C-75AB-44AD-A9D1-992E2F2A2C1D}">
      <dgm:prSet phldrT="[Text]" phldr="0" custT="1"/>
      <dgm:spPr/>
      <dgm:t>
        <a:bodyPr/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 err="1">
              <a:solidFill>
                <a:prstClr val="white"/>
              </a:solidFill>
              <a:latin typeface="Calibri Light"/>
              <a:ea typeface="+mn-ea"/>
              <a:cs typeface="+mn-cs"/>
            </a:rPr>
            <a:t>useState</a:t>
          </a:r>
          <a:endParaRPr lang="th-TH" sz="1600" kern="1200" dirty="0">
            <a:solidFill>
              <a:prstClr val="white"/>
            </a:solidFill>
            <a:latin typeface="Calibri Light"/>
            <a:ea typeface="+mn-ea"/>
            <a:cs typeface="+mn-cs"/>
          </a:endParaRPr>
        </a:p>
      </dgm:t>
    </dgm:pt>
    <dgm:pt modelId="{32CDF481-6621-4CD1-BBC3-1ED08233C891}" type="parTrans" cxnId="{96050A59-AC66-4716-973A-3064540E6A02}">
      <dgm:prSet/>
      <dgm:spPr/>
      <dgm:t>
        <a:bodyPr/>
        <a:lstStyle/>
        <a:p>
          <a:endParaRPr lang="th-TH"/>
        </a:p>
      </dgm:t>
    </dgm:pt>
    <dgm:pt modelId="{5D73F032-EAB3-4E2D-9929-3EDF82C63053}" type="sibTrans" cxnId="{96050A59-AC66-4716-973A-3064540E6A02}">
      <dgm:prSet/>
      <dgm:spPr/>
      <dgm:t>
        <a:bodyPr/>
        <a:lstStyle/>
        <a:p>
          <a:endParaRPr lang="th-TH"/>
        </a:p>
      </dgm:t>
    </dgm:pt>
    <dgm:pt modelId="{DC9C18E3-01B2-4E7B-B6BB-A42DB30424A9}">
      <dgm:prSet phldrT="[Text]" phldr="0" custT="1"/>
      <dgm:spPr/>
      <dgm:t>
        <a:bodyPr/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 err="1">
              <a:solidFill>
                <a:prstClr val="white"/>
              </a:solidFill>
              <a:latin typeface="Calibri Light"/>
              <a:ea typeface="+mn-ea"/>
              <a:cs typeface="+mn-cs"/>
            </a:rPr>
            <a:t>useReducer</a:t>
          </a:r>
          <a:endParaRPr lang="th-TH" sz="1600" kern="1200" dirty="0">
            <a:solidFill>
              <a:prstClr val="white"/>
            </a:solidFill>
            <a:latin typeface="Calibri Light"/>
            <a:ea typeface="+mn-ea"/>
            <a:cs typeface="+mn-cs"/>
          </a:endParaRPr>
        </a:p>
      </dgm:t>
    </dgm:pt>
    <dgm:pt modelId="{C0155C31-4280-4884-B5A5-96C60D5B0DA8}" type="parTrans" cxnId="{77432C06-0ED0-4369-8956-7716FFDC8FCB}">
      <dgm:prSet/>
      <dgm:spPr/>
      <dgm:t>
        <a:bodyPr/>
        <a:lstStyle/>
        <a:p>
          <a:endParaRPr lang="th-TH"/>
        </a:p>
      </dgm:t>
    </dgm:pt>
    <dgm:pt modelId="{5829132B-901B-4650-8B96-B7138E2AA548}" type="sibTrans" cxnId="{77432C06-0ED0-4369-8956-7716FFDC8FCB}">
      <dgm:prSet/>
      <dgm:spPr/>
      <dgm:t>
        <a:bodyPr/>
        <a:lstStyle/>
        <a:p>
          <a:endParaRPr lang="th-TH"/>
        </a:p>
      </dgm:t>
    </dgm:pt>
    <dgm:pt modelId="{08BDD8AE-8395-4987-A937-69B6EF9E6C1C}">
      <dgm:prSet phldrT="[Text]" custT="1"/>
      <dgm:spPr/>
      <dgm:t>
        <a:bodyPr/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 err="1">
              <a:solidFill>
                <a:prstClr val="white"/>
              </a:solidFill>
              <a:latin typeface="Calibri Light"/>
              <a:ea typeface="+mn-ea"/>
              <a:cs typeface="+mn-cs"/>
            </a:rPr>
            <a:t>useContext</a:t>
          </a:r>
          <a:endParaRPr lang="th-TH" sz="1600" kern="1200" dirty="0">
            <a:solidFill>
              <a:prstClr val="white"/>
            </a:solidFill>
            <a:latin typeface="Calibri Light"/>
            <a:ea typeface="+mn-ea"/>
            <a:cs typeface="+mn-cs"/>
          </a:endParaRPr>
        </a:p>
      </dgm:t>
    </dgm:pt>
    <dgm:pt modelId="{3F0907F7-BFB7-4184-A0C3-7D1C88F3A8D5}" type="parTrans" cxnId="{3A9A2983-9F9C-40A0-BEEF-707ADDEA031F}">
      <dgm:prSet/>
      <dgm:spPr/>
      <dgm:t>
        <a:bodyPr/>
        <a:lstStyle/>
        <a:p>
          <a:endParaRPr lang="th-TH"/>
        </a:p>
      </dgm:t>
    </dgm:pt>
    <dgm:pt modelId="{F6733BC9-1EE0-42C1-A2C8-9D57DE84A1A2}" type="sibTrans" cxnId="{3A9A2983-9F9C-40A0-BEEF-707ADDEA031F}">
      <dgm:prSet/>
      <dgm:spPr/>
      <dgm:t>
        <a:bodyPr/>
        <a:lstStyle/>
        <a:p>
          <a:endParaRPr lang="th-TH"/>
        </a:p>
      </dgm:t>
    </dgm:pt>
    <dgm:pt modelId="{CB959744-6E22-4524-9FDD-70DCB3A5B5D8}">
      <dgm:prSet phldrT="[Text]" custT="1"/>
      <dgm:spPr/>
      <dgm:t>
        <a:bodyPr/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 err="1">
              <a:solidFill>
                <a:prstClr val="white"/>
              </a:solidFill>
              <a:latin typeface="Calibri Light"/>
              <a:ea typeface="+mn-ea"/>
              <a:cs typeface="+mn-cs"/>
            </a:rPr>
            <a:t>useEffect</a:t>
          </a:r>
          <a:endParaRPr lang="th-TH" sz="1600" kern="1200" dirty="0">
            <a:solidFill>
              <a:prstClr val="white"/>
            </a:solidFill>
            <a:latin typeface="Calibri Light"/>
            <a:ea typeface="+mn-ea"/>
            <a:cs typeface="+mn-cs"/>
          </a:endParaRPr>
        </a:p>
      </dgm:t>
    </dgm:pt>
    <dgm:pt modelId="{8B8E97D1-4300-44B7-BF8C-8A74715699D4}" type="parTrans" cxnId="{D5F10B5C-BAD0-4343-A4B7-3B61F86A0A39}">
      <dgm:prSet/>
      <dgm:spPr/>
      <dgm:t>
        <a:bodyPr/>
        <a:lstStyle/>
        <a:p>
          <a:endParaRPr lang="th-TH"/>
        </a:p>
      </dgm:t>
    </dgm:pt>
    <dgm:pt modelId="{933C1D3E-9729-486F-81A3-A7ADB8AD4660}" type="sibTrans" cxnId="{D5F10B5C-BAD0-4343-A4B7-3B61F86A0A39}">
      <dgm:prSet/>
      <dgm:spPr/>
      <dgm:t>
        <a:bodyPr/>
        <a:lstStyle/>
        <a:p>
          <a:endParaRPr lang="th-TH"/>
        </a:p>
      </dgm:t>
    </dgm:pt>
    <dgm:pt modelId="{660E75F0-6608-4B47-9A6F-2FB78994E74C}">
      <dgm:prSet phldrT="[Text]"/>
      <dgm:spPr/>
      <dgm:t>
        <a:bodyPr/>
        <a:lstStyle/>
        <a:p>
          <a:r>
            <a:rPr lang="en-US" dirty="0" err="1"/>
            <a:t>useMemo</a:t>
          </a:r>
          <a:endParaRPr lang="th-TH" dirty="0"/>
        </a:p>
      </dgm:t>
    </dgm:pt>
    <dgm:pt modelId="{037B8B43-FCD0-4027-9530-C11183AFA2AD}" type="parTrans" cxnId="{EC0BB181-05DF-4FE8-BBE3-D3342641CF2E}">
      <dgm:prSet/>
      <dgm:spPr/>
      <dgm:t>
        <a:bodyPr/>
        <a:lstStyle/>
        <a:p>
          <a:endParaRPr lang="th-TH"/>
        </a:p>
      </dgm:t>
    </dgm:pt>
    <dgm:pt modelId="{E95202A6-EFD2-4F88-9136-DF99B7D8250B}" type="sibTrans" cxnId="{EC0BB181-05DF-4FE8-BBE3-D3342641CF2E}">
      <dgm:prSet/>
      <dgm:spPr/>
      <dgm:t>
        <a:bodyPr/>
        <a:lstStyle/>
        <a:p>
          <a:endParaRPr lang="th-TH"/>
        </a:p>
      </dgm:t>
    </dgm:pt>
    <dgm:pt modelId="{D84D57DA-F006-4049-B646-4CDE992EF923}">
      <dgm:prSet phldrT="[Text]"/>
      <dgm:spPr/>
      <dgm:t>
        <a:bodyPr/>
        <a:lstStyle/>
        <a:p>
          <a:r>
            <a:rPr lang="en-US" dirty="0" err="1"/>
            <a:t>useCallBack</a:t>
          </a:r>
          <a:endParaRPr lang="th-TH" dirty="0"/>
        </a:p>
      </dgm:t>
    </dgm:pt>
    <dgm:pt modelId="{771B1400-A54D-4145-B711-2323D5871DFD}" type="parTrans" cxnId="{D7D565C6-3869-4A52-83B3-5F9871B331B4}">
      <dgm:prSet/>
      <dgm:spPr/>
      <dgm:t>
        <a:bodyPr/>
        <a:lstStyle/>
        <a:p>
          <a:endParaRPr lang="th-TH"/>
        </a:p>
      </dgm:t>
    </dgm:pt>
    <dgm:pt modelId="{5FADD754-B356-4E71-8B27-54681109DDB1}" type="sibTrans" cxnId="{D7D565C6-3869-4A52-83B3-5F9871B331B4}">
      <dgm:prSet/>
      <dgm:spPr/>
      <dgm:t>
        <a:bodyPr/>
        <a:lstStyle/>
        <a:p>
          <a:endParaRPr lang="th-TH"/>
        </a:p>
      </dgm:t>
    </dgm:pt>
    <dgm:pt modelId="{23EA2A82-45BD-4782-B19F-3E4C6C0FC9EF}">
      <dgm:prSet phldrT="[Text]" custT="1"/>
      <dgm:spPr/>
      <dgm:t>
        <a:bodyPr/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 err="1">
              <a:solidFill>
                <a:prstClr val="white"/>
              </a:solidFill>
              <a:latin typeface="Calibri Light"/>
              <a:ea typeface="+mn-ea"/>
              <a:cs typeface="+mn-cs"/>
            </a:rPr>
            <a:t>useRef</a:t>
          </a:r>
          <a:endParaRPr lang="th-TH" sz="1600" kern="1200" dirty="0">
            <a:solidFill>
              <a:prstClr val="white"/>
            </a:solidFill>
            <a:latin typeface="Calibri Light"/>
            <a:ea typeface="+mn-ea"/>
            <a:cs typeface="+mn-cs"/>
          </a:endParaRPr>
        </a:p>
      </dgm:t>
    </dgm:pt>
    <dgm:pt modelId="{06E93984-2439-4449-9D8C-D59D269959A2}" type="parTrans" cxnId="{2EECAA8F-CB3B-4E87-8FBB-F689A6B09945}">
      <dgm:prSet/>
      <dgm:spPr/>
      <dgm:t>
        <a:bodyPr/>
        <a:lstStyle/>
        <a:p>
          <a:endParaRPr lang="th-TH"/>
        </a:p>
      </dgm:t>
    </dgm:pt>
    <dgm:pt modelId="{839E181F-E8DF-4559-824B-44564DA5842D}" type="sibTrans" cxnId="{2EECAA8F-CB3B-4E87-8FBB-F689A6B09945}">
      <dgm:prSet/>
      <dgm:spPr/>
      <dgm:t>
        <a:bodyPr/>
        <a:lstStyle/>
        <a:p>
          <a:endParaRPr lang="th-TH"/>
        </a:p>
      </dgm:t>
    </dgm:pt>
    <dgm:pt modelId="{4A7DD5D8-9A61-431A-BB75-6885E3AAED05}">
      <dgm:prSet custT="1"/>
      <dgm:spPr/>
      <dgm:t>
        <a:bodyPr/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 err="1">
              <a:solidFill>
                <a:prstClr val="white"/>
              </a:solidFill>
              <a:latin typeface="Calibri Light"/>
              <a:ea typeface="+mn-ea"/>
              <a:cs typeface="+mn-cs"/>
            </a:rPr>
            <a:t>useImperativeHandle</a:t>
          </a:r>
          <a:endParaRPr lang="th-TH" sz="1600" kern="1200" dirty="0">
            <a:solidFill>
              <a:prstClr val="white"/>
            </a:solidFill>
            <a:latin typeface="Calibri Light"/>
            <a:ea typeface="+mn-ea"/>
            <a:cs typeface="+mn-cs"/>
          </a:endParaRPr>
        </a:p>
      </dgm:t>
    </dgm:pt>
    <dgm:pt modelId="{4AEBC697-715C-46C4-AEFD-666F0ACEDA81}" type="parTrans" cxnId="{2507F290-30AF-44B7-8F26-4A4C67E8B71A}">
      <dgm:prSet/>
      <dgm:spPr/>
      <dgm:t>
        <a:bodyPr/>
        <a:lstStyle/>
        <a:p>
          <a:endParaRPr lang="th-TH"/>
        </a:p>
      </dgm:t>
    </dgm:pt>
    <dgm:pt modelId="{4CC61ED6-59F4-4EAE-8B77-B86ACA805CC6}" type="sibTrans" cxnId="{2507F290-30AF-44B7-8F26-4A4C67E8B71A}">
      <dgm:prSet/>
      <dgm:spPr/>
      <dgm:t>
        <a:bodyPr/>
        <a:lstStyle/>
        <a:p>
          <a:endParaRPr lang="th-TH"/>
        </a:p>
      </dgm:t>
    </dgm:pt>
    <dgm:pt modelId="{374470B9-7379-4B98-9114-9EC9EFEBA734}">
      <dgm:prSet phldrT="[Text]"/>
      <dgm:spPr/>
      <dgm:t>
        <a:bodyPr/>
        <a:lstStyle/>
        <a:p>
          <a:r>
            <a:rPr lang="en-US" dirty="0"/>
            <a:t>Other Hooks</a:t>
          </a:r>
          <a:endParaRPr lang="th-TH" dirty="0"/>
        </a:p>
      </dgm:t>
    </dgm:pt>
    <dgm:pt modelId="{992563C0-BC5B-46B3-A02F-836DC6494557}" type="parTrans" cxnId="{F989E88A-D22F-4D44-8370-19028227CB3F}">
      <dgm:prSet/>
      <dgm:spPr/>
      <dgm:t>
        <a:bodyPr/>
        <a:lstStyle/>
        <a:p>
          <a:endParaRPr lang="th-TH"/>
        </a:p>
      </dgm:t>
    </dgm:pt>
    <dgm:pt modelId="{85646C87-BEB9-4DD4-9E0F-F5575BF5CA58}" type="sibTrans" cxnId="{F989E88A-D22F-4D44-8370-19028227CB3F}">
      <dgm:prSet/>
      <dgm:spPr/>
      <dgm:t>
        <a:bodyPr/>
        <a:lstStyle/>
        <a:p>
          <a:endParaRPr lang="th-TH"/>
        </a:p>
      </dgm:t>
    </dgm:pt>
    <dgm:pt modelId="{FA05E603-A874-49E9-AA12-2CE44D3B3963}">
      <dgm:prSet phldrT="[Text]"/>
      <dgm:spPr/>
      <dgm:t>
        <a:bodyPr/>
        <a:lstStyle/>
        <a:p>
          <a:r>
            <a:rPr lang="en-US" dirty="0" err="1"/>
            <a:t>useActionState</a:t>
          </a:r>
          <a:endParaRPr lang="th-TH" dirty="0"/>
        </a:p>
      </dgm:t>
    </dgm:pt>
    <dgm:pt modelId="{143CC6BA-222A-42E4-91A7-55482C2404C5}" type="parTrans" cxnId="{C7B7398B-C3F7-4EC9-B634-4D063B6641DB}">
      <dgm:prSet/>
      <dgm:spPr/>
      <dgm:t>
        <a:bodyPr/>
        <a:lstStyle/>
        <a:p>
          <a:endParaRPr lang="th-TH"/>
        </a:p>
      </dgm:t>
    </dgm:pt>
    <dgm:pt modelId="{09B291E1-45FA-4DAA-821D-9CBB8DE4F666}" type="sibTrans" cxnId="{C7B7398B-C3F7-4EC9-B634-4D063B6641DB}">
      <dgm:prSet/>
      <dgm:spPr/>
      <dgm:t>
        <a:bodyPr/>
        <a:lstStyle/>
        <a:p>
          <a:endParaRPr lang="th-TH"/>
        </a:p>
      </dgm:t>
    </dgm:pt>
    <dgm:pt modelId="{DDCCC11E-28E1-491E-B4E0-A85D17EF580A}">
      <dgm:prSet phldrT="[Text]"/>
      <dgm:spPr/>
      <dgm:t>
        <a:bodyPr/>
        <a:lstStyle/>
        <a:p>
          <a:r>
            <a:rPr lang="en-US"/>
            <a:t>useId</a:t>
          </a:r>
          <a:endParaRPr lang="th-TH" dirty="0"/>
        </a:p>
      </dgm:t>
    </dgm:pt>
    <dgm:pt modelId="{F22701C4-D358-4781-899A-DF76C5CC804E}" type="parTrans" cxnId="{DF84AFE8-A50E-455F-84DB-C4D631E06C08}">
      <dgm:prSet/>
      <dgm:spPr/>
      <dgm:t>
        <a:bodyPr/>
        <a:lstStyle/>
        <a:p>
          <a:endParaRPr lang="th-TH"/>
        </a:p>
      </dgm:t>
    </dgm:pt>
    <dgm:pt modelId="{962F77CA-7DE0-40B7-BA91-A40CA2FDB383}" type="sibTrans" cxnId="{DF84AFE8-A50E-455F-84DB-C4D631E06C08}">
      <dgm:prSet/>
      <dgm:spPr/>
      <dgm:t>
        <a:bodyPr/>
        <a:lstStyle/>
        <a:p>
          <a:endParaRPr lang="th-TH"/>
        </a:p>
      </dgm:t>
    </dgm:pt>
    <dgm:pt modelId="{D644C499-2521-4FC4-9E56-9A295C2CD285}">
      <dgm:prSet phldrT="[Text]"/>
      <dgm:spPr/>
      <dgm:t>
        <a:bodyPr/>
        <a:lstStyle/>
        <a:p>
          <a:r>
            <a:rPr lang="en-US"/>
            <a:t>useDebugValue</a:t>
          </a:r>
          <a:endParaRPr lang="th-TH" dirty="0"/>
        </a:p>
      </dgm:t>
    </dgm:pt>
    <dgm:pt modelId="{79C11556-BB94-4AA1-9F87-3F7D4692796D}" type="parTrans" cxnId="{AAF5376E-F3A7-43B3-8E7D-ECDEB4C60CE7}">
      <dgm:prSet/>
      <dgm:spPr/>
      <dgm:t>
        <a:bodyPr/>
        <a:lstStyle/>
        <a:p>
          <a:endParaRPr lang="th-TH"/>
        </a:p>
      </dgm:t>
    </dgm:pt>
    <dgm:pt modelId="{E488D066-4E4C-4A09-BCC3-0E0D6C8DF4E9}" type="sibTrans" cxnId="{AAF5376E-F3A7-43B3-8E7D-ECDEB4C60CE7}">
      <dgm:prSet/>
      <dgm:spPr/>
      <dgm:t>
        <a:bodyPr/>
        <a:lstStyle/>
        <a:p>
          <a:endParaRPr lang="th-TH"/>
        </a:p>
      </dgm:t>
    </dgm:pt>
    <dgm:pt modelId="{37288C6B-6D4D-4D3B-9F9B-56201F280B48}">
      <dgm:prSet phldrT="[Text]"/>
      <dgm:spPr/>
      <dgm:t>
        <a:bodyPr/>
        <a:lstStyle/>
        <a:p>
          <a:r>
            <a:rPr lang="en-US"/>
            <a:t>useSyncExternalStore</a:t>
          </a:r>
          <a:endParaRPr lang="th-TH" dirty="0"/>
        </a:p>
      </dgm:t>
    </dgm:pt>
    <dgm:pt modelId="{5D78CA0D-A996-415B-B796-D3FD8586B469}" type="parTrans" cxnId="{86506D7A-2D34-4D0D-A1F7-EA84AECA9EEF}">
      <dgm:prSet/>
      <dgm:spPr/>
      <dgm:t>
        <a:bodyPr/>
        <a:lstStyle/>
        <a:p>
          <a:endParaRPr lang="th-TH"/>
        </a:p>
      </dgm:t>
    </dgm:pt>
    <dgm:pt modelId="{4F7C7440-36A3-4AC4-8251-C201A9E55072}" type="sibTrans" cxnId="{86506D7A-2D34-4D0D-A1F7-EA84AECA9EEF}">
      <dgm:prSet/>
      <dgm:spPr/>
      <dgm:t>
        <a:bodyPr/>
        <a:lstStyle/>
        <a:p>
          <a:endParaRPr lang="th-TH"/>
        </a:p>
      </dgm:t>
    </dgm:pt>
    <dgm:pt modelId="{29702AC1-6103-4835-932F-8DC6E52339DF}" type="pres">
      <dgm:prSet presAssocID="{43AB7C63-47A2-449B-8C94-449B172D460A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th-TH"/>
        </a:p>
      </dgm:t>
    </dgm:pt>
    <dgm:pt modelId="{B9FEA5D0-CD28-4059-91F0-C143466D1271}" type="pres">
      <dgm:prSet presAssocID="{3F22946A-EAF9-4E1D-B841-9A18F97E0EA1}" presName="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95C92803-A469-4B49-A49C-66B5B79E96B4}" type="pres">
      <dgm:prSet presAssocID="{C4ECF992-E0FF-4A51-8692-964896862EE4}" presName="sibTrans" presStyleCnt="0"/>
      <dgm:spPr/>
    </dgm:pt>
    <dgm:pt modelId="{4127E8E3-6555-4054-8858-999CACDCC6E7}" type="pres">
      <dgm:prSet presAssocID="{E35F3CA6-9F9F-4CF3-938A-247F4CD46C80}" presName="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998227EF-CA34-4FE3-95AC-25CDA26FFB95}" type="pres">
      <dgm:prSet presAssocID="{A0AEB8BD-FF8B-420B-835F-91A217F88FEB}" presName="sibTrans" presStyleCnt="0"/>
      <dgm:spPr/>
    </dgm:pt>
    <dgm:pt modelId="{8DDC05FD-58B8-42AB-BFD5-FC73C68AE21A}" type="pres">
      <dgm:prSet presAssocID="{9091F763-FEA8-4189-8B24-162A6AF17EFE}" presName="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DE4648E8-C887-4420-8F45-30EB5A6847B6}" type="pres">
      <dgm:prSet presAssocID="{040D2629-41EC-460E-803F-05BB96EEB7A4}" presName="sibTrans" presStyleCnt="0"/>
      <dgm:spPr/>
    </dgm:pt>
    <dgm:pt modelId="{531F24F4-DBBD-4A7A-B532-FD680847C327}" type="pres">
      <dgm:prSet presAssocID="{319F4F6C-4047-4BDB-A2BB-AC67AC36BB94}" presName="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DBEB6C45-10DA-4DF0-8B3D-3C838A187571}" type="pres">
      <dgm:prSet presAssocID="{35956659-6001-4DF8-BC07-667E0B7B5C35}" presName="sibTrans" presStyleCnt="0"/>
      <dgm:spPr/>
    </dgm:pt>
    <dgm:pt modelId="{DA4C1BB1-38C8-4191-AF3B-237C185202E2}" type="pres">
      <dgm:prSet presAssocID="{51AAF5EF-D0CE-4188-8750-DB90739118DE}" presName="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D1EDB6FF-93B7-427B-B677-5E0C170B0192}" type="pres">
      <dgm:prSet presAssocID="{55AAAB84-DD52-4D0F-AFA4-C76A8720E76C}" presName="sibTrans" presStyleCnt="0"/>
      <dgm:spPr/>
    </dgm:pt>
    <dgm:pt modelId="{94D1F1C4-2572-4F10-B561-006B63BB8DEC}" type="pres">
      <dgm:prSet presAssocID="{374470B9-7379-4B98-9114-9EC9EFEBA734}" presName="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th-TH"/>
        </a:p>
      </dgm:t>
    </dgm:pt>
  </dgm:ptLst>
  <dgm:cxnLst>
    <dgm:cxn modelId="{DF84AFE8-A50E-455F-84DB-C4D631E06C08}" srcId="{374470B9-7379-4B98-9114-9EC9EFEBA734}" destId="{DDCCC11E-28E1-491E-B4E0-A85D17EF580A}" srcOrd="1" destOrd="0" parTransId="{F22701C4-D358-4781-899A-DF76C5CC804E}" sibTransId="{962F77CA-7DE0-40B7-BA91-A40CA2FDB383}"/>
    <dgm:cxn modelId="{96050A59-AC66-4716-973A-3064540E6A02}" srcId="{3F22946A-EAF9-4E1D-B841-9A18F97E0EA1}" destId="{A9312C0C-75AB-44AD-A9D1-992E2F2A2C1D}" srcOrd="0" destOrd="0" parTransId="{32CDF481-6621-4CD1-BBC3-1ED08233C891}" sibTransId="{5D73F032-EAB3-4E2D-9929-3EDF82C63053}"/>
    <dgm:cxn modelId="{01807163-3824-4C3C-87AB-06BEDFEB123D}" type="presOf" srcId="{A9312C0C-75AB-44AD-A9D1-992E2F2A2C1D}" destId="{B9FEA5D0-CD28-4059-91F0-C143466D1271}" srcOrd="0" destOrd="1" presId="urn:microsoft.com/office/officeart/2005/8/layout/default"/>
    <dgm:cxn modelId="{AAF5376E-F3A7-43B3-8E7D-ECDEB4C60CE7}" srcId="{374470B9-7379-4B98-9114-9EC9EFEBA734}" destId="{D644C499-2521-4FC4-9E56-9A295C2CD285}" srcOrd="2" destOrd="0" parTransId="{79C11556-BB94-4AA1-9F87-3F7D4692796D}" sibTransId="{E488D066-4E4C-4A09-BCC3-0E0D6C8DF4E9}"/>
    <dgm:cxn modelId="{3CBC552F-CD56-458A-BF09-3E3EBD789233}" type="presOf" srcId="{319F4F6C-4047-4BDB-A2BB-AC67AC36BB94}" destId="{531F24F4-DBBD-4A7A-B532-FD680847C327}" srcOrd="0" destOrd="0" presId="urn:microsoft.com/office/officeart/2005/8/layout/default"/>
    <dgm:cxn modelId="{2507F290-30AF-44B7-8F26-4A4C67E8B71A}" srcId="{9091F763-FEA8-4189-8B24-162A6AF17EFE}" destId="{4A7DD5D8-9A61-431A-BB75-6885E3AAED05}" srcOrd="1" destOrd="0" parTransId="{4AEBC697-715C-46C4-AEFD-666F0ACEDA81}" sibTransId="{4CC61ED6-59F4-4EAE-8B77-B86ACA805CC6}"/>
    <dgm:cxn modelId="{D5F10B5C-BAD0-4343-A4B7-3B61F86A0A39}" srcId="{319F4F6C-4047-4BDB-A2BB-AC67AC36BB94}" destId="{CB959744-6E22-4524-9FDD-70DCB3A5B5D8}" srcOrd="0" destOrd="0" parTransId="{8B8E97D1-4300-44B7-BF8C-8A74715699D4}" sibTransId="{933C1D3E-9729-486F-81A3-A7ADB8AD4660}"/>
    <dgm:cxn modelId="{B5FA975E-A1DD-4A59-A6E8-484F3312B032}" type="presOf" srcId="{CB959744-6E22-4524-9FDD-70DCB3A5B5D8}" destId="{531F24F4-DBBD-4A7A-B532-FD680847C327}" srcOrd="0" destOrd="1" presId="urn:microsoft.com/office/officeart/2005/8/layout/default"/>
    <dgm:cxn modelId="{CC3260A5-722A-4D11-BE79-AC38790F4874}" type="presOf" srcId="{43AB7C63-47A2-449B-8C94-449B172D460A}" destId="{29702AC1-6103-4835-932F-8DC6E52339DF}" srcOrd="0" destOrd="0" presId="urn:microsoft.com/office/officeart/2005/8/layout/default"/>
    <dgm:cxn modelId="{EC0BB181-05DF-4FE8-BBE3-D3342641CF2E}" srcId="{51AAF5EF-D0CE-4188-8750-DB90739118DE}" destId="{660E75F0-6608-4B47-9A6F-2FB78994E74C}" srcOrd="0" destOrd="0" parTransId="{037B8B43-FCD0-4027-9530-C11183AFA2AD}" sibTransId="{E95202A6-EFD2-4F88-9136-DF99B7D8250B}"/>
    <dgm:cxn modelId="{720E1D01-A1C7-46F0-8EA0-DE082680B1D2}" type="presOf" srcId="{08BDD8AE-8395-4987-A937-69B6EF9E6C1C}" destId="{4127E8E3-6555-4054-8858-999CACDCC6E7}" srcOrd="0" destOrd="1" presId="urn:microsoft.com/office/officeart/2005/8/layout/default"/>
    <dgm:cxn modelId="{C075C6B9-F375-486E-83E9-01EEB31BEDC4}" srcId="{43AB7C63-47A2-449B-8C94-449B172D460A}" destId="{3F22946A-EAF9-4E1D-B841-9A18F97E0EA1}" srcOrd="0" destOrd="0" parTransId="{5496282F-E0A6-4424-97D5-470314054228}" sibTransId="{C4ECF992-E0FF-4A51-8692-964896862EE4}"/>
    <dgm:cxn modelId="{73545DB4-E241-4D4C-96CF-55164C879894}" type="presOf" srcId="{4A7DD5D8-9A61-431A-BB75-6885E3AAED05}" destId="{8DDC05FD-58B8-42AB-BFD5-FC73C68AE21A}" srcOrd="0" destOrd="2" presId="urn:microsoft.com/office/officeart/2005/8/layout/default"/>
    <dgm:cxn modelId="{5E8D3B41-E66F-478B-AF1A-27B97A625C94}" type="presOf" srcId="{660E75F0-6608-4B47-9A6F-2FB78994E74C}" destId="{DA4C1BB1-38C8-4191-AF3B-237C185202E2}" srcOrd="0" destOrd="1" presId="urn:microsoft.com/office/officeart/2005/8/layout/default"/>
    <dgm:cxn modelId="{560B2FE5-748F-488B-A82D-FBF15EAA0449}" srcId="{43AB7C63-47A2-449B-8C94-449B172D460A}" destId="{51AAF5EF-D0CE-4188-8750-DB90739118DE}" srcOrd="4" destOrd="0" parTransId="{5F04461F-F385-4600-B42A-BAEABD90A6F6}" sibTransId="{55AAAB84-DD52-4D0F-AFA4-C76A8720E76C}"/>
    <dgm:cxn modelId="{3A3762EE-44FB-48DA-85C9-8486158ABB3A}" srcId="{43AB7C63-47A2-449B-8C94-449B172D460A}" destId="{319F4F6C-4047-4BDB-A2BB-AC67AC36BB94}" srcOrd="3" destOrd="0" parTransId="{33A248B8-7960-4DB5-B140-D5CBEC233BA0}" sibTransId="{35956659-6001-4DF8-BC07-667E0B7B5C35}"/>
    <dgm:cxn modelId="{0E7000E7-B506-4CF1-AB42-8E0CE907F44E}" type="presOf" srcId="{9091F763-FEA8-4189-8B24-162A6AF17EFE}" destId="{8DDC05FD-58B8-42AB-BFD5-FC73C68AE21A}" srcOrd="0" destOrd="0" presId="urn:microsoft.com/office/officeart/2005/8/layout/default"/>
    <dgm:cxn modelId="{958E89C8-4F2A-4DC1-897A-5AF2C9675510}" type="presOf" srcId="{FA05E603-A874-49E9-AA12-2CE44D3B3963}" destId="{94D1F1C4-2572-4F10-B561-006B63BB8DEC}" srcOrd="0" destOrd="1" presId="urn:microsoft.com/office/officeart/2005/8/layout/default"/>
    <dgm:cxn modelId="{2EECAA8F-CB3B-4E87-8FBB-F689A6B09945}" srcId="{9091F763-FEA8-4189-8B24-162A6AF17EFE}" destId="{23EA2A82-45BD-4782-B19F-3E4C6C0FC9EF}" srcOrd="0" destOrd="0" parTransId="{06E93984-2439-4449-9D8C-D59D269959A2}" sibTransId="{839E181F-E8DF-4559-824B-44564DA5842D}"/>
    <dgm:cxn modelId="{1503EBD2-0528-4EC8-992B-CB821370BC68}" type="presOf" srcId="{37288C6B-6D4D-4D3B-9F9B-56201F280B48}" destId="{94D1F1C4-2572-4F10-B561-006B63BB8DEC}" srcOrd="0" destOrd="4" presId="urn:microsoft.com/office/officeart/2005/8/layout/default"/>
    <dgm:cxn modelId="{3A9A2983-9F9C-40A0-BEEF-707ADDEA031F}" srcId="{E35F3CA6-9F9F-4CF3-938A-247F4CD46C80}" destId="{08BDD8AE-8395-4987-A937-69B6EF9E6C1C}" srcOrd="0" destOrd="0" parTransId="{3F0907F7-BFB7-4184-A0C3-7D1C88F3A8D5}" sibTransId="{F6733BC9-1EE0-42C1-A2C8-9D57DE84A1A2}"/>
    <dgm:cxn modelId="{86506D7A-2D34-4D0D-A1F7-EA84AECA9EEF}" srcId="{374470B9-7379-4B98-9114-9EC9EFEBA734}" destId="{37288C6B-6D4D-4D3B-9F9B-56201F280B48}" srcOrd="3" destOrd="0" parTransId="{5D78CA0D-A996-415B-B796-D3FD8586B469}" sibTransId="{4F7C7440-36A3-4AC4-8251-C201A9E55072}"/>
    <dgm:cxn modelId="{D7D565C6-3869-4A52-83B3-5F9871B331B4}" srcId="{51AAF5EF-D0CE-4188-8750-DB90739118DE}" destId="{D84D57DA-F006-4049-B646-4CDE992EF923}" srcOrd="1" destOrd="0" parTransId="{771B1400-A54D-4145-B711-2323D5871DFD}" sibTransId="{5FADD754-B356-4E71-8B27-54681109DDB1}"/>
    <dgm:cxn modelId="{F989E88A-D22F-4D44-8370-19028227CB3F}" srcId="{43AB7C63-47A2-449B-8C94-449B172D460A}" destId="{374470B9-7379-4B98-9114-9EC9EFEBA734}" srcOrd="5" destOrd="0" parTransId="{992563C0-BC5B-46B3-A02F-836DC6494557}" sibTransId="{85646C87-BEB9-4DD4-9E0F-F5575BF5CA58}"/>
    <dgm:cxn modelId="{E54BA94E-7DBA-4533-9A30-681713E183FE}" type="presOf" srcId="{23EA2A82-45BD-4782-B19F-3E4C6C0FC9EF}" destId="{8DDC05FD-58B8-42AB-BFD5-FC73C68AE21A}" srcOrd="0" destOrd="1" presId="urn:microsoft.com/office/officeart/2005/8/layout/default"/>
    <dgm:cxn modelId="{767AD818-14E4-47DC-8A2A-E56F0DCCCEA0}" type="presOf" srcId="{DDCCC11E-28E1-491E-B4E0-A85D17EF580A}" destId="{94D1F1C4-2572-4F10-B561-006B63BB8DEC}" srcOrd="0" destOrd="2" presId="urn:microsoft.com/office/officeart/2005/8/layout/default"/>
    <dgm:cxn modelId="{77432C06-0ED0-4369-8956-7716FFDC8FCB}" srcId="{3F22946A-EAF9-4E1D-B841-9A18F97E0EA1}" destId="{DC9C18E3-01B2-4E7B-B6BB-A42DB30424A9}" srcOrd="1" destOrd="0" parTransId="{C0155C31-4280-4884-B5A5-96C60D5B0DA8}" sibTransId="{5829132B-901B-4650-8B96-B7138E2AA548}"/>
    <dgm:cxn modelId="{5E30B86C-C672-435B-B058-9D324B060239}" srcId="{43AB7C63-47A2-449B-8C94-449B172D460A}" destId="{E35F3CA6-9F9F-4CF3-938A-247F4CD46C80}" srcOrd="1" destOrd="0" parTransId="{D90D47A6-5796-4972-B34C-A303A78DBD0A}" sibTransId="{A0AEB8BD-FF8B-420B-835F-91A217F88FEB}"/>
    <dgm:cxn modelId="{040B5D7A-DED2-434C-AE73-255AF9CC65D2}" srcId="{43AB7C63-47A2-449B-8C94-449B172D460A}" destId="{9091F763-FEA8-4189-8B24-162A6AF17EFE}" srcOrd="2" destOrd="0" parTransId="{376A83EC-1B3A-4DEB-B19F-D6713BF75C3D}" sibTransId="{040D2629-41EC-460E-803F-05BB96EEB7A4}"/>
    <dgm:cxn modelId="{C7B7398B-C3F7-4EC9-B634-4D063B6641DB}" srcId="{374470B9-7379-4B98-9114-9EC9EFEBA734}" destId="{FA05E603-A874-49E9-AA12-2CE44D3B3963}" srcOrd="0" destOrd="0" parTransId="{143CC6BA-222A-42E4-91A7-55482C2404C5}" sibTransId="{09B291E1-45FA-4DAA-821D-9CBB8DE4F666}"/>
    <dgm:cxn modelId="{CB883E2F-CA33-4C44-9BAD-6C1AF579D1C1}" type="presOf" srcId="{D644C499-2521-4FC4-9E56-9A295C2CD285}" destId="{94D1F1C4-2572-4F10-B561-006B63BB8DEC}" srcOrd="0" destOrd="3" presId="urn:microsoft.com/office/officeart/2005/8/layout/default"/>
    <dgm:cxn modelId="{B66D3216-BA34-47D3-B1B8-E74564D61BD5}" type="presOf" srcId="{E35F3CA6-9F9F-4CF3-938A-247F4CD46C80}" destId="{4127E8E3-6555-4054-8858-999CACDCC6E7}" srcOrd="0" destOrd="0" presId="urn:microsoft.com/office/officeart/2005/8/layout/default"/>
    <dgm:cxn modelId="{2752861D-5ACC-423E-B04D-CED1E6553F5F}" type="presOf" srcId="{374470B9-7379-4B98-9114-9EC9EFEBA734}" destId="{94D1F1C4-2572-4F10-B561-006B63BB8DEC}" srcOrd="0" destOrd="0" presId="urn:microsoft.com/office/officeart/2005/8/layout/default"/>
    <dgm:cxn modelId="{DEB3A1F7-B9BE-4626-B05D-F8CFBD7B1811}" type="presOf" srcId="{D84D57DA-F006-4049-B646-4CDE992EF923}" destId="{DA4C1BB1-38C8-4191-AF3B-237C185202E2}" srcOrd="0" destOrd="2" presId="urn:microsoft.com/office/officeart/2005/8/layout/default"/>
    <dgm:cxn modelId="{DE8FE304-AD93-4BC4-98EA-AF1591DC5BD4}" type="presOf" srcId="{3F22946A-EAF9-4E1D-B841-9A18F97E0EA1}" destId="{B9FEA5D0-CD28-4059-91F0-C143466D1271}" srcOrd="0" destOrd="0" presId="urn:microsoft.com/office/officeart/2005/8/layout/default"/>
    <dgm:cxn modelId="{E5484C3A-0274-446F-8FCD-D0E9E0BEC665}" type="presOf" srcId="{51AAF5EF-D0CE-4188-8750-DB90739118DE}" destId="{DA4C1BB1-38C8-4191-AF3B-237C185202E2}" srcOrd="0" destOrd="0" presId="urn:microsoft.com/office/officeart/2005/8/layout/default"/>
    <dgm:cxn modelId="{4387CA0E-06D2-4DE4-9E8C-81DC7094F97C}" type="presOf" srcId="{DC9C18E3-01B2-4E7B-B6BB-A42DB30424A9}" destId="{B9FEA5D0-CD28-4059-91F0-C143466D1271}" srcOrd="0" destOrd="2" presId="urn:microsoft.com/office/officeart/2005/8/layout/default"/>
    <dgm:cxn modelId="{CA80B04A-258C-409F-9DF8-3CAB5D976926}" type="presParOf" srcId="{29702AC1-6103-4835-932F-8DC6E52339DF}" destId="{B9FEA5D0-CD28-4059-91F0-C143466D1271}" srcOrd="0" destOrd="0" presId="urn:microsoft.com/office/officeart/2005/8/layout/default"/>
    <dgm:cxn modelId="{2931B35C-5FAB-44C5-BC34-26811EFBC52C}" type="presParOf" srcId="{29702AC1-6103-4835-932F-8DC6E52339DF}" destId="{95C92803-A469-4B49-A49C-66B5B79E96B4}" srcOrd="1" destOrd="0" presId="urn:microsoft.com/office/officeart/2005/8/layout/default"/>
    <dgm:cxn modelId="{B2A5B17C-063C-48B2-91B6-3F073855897E}" type="presParOf" srcId="{29702AC1-6103-4835-932F-8DC6E52339DF}" destId="{4127E8E3-6555-4054-8858-999CACDCC6E7}" srcOrd="2" destOrd="0" presId="urn:microsoft.com/office/officeart/2005/8/layout/default"/>
    <dgm:cxn modelId="{ECE6661D-00BE-4377-85BA-C6D23CADF7AD}" type="presParOf" srcId="{29702AC1-6103-4835-932F-8DC6E52339DF}" destId="{998227EF-CA34-4FE3-95AC-25CDA26FFB95}" srcOrd="3" destOrd="0" presId="urn:microsoft.com/office/officeart/2005/8/layout/default"/>
    <dgm:cxn modelId="{448B71F0-E981-4AA9-9997-AD59832EB840}" type="presParOf" srcId="{29702AC1-6103-4835-932F-8DC6E52339DF}" destId="{8DDC05FD-58B8-42AB-BFD5-FC73C68AE21A}" srcOrd="4" destOrd="0" presId="urn:microsoft.com/office/officeart/2005/8/layout/default"/>
    <dgm:cxn modelId="{301528C8-D159-4B12-975E-4D233BB9709F}" type="presParOf" srcId="{29702AC1-6103-4835-932F-8DC6E52339DF}" destId="{DE4648E8-C887-4420-8F45-30EB5A6847B6}" srcOrd="5" destOrd="0" presId="urn:microsoft.com/office/officeart/2005/8/layout/default"/>
    <dgm:cxn modelId="{5230896E-4557-41CA-BCA3-FFEBC7BF8F39}" type="presParOf" srcId="{29702AC1-6103-4835-932F-8DC6E52339DF}" destId="{531F24F4-DBBD-4A7A-B532-FD680847C327}" srcOrd="6" destOrd="0" presId="urn:microsoft.com/office/officeart/2005/8/layout/default"/>
    <dgm:cxn modelId="{6D213EE2-846E-498F-BF5C-0872350C95C9}" type="presParOf" srcId="{29702AC1-6103-4835-932F-8DC6E52339DF}" destId="{DBEB6C45-10DA-4DF0-8B3D-3C838A187571}" srcOrd="7" destOrd="0" presId="urn:microsoft.com/office/officeart/2005/8/layout/default"/>
    <dgm:cxn modelId="{9F4E4667-7005-42F0-AD70-D48DEF0084D0}" type="presParOf" srcId="{29702AC1-6103-4835-932F-8DC6E52339DF}" destId="{DA4C1BB1-38C8-4191-AF3B-237C185202E2}" srcOrd="8" destOrd="0" presId="urn:microsoft.com/office/officeart/2005/8/layout/default"/>
    <dgm:cxn modelId="{02BD35D7-D6FF-48CA-932A-32CE6F1CA478}" type="presParOf" srcId="{29702AC1-6103-4835-932F-8DC6E52339DF}" destId="{D1EDB6FF-93B7-427B-B677-5E0C170B0192}" srcOrd="9" destOrd="0" presId="urn:microsoft.com/office/officeart/2005/8/layout/default"/>
    <dgm:cxn modelId="{EF6F864C-5D3F-4233-B74A-34756B1A1CE7}" type="presParOf" srcId="{29702AC1-6103-4835-932F-8DC6E52339DF}" destId="{94D1F1C4-2572-4F10-B561-006B63BB8DEC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BF6BA72-8451-4BDC-8B61-92E71683368E}" type="doc">
      <dgm:prSet loTypeId="urn:microsoft.com/office/officeart/2005/8/layout/orgChart1" loCatId="hierarchy" qsTypeId="urn:microsoft.com/office/officeart/2005/8/quickstyle/simple1#11" qsCatId="simple" csTypeId="urn:microsoft.com/office/officeart/2005/8/colors/colorful1#11" csCatId="colorful" phldr="1"/>
      <dgm:spPr/>
      <dgm:t>
        <a:bodyPr/>
        <a:lstStyle/>
        <a:p>
          <a:endParaRPr lang="th-TH"/>
        </a:p>
      </dgm:t>
    </dgm:pt>
    <dgm:pt modelId="{DB7A9E5D-5928-4A6A-9D8D-5A8B8ED88240}">
      <dgm:prSet phldrT="[ข้อความ]"/>
      <dgm:spPr/>
      <dgm:t>
        <a:bodyPr/>
        <a:lstStyle/>
        <a:p>
          <a:r>
            <a:rPr lang="en-US" dirty="0"/>
            <a:t>Side effect</a:t>
          </a:r>
          <a:endParaRPr lang="th-TH" dirty="0"/>
        </a:p>
      </dgm:t>
    </dgm:pt>
    <dgm:pt modelId="{FB8D6E18-3627-4502-84A5-340D8FFB1B6F}" type="parTrans" cxnId="{AF0AF620-B96E-44BC-90A3-853658B920E7}">
      <dgm:prSet/>
      <dgm:spPr/>
      <dgm:t>
        <a:bodyPr/>
        <a:lstStyle/>
        <a:p>
          <a:endParaRPr lang="th-TH"/>
        </a:p>
      </dgm:t>
    </dgm:pt>
    <dgm:pt modelId="{481EFD0C-E603-4CCC-8EFE-BBFADA45881D}" type="sibTrans" cxnId="{AF0AF620-B96E-44BC-90A3-853658B920E7}">
      <dgm:prSet/>
      <dgm:spPr/>
      <dgm:t>
        <a:bodyPr/>
        <a:lstStyle/>
        <a:p>
          <a:endParaRPr lang="th-TH"/>
        </a:p>
      </dgm:t>
    </dgm:pt>
    <dgm:pt modelId="{0E983BFB-4C02-4B21-98BC-62D92B8D9ED0}">
      <dgm:prSet phldrT="[ข้อความ]"/>
      <dgm:spPr/>
      <dgm:t>
        <a:bodyPr/>
        <a:lstStyle/>
        <a:p>
          <a:r>
            <a:rPr lang="en-US" dirty="0"/>
            <a:t>Fetching data</a:t>
          </a:r>
          <a:endParaRPr lang="th-TH" dirty="0"/>
        </a:p>
      </dgm:t>
    </dgm:pt>
    <dgm:pt modelId="{E1316BAF-5EA2-4866-A34D-91B1FAAE3DDF}" type="parTrans" cxnId="{2F315107-0A08-498F-8164-C31A9B55F8A6}">
      <dgm:prSet/>
      <dgm:spPr/>
      <dgm:t>
        <a:bodyPr/>
        <a:lstStyle/>
        <a:p>
          <a:endParaRPr lang="th-TH"/>
        </a:p>
      </dgm:t>
    </dgm:pt>
    <dgm:pt modelId="{CAA8BC34-3905-450A-9967-15332AE902D8}" type="sibTrans" cxnId="{2F315107-0A08-498F-8164-C31A9B55F8A6}">
      <dgm:prSet/>
      <dgm:spPr/>
      <dgm:t>
        <a:bodyPr/>
        <a:lstStyle/>
        <a:p>
          <a:endParaRPr lang="th-TH"/>
        </a:p>
      </dgm:t>
    </dgm:pt>
    <dgm:pt modelId="{F5357EFF-BA6D-4BC0-AF9E-4F78DAC22423}">
      <dgm:prSet phldrT="[ข้อความ]"/>
      <dgm:spPr/>
      <dgm:t>
        <a:bodyPr/>
        <a:lstStyle/>
        <a:p>
          <a:r>
            <a:rPr lang="en-US" dirty="0"/>
            <a:t>Directly updating DOM</a:t>
          </a:r>
          <a:endParaRPr lang="th-TH" dirty="0"/>
        </a:p>
      </dgm:t>
    </dgm:pt>
    <dgm:pt modelId="{FA216F1B-EE0D-41E2-A784-6AD8330617D7}" type="parTrans" cxnId="{DC12461C-A874-4DA5-8C23-BF7793912A81}">
      <dgm:prSet/>
      <dgm:spPr/>
      <dgm:t>
        <a:bodyPr/>
        <a:lstStyle/>
        <a:p>
          <a:endParaRPr lang="th-TH"/>
        </a:p>
      </dgm:t>
    </dgm:pt>
    <dgm:pt modelId="{0A25880E-A69C-4C33-A220-18870656F024}" type="sibTrans" cxnId="{DC12461C-A874-4DA5-8C23-BF7793912A81}">
      <dgm:prSet/>
      <dgm:spPr/>
      <dgm:t>
        <a:bodyPr/>
        <a:lstStyle/>
        <a:p>
          <a:endParaRPr lang="th-TH"/>
        </a:p>
      </dgm:t>
    </dgm:pt>
    <dgm:pt modelId="{05CDF655-F6D5-4774-B466-D9C87081D93A}">
      <dgm:prSet phldrT="[ข้อความ]"/>
      <dgm:spPr/>
      <dgm:t>
        <a:bodyPr/>
        <a:lstStyle/>
        <a:p>
          <a:r>
            <a:rPr lang="en-US" dirty="0"/>
            <a:t>timers</a:t>
          </a:r>
          <a:endParaRPr lang="th-TH" dirty="0"/>
        </a:p>
      </dgm:t>
    </dgm:pt>
    <dgm:pt modelId="{1C67A31F-9F0F-4498-A885-500F02FC9EBA}" type="parTrans" cxnId="{AD35AFA3-4395-4B37-8794-0FE46F79F0BC}">
      <dgm:prSet/>
      <dgm:spPr/>
      <dgm:t>
        <a:bodyPr/>
        <a:lstStyle/>
        <a:p>
          <a:endParaRPr lang="th-TH"/>
        </a:p>
      </dgm:t>
    </dgm:pt>
    <dgm:pt modelId="{7893EC31-BC4A-4430-A9AC-416277351F5F}" type="sibTrans" cxnId="{AD35AFA3-4395-4B37-8794-0FE46F79F0BC}">
      <dgm:prSet/>
      <dgm:spPr/>
      <dgm:t>
        <a:bodyPr/>
        <a:lstStyle/>
        <a:p>
          <a:endParaRPr lang="th-TH"/>
        </a:p>
      </dgm:t>
    </dgm:pt>
    <dgm:pt modelId="{4553F96F-BD23-480E-ACF7-3DCF61C95933}" type="pres">
      <dgm:prSet presAssocID="{EBF6BA72-8451-4BDC-8B61-92E71683368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th-TH"/>
        </a:p>
      </dgm:t>
    </dgm:pt>
    <dgm:pt modelId="{7683F63E-FFAC-4E3B-887A-757AAA806352}" type="pres">
      <dgm:prSet presAssocID="{DB7A9E5D-5928-4A6A-9D8D-5A8B8ED88240}" presName="hierRoot1" presStyleCnt="0">
        <dgm:presLayoutVars>
          <dgm:hierBranch val="init"/>
        </dgm:presLayoutVars>
      </dgm:prSet>
      <dgm:spPr/>
    </dgm:pt>
    <dgm:pt modelId="{880B2C1F-CD24-4173-B946-0DC1D2362846}" type="pres">
      <dgm:prSet presAssocID="{DB7A9E5D-5928-4A6A-9D8D-5A8B8ED88240}" presName="rootComposite1" presStyleCnt="0"/>
      <dgm:spPr/>
    </dgm:pt>
    <dgm:pt modelId="{C9D90D10-9F9B-49DC-97B2-4D1E9DE0E0D3}" type="pres">
      <dgm:prSet presAssocID="{DB7A9E5D-5928-4A6A-9D8D-5A8B8ED88240}" presName="rootText1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th-TH"/>
        </a:p>
      </dgm:t>
    </dgm:pt>
    <dgm:pt modelId="{AEE65D6C-4FD9-4E81-B158-66FE99884D63}" type="pres">
      <dgm:prSet presAssocID="{DB7A9E5D-5928-4A6A-9D8D-5A8B8ED88240}" presName="rootConnector1" presStyleLbl="node1" presStyleIdx="0" presStyleCnt="0"/>
      <dgm:spPr/>
      <dgm:t>
        <a:bodyPr/>
        <a:lstStyle/>
        <a:p>
          <a:endParaRPr lang="th-TH"/>
        </a:p>
      </dgm:t>
    </dgm:pt>
    <dgm:pt modelId="{7996B28D-5077-41FD-A28B-9B9F3AADDC31}" type="pres">
      <dgm:prSet presAssocID="{DB7A9E5D-5928-4A6A-9D8D-5A8B8ED88240}" presName="hierChild2" presStyleCnt="0"/>
      <dgm:spPr/>
    </dgm:pt>
    <dgm:pt modelId="{E9742695-1382-427D-8F3E-72D3C0CD7531}" type="pres">
      <dgm:prSet presAssocID="{E1316BAF-5EA2-4866-A34D-91B1FAAE3DDF}" presName="Name37" presStyleLbl="parChTrans1D2" presStyleIdx="0" presStyleCnt="3"/>
      <dgm:spPr/>
      <dgm:t>
        <a:bodyPr/>
        <a:lstStyle/>
        <a:p>
          <a:endParaRPr lang="th-TH"/>
        </a:p>
      </dgm:t>
    </dgm:pt>
    <dgm:pt modelId="{8DAB8F24-1F0E-4185-9357-3C3EBC9C9D9B}" type="pres">
      <dgm:prSet presAssocID="{0E983BFB-4C02-4B21-98BC-62D92B8D9ED0}" presName="hierRoot2" presStyleCnt="0">
        <dgm:presLayoutVars>
          <dgm:hierBranch val="init"/>
        </dgm:presLayoutVars>
      </dgm:prSet>
      <dgm:spPr/>
    </dgm:pt>
    <dgm:pt modelId="{76D146BE-9F17-466C-9DB3-8A3EECF67E3E}" type="pres">
      <dgm:prSet presAssocID="{0E983BFB-4C02-4B21-98BC-62D92B8D9ED0}" presName="rootComposite" presStyleCnt="0"/>
      <dgm:spPr/>
    </dgm:pt>
    <dgm:pt modelId="{928CE172-78E4-415E-A509-A66593718ECE}" type="pres">
      <dgm:prSet presAssocID="{0E983BFB-4C02-4B21-98BC-62D92B8D9ED0}" presName="rootText" presStyleLbl="node2" presStyleIdx="0" presStyleCnt="3">
        <dgm:presLayoutVars>
          <dgm:chPref val="3"/>
        </dgm:presLayoutVars>
      </dgm:prSet>
      <dgm:spPr/>
      <dgm:t>
        <a:bodyPr/>
        <a:lstStyle/>
        <a:p>
          <a:endParaRPr lang="th-TH"/>
        </a:p>
      </dgm:t>
    </dgm:pt>
    <dgm:pt modelId="{C94CB7A5-1619-4DBE-8846-3C19EBE79D12}" type="pres">
      <dgm:prSet presAssocID="{0E983BFB-4C02-4B21-98BC-62D92B8D9ED0}" presName="rootConnector" presStyleLbl="node2" presStyleIdx="0" presStyleCnt="3"/>
      <dgm:spPr/>
      <dgm:t>
        <a:bodyPr/>
        <a:lstStyle/>
        <a:p>
          <a:endParaRPr lang="th-TH"/>
        </a:p>
      </dgm:t>
    </dgm:pt>
    <dgm:pt modelId="{687E7B15-591F-4AAD-B06D-BA351EC9E946}" type="pres">
      <dgm:prSet presAssocID="{0E983BFB-4C02-4B21-98BC-62D92B8D9ED0}" presName="hierChild4" presStyleCnt="0"/>
      <dgm:spPr/>
    </dgm:pt>
    <dgm:pt modelId="{5E800364-1C3F-487D-8003-9F582BF84AE8}" type="pres">
      <dgm:prSet presAssocID="{0E983BFB-4C02-4B21-98BC-62D92B8D9ED0}" presName="hierChild5" presStyleCnt="0"/>
      <dgm:spPr/>
    </dgm:pt>
    <dgm:pt modelId="{31420959-B92A-45D8-94B7-F3ABFA70E7DC}" type="pres">
      <dgm:prSet presAssocID="{FA216F1B-EE0D-41E2-A784-6AD8330617D7}" presName="Name37" presStyleLbl="parChTrans1D2" presStyleIdx="1" presStyleCnt="3"/>
      <dgm:spPr/>
      <dgm:t>
        <a:bodyPr/>
        <a:lstStyle/>
        <a:p>
          <a:endParaRPr lang="th-TH"/>
        </a:p>
      </dgm:t>
    </dgm:pt>
    <dgm:pt modelId="{60C3F060-D367-4CC8-9F62-3B0C51CA5000}" type="pres">
      <dgm:prSet presAssocID="{F5357EFF-BA6D-4BC0-AF9E-4F78DAC22423}" presName="hierRoot2" presStyleCnt="0">
        <dgm:presLayoutVars>
          <dgm:hierBranch val="init"/>
        </dgm:presLayoutVars>
      </dgm:prSet>
      <dgm:spPr/>
    </dgm:pt>
    <dgm:pt modelId="{DFD19283-6B1A-4B56-AD95-2D94A45679B4}" type="pres">
      <dgm:prSet presAssocID="{F5357EFF-BA6D-4BC0-AF9E-4F78DAC22423}" presName="rootComposite" presStyleCnt="0"/>
      <dgm:spPr/>
    </dgm:pt>
    <dgm:pt modelId="{71257E7E-8ED0-40E3-AAD9-D82A625E0A1C}" type="pres">
      <dgm:prSet presAssocID="{F5357EFF-BA6D-4BC0-AF9E-4F78DAC22423}" presName="rootText" presStyleLbl="node2" presStyleIdx="1" presStyleCnt="3">
        <dgm:presLayoutVars>
          <dgm:chPref val="3"/>
        </dgm:presLayoutVars>
      </dgm:prSet>
      <dgm:spPr/>
      <dgm:t>
        <a:bodyPr/>
        <a:lstStyle/>
        <a:p>
          <a:endParaRPr lang="th-TH"/>
        </a:p>
      </dgm:t>
    </dgm:pt>
    <dgm:pt modelId="{E5DAE018-0F48-49B0-BAD6-33465FE8B418}" type="pres">
      <dgm:prSet presAssocID="{F5357EFF-BA6D-4BC0-AF9E-4F78DAC22423}" presName="rootConnector" presStyleLbl="node2" presStyleIdx="1" presStyleCnt="3"/>
      <dgm:spPr/>
      <dgm:t>
        <a:bodyPr/>
        <a:lstStyle/>
        <a:p>
          <a:endParaRPr lang="th-TH"/>
        </a:p>
      </dgm:t>
    </dgm:pt>
    <dgm:pt modelId="{1FC68885-030B-41D5-892E-57A47EE16E99}" type="pres">
      <dgm:prSet presAssocID="{F5357EFF-BA6D-4BC0-AF9E-4F78DAC22423}" presName="hierChild4" presStyleCnt="0"/>
      <dgm:spPr/>
    </dgm:pt>
    <dgm:pt modelId="{1C7F4515-F910-41F4-AFD4-6E0C4D05F61A}" type="pres">
      <dgm:prSet presAssocID="{F5357EFF-BA6D-4BC0-AF9E-4F78DAC22423}" presName="hierChild5" presStyleCnt="0"/>
      <dgm:spPr/>
    </dgm:pt>
    <dgm:pt modelId="{4BE830E3-A51E-4719-A07C-1991223885E5}" type="pres">
      <dgm:prSet presAssocID="{1C67A31F-9F0F-4498-A885-500F02FC9EBA}" presName="Name37" presStyleLbl="parChTrans1D2" presStyleIdx="2" presStyleCnt="3"/>
      <dgm:spPr/>
      <dgm:t>
        <a:bodyPr/>
        <a:lstStyle/>
        <a:p>
          <a:endParaRPr lang="th-TH"/>
        </a:p>
      </dgm:t>
    </dgm:pt>
    <dgm:pt modelId="{43B495C7-4381-4143-B95C-1E38DE111D3C}" type="pres">
      <dgm:prSet presAssocID="{05CDF655-F6D5-4774-B466-D9C87081D93A}" presName="hierRoot2" presStyleCnt="0">
        <dgm:presLayoutVars>
          <dgm:hierBranch val="init"/>
        </dgm:presLayoutVars>
      </dgm:prSet>
      <dgm:spPr/>
    </dgm:pt>
    <dgm:pt modelId="{27CA99CF-82EB-4B39-B845-D736B22CAB05}" type="pres">
      <dgm:prSet presAssocID="{05CDF655-F6D5-4774-B466-D9C87081D93A}" presName="rootComposite" presStyleCnt="0"/>
      <dgm:spPr/>
    </dgm:pt>
    <dgm:pt modelId="{014EFB66-2F45-4FD3-861E-01612DD0E614}" type="pres">
      <dgm:prSet presAssocID="{05CDF655-F6D5-4774-B466-D9C87081D93A}" presName="rootText" presStyleLbl="node2" presStyleIdx="2" presStyleCnt="3">
        <dgm:presLayoutVars>
          <dgm:chPref val="3"/>
        </dgm:presLayoutVars>
      </dgm:prSet>
      <dgm:spPr/>
      <dgm:t>
        <a:bodyPr/>
        <a:lstStyle/>
        <a:p>
          <a:endParaRPr lang="th-TH"/>
        </a:p>
      </dgm:t>
    </dgm:pt>
    <dgm:pt modelId="{9BD1048E-1D97-4D42-9781-2B52D58E5F1A}" type="pres">
      <dgm:prSet presAssocID="{05CDF655-F6D5-4774-B466-D9C87081D93A}" presName="rootConnector" presStyleLbl="node2" presStyleIdx="2" presStyleCnt="3"/>
      <dgm:spPr/>
      <dgm:t>
        <a:bodyPr/>
        <a:lstStyle/>
        <a:p>
          <a:endParaRPr lang="th-TH"/>
        </a:p>
      </dgm:t>
    </dgm:pt>
    <dgm:pt modelId="{3A4C6310-3B25-4CDA-B309-DB5C55B3E795}" type="pres">
      <dgm:prSet presAssocID="{05CDF655-F6D5-4774-B466-D9C87081D93A}" presName="hierChild4" presStyleCnt="0"/>
      <dgm:spPr/>
    </dgm:pt>
    <dgm:pt modelId="{09D3FD57-E4D1-4DF7-B734-DD24A1E2637C}" type="pres">
      <dgm:prSet presAssocID="{05CDF655-F6D5-4774-B466-D9C87081D93A}" presName="hierChild5" presStyleCnt="0"/>
      <dgm:spPr/>
    </dgm:pt>
    <dgm:pt modelId="{2B959AF5-E3EB-4677-AE4A-8701286AB558}" type="pres">
      <dgm:prSet presAssocID="{DB7A9E5D-5928-4A6A-9D8D-5A8B8ED88240}" presName="hierChild3" presStyleCnt="0"/>
      <dgm:spPr/>
    </dgm:pt>
  </dgm:ptLst>
  <dgm:cxnLst>
    <dgm:cxn modelId="{987E1EF5-55B2-4A40-A839-95CDAB389C5E}" type="presOf" srcId="{DB7A9E5D-5928-4A6A-9D8D-5A8B8ED88240}" destId="{AEE65D6C-4FD9-4E81-B158-66FE99884D63}" srcOrd="1" destOrd="0" presId="urn:microsoft.com/office/officeart/2005/8/layout/orgChart1"/>
    <dgm:cxn modelId="{2F315107-0A08-498F-8164-C31A9B55F8A6}" srcId="{DB7A9E5D-5928-4A6A-9D8D-5A8B8ED88240}" destId="{0E983BFB-4C02-4B21-98BC-62D92B8D9ED0}" srcOrd="0" destOrd="0" parTransId="{E1316BAF-5EA2-4866-A34D-91B1FAAE3DDF}" sibTransId="{CAA8BC34-3905-450A-9967-15332AE902D8}"/>
    <dgm:cxn modelId="{561276E1-DE24-4AF5-99B4-A97D9EB9A115}" type="presOf" srcId="{0E983BFB-4C02-4B21-98BC-62D92B8D9ED0}" destId="{928CE172-78E4-415E-A509-A66593718ECE}" srcOrd="0" destOrd="0" presId="urn:microsoft.com/office/officeart/2005/8/layout/orgChart1"/>
    <dgm:cxn modelId="{AF0AF620-B96E-44BC-90A3-853658B920E7}" srcId="{EBF6BA72-8451-4BDC-8B61-92E71683368E}" destId="{DB7A9E5D-5928-4A6A-9D8D-5A8B8ED88240}" srcOrd="0" destOrd="0" parTransId="{FB8D6E18-3627-4502-84A5-340D8FFB1B6F}" sibTransId="{481EFD0C-E603-4CCC-8EFE-BBFADA45881D}"/>
    <dgm:cxn modelId="{7A976FFF-D190-467C-82FB-C1581DEB0371}" type="presOf" srcId="{F5357EFF-BA6D-4BC0-AF9E-4F78DAC22423}" destId="{E5DAE018-0F48-49B0-BAD6-33465FE8B418}" srcOrd="1" destOrd="0" presId="urn:microsoft.com/office/officeart/2005/8/layout/orgChart1"/>
    <dgm:cxn modelId="{DC12461C-A874-4DA5-8C23-BF7793912A81}" srcId="{DB7A9E5D-5928-4A6A-9D8D-5A8B8ED88240}" destId="{F5357EFF-BA6D-4BC0-AF9E-4F78DAC22423}" srcOrd="1" destOrd="0" parTransId="{FA216F1B-EE0D-41E2-A784-6AD8330617D7}" sibTransId="{0A25880E-A69C-4C33-A220-18870656F024}"/>
    <dgm:cxn modelId="{10214E8E-CD4E-4B63-9629-2A00D0128F2B}" type="presOf" srcId="{E1316BAF-5EA2-4866-A34D-91B1FAAE3DDF}" destId="{E9742695-1382-427D-8F3E-72D3C0CD7531}" srcOrd="0" destOrd="0" presId="urn:microsoft.com/office/officeart/2005/8/layout/orgChart1"/>
    <dgm:cxn modelId="{BD984595-4685-4F32-8D9B-D213C6000FC3}" type="presOf" srcId="{FA216F1B-EE0D-41E2-A784-6AD8330617D7}" destId="{31420959-B92A-45D8-94B7-F3ABFA70E7DC}" srcOrd="0" destOrd="0" presId="urn:microsoft.com/office/officeart/2005/8/layout/orgChart1"/>
    <dgm:cxn modelId="{68825B09-93CC-43AA-8A24-FCD94DF40E6F}" type="presOf" srcId="{DB7A9E5D-5928-4A6A-9D8D-5A8B8ED88240}" destId="{C9D90D10-9F9B-49DC-97B2-4D1E9DE0E0D3}" srcOrd="0" destOrd="0" presId="urn:microsoft.com/office/officeart/2005/8/layout/orgChart1"/>
    <dgm:cxn modelId="{DD35F93C-58F9-41DB-B198-11686896DA21}" type="presOf" srcId="{05CDF655-F6D5-4774-B466-D9C87081D93A}" destId="{9BD1048E-1D97-4D42-9781-2B52D58E5F1A}" srcOrd="1" destOrd="0" presId="urn:microsoft.com/office/officeart/2005/8/layout/orgChart1"/>
    <dgm:cxn modelId="{AD35AFA3-4395-4B37-8794-0FE46F79F0BC}" srcId="{DB7A9E5D-5928-4A6A-9D8D-5A8B8ED88240}" destId="{05CDF655-F6D5-4774-B466-D9C87081D93A}" srcOrd="2" destOrd="0" parTransId="{1C67A31F-9F0F-4498-A885-500F02FC9EBA}" sibTransId="{7893EC31-BC4A-4430-A9AC-416277351F5F}"/>
    <dgm:cxn modelId="{1A56B805-D80C-49A5-B808-C806F0A7F674}" type="presOf" srcId="{0E983BFB-4C02-4B21-98BC-62D92B8D9ED0}" destId="{C94CB7A5-1619-4DBE-8846-3C19EBE79D12}" srcOrd="1" destOrd="0" presId="urn:microsoft.com/office/officeart/2005/8/layout/orgChart1"/>
    <dgm:cxn modelId="{1C1CCCD3-F265-4E92-91B9-44F7A7777701}" type="presOf" srcId="{F5357EFF-BA6D-4BC0-AF9E-4F78DAC22423}" destId="{71257E7E-8ED0-40E3-AAD9-D82A625E0A1C}" srcOrd="0" destOrd="0" presId="urn:microsoft.com/office/officeart/2005/8/layout/orgChart1"/>
    <dgm:cxn modelId="{1759DCFE-B5FB-465E-84F9-928DBB9870D4}" type="presOf" srcId="{05CDF655-F6D5-4774-B466-D9C87081D93A}" destId="{014EFB66-2F45-4FD3-861E-01612DD0E614}" srcOrd="0" destOrd="0" presId="urn:microsoft.com/office/officeart/2005/8/layout/orgChart1"/>
    <dgm:cxn modelId="{1403166F-4401-40D7-87E2-90A60CD7816E}" type="presOf" srcId="{1C67A31F-9F0F-4498-A885-500F02FC9EBA}" destId="{4BE830E3-A51E-4719-A07C-1991223885E5}" srcOrd="0" destOrd="0" presId="urn:microsoft.com/office/officeart/2005/8/layout/orgChart1"/>
    <dgm:cxn modelId="{33501920-A47D-48B8-8AD1-8FD4436C5B4C}" type="presOf" srcId="{EBF6BA72-8451-4BDC-8B61-92E71683368E}" destId="{4553F96F-BD23-480E-ACF7-3DCF61C95933}" srcOrd="0" destOrd="0" presId="urn:microsoft.com/office/officeart/2005/8/layout/orgChart1"/>
    <dgm:cxn modelId="{A52956EE-2383-45F5-B516-B089D9842F1E}" type="presParOf" srcId="{4553F96F-BD23-480E-ACF7-3DCF61C95933}" destId="{7683F63E-FFAC-4E3B-887A-757AAA806352}" srcOrd="0" destOrd="0" presId="urn:microsoft.com/office/officeart/2005/8/layout/orgChart1"/>
    <dgm:cxn modelId="{9DB59044-0FB5-4B40-936C-51DBC0C2C7CD}" type="presParOf" srcId="{7683F63E-FFAC-4E3B-887A-757AAA806352}" destId="{880B2C1F-CD24-4173-B946-0DC1D2362846}" srcOrd="0" destOrd="0" presId="urn:microsoft.com/office/officeart/2005/8/layout/orgChart1"/>
    <dgm:cxn modelId="{7E985E58-3EE7-45AF-88F1-E66E27B4B56A}" type="presParOf" srcId="{880B2C1F-CD24-4173-B946-0DC1D2362846}" destId="{C9D90D10-9F9B-49DC-97B2-4D1E9DE0E0D3}" srcOrd="0" destOrd="0" presId="urn:microsoft.com/office/officeart/2005/8/layout/orgChart1"/>
    <dgm:cxn modelId="{BDCEA0B4-830B-40F0-A334-741678CDAFAE}" type="presParOf" srcId="{880B2C1F-CD24-4173-B946-0DC1D2362846}" destId="{AEE65D6C-4FD9-4E81-B158-66FE99884D63}" srcOrd="1" destOrd="0" presId="urn:microsoft.com/office/officeart/2005/8/layout/orgChart1"/>
    <dgm:cxn modelId="{1CCCF23B-1725-487E-9010-A8BF1325C5E2}" type="presParOf" srcId="{7683F63E-FFAC-4E3B-887A-757AAA806352}" destId="{7996B28D-5077-41FD-A28B-9B9F3AADDC31}" srcOrd="1" destOrd="0" presId="urn:microsoft.com/office/officeart/2005/8/layout/orgChart1"/>
    <dgm:cxn modelId="{F1031D2C-3DBC-4A10-939C-17DF35572016}" type="presParOf" srcId="{7996B28D-5077-41FD-A28B-9B9F3AADDC31}" destId="{E9742695-1382-427D-8F3E-72D3C0CD7531}" srcOrd="0" destOrd="0" presId="urn:microsoft.com/office/officeart/2005/8/layout/orgChart1"/>
    <dgm:cxn modelId="{67FD6278-BBFE-465B-8092-C602B3DA6F86}" type="presParOf" srcId="{7996B28D-5077-41FD-A28B-9B9F3AADDC31}" destId="{8DAB8F24-1F0E-4185-9357-3C3EBC9C9D9B}" srcOrd="1" destOrd="0" presId="urn:microsoft.com/office/officeart/2005/8/layout/orgChart1"/>
    <dgm:cxn modelId="{64EB1C3E-11EF-4511-9989-C2F8FA89791F}" type="presParOf" srcId="{8DAB8F24-1F0E-4185-9357-3C3EBC9C9D9B}" destId="{76D146BE-9F17-466C-9DB3-8A3EECF67E3E}" srcOrd="0" destOrd="0" presId="urn:microsoft.com/office/officeart/2005/8/layout/orgChart1"/>
    <dgm:cxn modelId="{D5D3E4DC-E1F2-4960-BC22-447A8F0E10C0}" type="presParOf" srcId="{76D146BE-9F17-466C-9DB3-8A3EECF67E3E}" destId="{928CE172-78E4-415E-A509-A66593718ECE}" srcOrd="0" destOrd="0" presId="urn:microsoft.com/office/officeart/2005/8/layout/orgChart1"/>
    <dgm:cxn modelId="{05673847-C45B-4C4E-B589-FDC07300E1F1}" type="presParOf" srcId="{76D146BE-9F17-466C-9DB3-8A3EECF67E3E}" destId="{C94CB7A5-1619-4DBE-8846-3C19EBE79D12}" srcOrd="1" destOrd="0" presId="urn:microsoft.com/office/officeart/2005/8/layout/orgChart1"/>
    <dgm:cxn modelId="{D7B87C1F-2F24-4539-894B-678C6969358A}" type="presParOf" srcId="{8DAB8F24-1F0E-4185-9357-3C3EBC9C9D9B}" destId="{687E7B15-591F-4AAD-B06D-BA351EC9E946}" srcOrd="1" destOrd="0" presId="urn:microsoft.com/office/officeart/2005/8/layout/orgChart1"/>
    <dgm:cxn modelId="{BF620714-0143-4FDD-A8DE-A4F90AED01A9}" type="presParOf" srcId="{8DAB8F24-1F0E-4185-9357-3C3EBC9C9D9B}" destId="{5E800364-1C3F-487D-8003-9F582BF84AE8}" srcOrd="2" destOrd="0" presId="urn:microsoft.com/office/officeart/2005/8/layout/orgChart1"/>
    <dgm:cxn modelId="{F183B709-669C-43DC-95B5-BABC9210704F}" type="presParOf" srcId="{7996B28D-5077-41FD-A28B-9B9F3AADDC31}" destId="{31420959-B92A-45D8-94B7-F3ABFA70E7DC}" srcOrd="2" destOrd="0" presId="urn:microsoft.com/office/officeart/2005/8/layout/orgChart1"/>
    <dgm:cxn modelId="{E82681B3-A605-4501-9201-DCC2D129F240}" type="presParOf" srcId="{7996B28D-5077-41FD-A28B-9B9F3AADDC31}" destId="{60C3F060-D367-4CC8-9F62-3B0C51CA5000}" srcOrd="3" destOrd="0" presId="urn:microsoft.com/office/officeart/2005/8/layout/orgChart1"/>
    <dgm:cxn modelId="{96656E9F-369E-42E8-90C9-32ACC46DEEBF}" type="presParOf" srcId="{60C3F060-D367-4CC8-9F62-3B0C51CA5000}" destId="{DFD19283-6B1A-4B56-AD95-2D94A45679B4}" srcOrd="0" destOrd="0" presId="urn:microsoft.com/office/officeart/2005/8/layout/orgChart1"/>
    <dgm:cxn modelId="{5A8D2131-DAD5-446A-B208-77068DE47E8B}" type="presParOf" srcId="{DFD19283-6B1A-4B56-AD95-2D94A45679B4}" destId="{71257E7E-8ED0-40E3-AAD9-D82A625E0A1C}" srcOrd="0" destOrd="0" presId="urn:microsoft.com/office/officeart/2005/8/layout/orgChart1"/>
    <dgm:cxn modelId="{66275488-0458-4247-8F95-0745BF2DC323}" type="presParOf" srcId="{DFD19283-6B1A-4B56-AD95-2D94A45679B4}" destId="{E5DAE018-0F48-49B0-BAD6-33465FE8B418}" srcOrd="1" destOrd="0" presId="urn:microsoft.com/office/officeart/2005/8/layout/orgChart1"/>
    <dgm:cxn modelId="{D0ACC90C-5F67-412A-83BF-01B859786B9B}" type="presParOf" srcId="{60C3F060-D367-4CC8-9F62-3B0C51CA5000}" destId="{1FC68885-030B-41D5-892E-57A47EE16E99}" srcOrd="1" destOrd="0" presId="urn:microsoft.com/office/officeart/2005/8/layout/orgChart1"/>
    <dgm:cxn modelId="{9EBC2FB3-2286-4062-93A2-668BC6FA1CA1}" type="presParOf" srcId="{60C3F060-D367-4CC8-9F62-3B0C51CA5000}" destId="{1C7F4515-F910-41F4-AFD4-6E0C4D05F61A}" srcOrd="2" destOrd="0" presId="urn:microsoft.com/office/officeart/2005/8/layout/orgChart1"/>
    <dgm:cxn modelId="{FFF62D75-2109-4DD8-A172-890ADD7948B3}" type="presParOf" srcId="{7996B28D-5077-41FD-A28B-9B9F3AADDC31}" destId="{4BE830E3-A51E-4719-A07C-1991223885E5}" srcOrd="4" destOrd="0" presId="urn:microsoft.com/office/officeart/2005/8/layout/orgChart1"/>
    <dgm:cxn modelId="{4B54C859-16D8-40F0-A306-F4F592E64D0E}" type="presParOf" srcId="{7996B28D-5077-41FD-A28B-9B9F3AADDC31}" destId="{43B495C7-4381-4143-B95C-1E38DE111D3C}" srcOrd="5" destOrd="0" presId="urn:microsoft.com/office/officeart/2005/8/layout/orgChart1"/>
    <dgm:cxn modelId="{D9AC02A3-3C21-492B-A4FD-D1467DC8ADB4}" type="presParOf" srcId="{43B495C7-4381-4143-B95C-1E38DE111D3C}" destId="{27CA99CF-82EB-4B39-B845-D736B22CAB05}" srcOrd="0" destOrd="0" presId="urn:microsoft.com/office/officeart/2005/8/layout/orgChart1"/>
    <dgm:cxn modelId="{C32EAA9F-0550-420E-8C85-CDDDBE96796B}" type="presParOf" srcId="{27CA99CF-82EB-4B39-B845-D736B22CAB05}" destId="{014EFB66-2F45-4FD3-861E-01612DD0E614}" srcOrd="0" destOrd="0" presId="urn:microsoft.com/office/officeart/2005/8/layout/orgChart1"/>
    <dgm:cxn modelId="{27407689-B83C-4C1F-85DC-CA80AAE52838}" type="presParOf" srcId="{27CA99CF-82EB-4B39-B845-D736B22CAB05}" destId="{9BD1048E-1D97-4D42-9781-2B52D58E5F1A}" srcOrd="1" destOrd="0" presId="urn:microsoft.com/office/officeart/2005/8/layout/orgChart1"/>
    <dgm:cxn modelId="{46800526-326C-45E7-A141-BD037B08879F}" type="presParOf" srcId="{43B495C7-4381-4143-B95C-1E38DE111D3C}" destId="{3A4C6310-3B25-4CDA-B309-DB5C55B3E795}" srcOrd="1" destOrd="0" presId="urn:microsoft.com/office/officeart/2005/8/layout/orgChart1"/>
    <dgm:cxn modelId="{307903C6-DFFF-449D-937F-8935EDD7104C}" type="presParOf" srcId="{43B495C7-4381-4143-B95C-1E38DE111D3C}" destId="{09D3FD57-E4D1-4DF7-B734-DD24A1E2637C}" srcOrd="2" destOrd="0" presId="urn:microsoft.com/office/officeart/2005/8/layout/orgChart1"/>
    <dgm:cxn modelId="{0B17A2C4-03DB-4194-B107-2DD3F2F01257}" type="presParOf" srcId="{7683F63E-FFAC-4E3B-887A-757AAA806352}" destId="{2B959AF5-E3EB-4677-AE4A-8701286AB558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021A8AD-0816-4FE0-9E4C-BF87FCD3D4C6}" type="doc">
      <dgm:prSet loTypeId="urn:microsoft.com/office/officeart/2005/8/layout/default" loCatId="list" qsTypeId="urn:microsoft.com/office/officeart/2005/8/quickstyle/simple1#12" qsCatId="simple" csTypeId="urn:microsoft.com/office/officeart/2005/8/colors/colorful1#12" csCatId="colorful" phldr="1"/>
      <dgm:spPr/>
      <dgm:t>
        <a:bodyPr/>
        <a:lstStyle/>
        <a:p>
          <a:endParaRPr lang="th-TH"/>
        </a:p>
      </dgm:t>
    </dgm:pt>
    <dgm:pt modelId="{761DB784-825B-46FD-B1E0-FBF696A02C61}">
      <dgm:prSet phldrT="[ข้อความ]"/>
      <dgm:spPr/>
      <dgm:t>
        <a:bodyPr/>
        <a:lstStyle/>
        <a:p>
          <a:r>
            <a:rPr lang="en-US" dirty="0"/>
            <a:t>Themes setting</a:t>
          </a:r>
          <a:endParaRPr lang="th-TH" dirty="0"/>
        </a:p>
      </dgm:t>
    </dgm:pt>
    <dgm:pt modelId="{C3DC4CE3-6A15-46E4-8239-6FF8C90A3F13}" type="parTrans" cxnId="{B21DC20B-FF50-48B0-83F7-F4D9F859DFF4}">
      <dgm:prSet/>
      <dgm:spPr/>
      <dgm:t>
        <a:bodyPr/>
        <a:lstStyle/>
        <a:p>
          <a:endParaRPr lang="th-TH"/>
        </a:p>
      </dgm:t>
    </dgm:pt>
    <dgm:pt modelId="{F317D5D1-34CC-438B-BEC2-4B150734F807}" type="sibTrans" cxnId="{B21DC20B-FF50-48B0-83F7-F4D9F859DFF4}">
      <dgm:prSet/>
      <dgm:spPr/>
      <dgm:t>
        <a:bodyPr/>
        <a:lstStyle/>
        <a:p>
          <a:endParaRPr lang="th-TH"/>
        </a:p>
      </dgm:t>
    </dgm:pt>
    <dgm:pt modelId="{13CFF075-1D93-44C0-A39D-1D74D057BE44}">
      <dgm:prSet phldrT="[ข้อความ]"/>
      <dgm:spPr/>
      <dgm:t>
        <a:bodyPr/>
        <a:lstStyle/>
        <a:p>
          <a:r>
            <a:rPr lang="en-US" dirty="0"/>
            <a:t>Authentication</a:t>
          </a:r>
          <a:endParaRPr lang="th-TH" dirty="0"/>
        </a:p>
      </dgm:t>
    </dgm:pt>
    <dgm:pt modelId="{7BF2C293-9101-4B82-9E1E-E563895880D4}" type="parTrans" cxnId="{612A599B-21B1-46CC-9752-BCCBD50764CA}">
      <dgm:prSet/>
      <dgm:spPr/>
      <dgm:t>
        <a:bodyPr/>
        <a:lstStyle/>
        <a:p>
          <a:endParaRPr lang="th-TH"/>
        </a:p>
      </dgm:t>
    </dgm:pt>
    <dgm:pt modelId="{4556414A-DBCF-4A82-BC29-CFFCF5C745FA}" type="sibTrans" cxnId="{612A599B-21B1-46CC-9752-BCCBD50764CA}">
      <dgm:prSet/>
      <dgm:spPr/>
      <dgm:t>
        <a:bodyPr/>
        <a:lstStyle/>
        <a:p>
          <a:endParaRPr lang="th-TH"/>
        </a:p>
      </dgm:t>
    </dgm:pt>
    <dgm:pt modelId="{8937DFFA-A5D8-4697-A601-DEA351106028}">
      <dgm:prSet phldrT="[ข้อความ]"/>
      <dgm:spPr/>
      <dgm:t>
        <a:bodyPr/>
        <a:lstStyle/>
        <a:p>
          <a:r>
            <a:rPr lang="en-US" dirty="0"/>
            <a:t>user setting</a:t>
          </a:r>
          <a:endParaRPr lang="th-TH" dirty="0"/>
        </a:p>
      </dgm:t>
    </dgm:pt>
    <dgm:pt modelId="{289F072A-E989-481F-A27D-4E50F6CE6757}" type="parTrans" cxnId="{860338FD-E669-4603-BF7B-9AABABC8A6CC}">
      <dgm:prSet/>
      <dgm:spPr/>
      <dgm:t>
        <a:bodyPr/>
        <a:lstStyle/>
        <a:p>
          <a:endParaRPr lang="th-TH"/>
        </a:p>
      </dgm:t>
    </dgm:pt>
    <dgm:pt modelId="{40B0B116-F94D-4BB5-8405-67C76900C326}" type="sibTrans" cxnId="{860338FD-E669-4603-BF7B-9AABABC8A6CC}">
      <dgm:prSet/>
      <dgm:spPr/>
      <dgm:t>
        <a:bodyPr/>
        <a:lstStyle/>
        <a:p>
          <a:endParaRPr lang="th-TH"/>
        </a:p>
      </dgm:t>
    </dgm:pt>
    <dgm:pt modelId="{9751DD73-A6BD-4D08-9FAA-B95E66815DE0}">
      <dgm:prSet phldrT="[ข้อความ]"/>
      <dgm:spPr/>
      <dgm:t>
        <a:bodyPr/>
        <a:lstStyle/>
        <a:p>
          <a:r>
            <a:rPr lang="en-US" b="0" i="0" dirty="0"/>
            <a:t>application configuration</a:t>
          </a:r>
          <a:endParaRPr lang="th-TH" dirty="0"/>
        </a:p>
      </dgm:t>
    </dgm:pt>
    <dgm:pt modelId="{BB22DB16-AE85-463A-AECE-B2890CC68CD6}" type="parTrans" cxnId="{1FF3C41B-5C45-403C-8513-7D4438758A04}">
      <dgm:prSet/>
      <dgm:spPr/>
      <dgm:t>
        <a:bodyPr/>
        <a:lstStyle/>
        <a:p>
          <a:endParaRPr lang="th-TH"/>
        </a:p>
      </dgm:t>
    </dgm:pt>
    <dgm:pt modelId="{F77EB6A4-B420-46B1-BD22-CB084C37F27A}" type="sibTrans" cxnId="{1FF3C41B-5C45-403C-8513-7D4438758A04}">
      <dgm:prSet/>
      <dgm:spPr/>
      <dgm:t>
        <a:bodyPr/>
        <a:lstStyle/>
        <a:p>
          <a:endParaRPr lang="th-TH"/>
        </a:p>
      </dgm:t>
    </dgm:pt>
    <dgm:pt modelId="{672C5819-0ACC-4A4A-B1CA-5D4A76A1A515}">
      <dgm:prSet phldrT="[ข้อความ]"/>
      <dgm:spPr/>
      <dgm:t>
        <a:bodyPr/>
        <a:lstStyle/>
        <a:p>
          <a:r>
            <a:rPr lang="en-US" b="0" i="0" dirty="0"/>
            <a:t>preferred language</a:t>
          </a:r>
          <a:endParaRPr lang="th-TH" dirty="0"/>
        </a:p>
      </dgm:t>
    </dgm:pt>
    <dgm:pt modelId="{3FFB0C8F-DDF1-4822-A0CD-0D037E925830}" type="parTrans" cxnId="{F4F16024-2FAA-4677-8499-933813634554}">
      <dgm:prSet/>
      <dgm:spPr/>
      <dgm:t>
        <a:bodyPr/>
        <a:lstStyle/>
        <a:p>
          <a:endParaRPr lang="th-TH"/>
        </a:p>
      </dgm:t>
    </dgm:pt>
    <dgm:pt modelId="{007AC40E-DC53-41F6-A7D2-E87BFD0517BC}" type="sibTrans" cxnId="{F4F16024-2FAA-4677-8499-933813634554}">
      <dgm:prSet/>
      <dgm:spPr/>
      <dgm:t>
        <a:bodyPr/>
        <a:lstStyle/>
        <a:p>
          <a:endParaRPr lang="th-TH"/>
        </a:p>
      </dgm:t>
    </dgm:pt>
    <dgm:pt modelId="{E148B74C-B71D-4205-AA7B-237E97116C90}" type="pres">
      <dgm:prSet presAssocID="{F021A8AD-0816-4FE0-9E4C-BF87FCD3D4C6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th-TH"/>
        </a:p>
      </dgm:t>
    </dgm:pt>
    <dgm:pt modelId="{4B208148-35EA-4C7B-9CBC-B2B34EA71B07}" type="pres">
      <dgm:prSet presAssocID="{761DB784-825B-46FD-B1E0-FBF696A02C61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55311809-68F7-44E0-B075-5633A0FB6976}" type="pres">
      <dgm:prSet presAssocID="{F317D5D1-34CC-438B-BEC2-4B150734F807}" presName="sibTrans" presStyleCnt="0"/>
      <dgm:spPr/>
    </dgm:pt>
    <dgm:pt modelId="{5FA7F1DB-B930-42DF-9533-6F75CA7D96A8}" type="pres">
      <dgm:prSet presAssocID="{13CFF075-1D93-44C0-A39D-1D74D057BE44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29A71E8A-1A24-401B-B0D5-E8E7E6D6B3C5}" type="pres">
      <dgm:prSet presAssocID="{4556414A-DBCF-4A82-BC29-CFFCF5C745FA}" presName="sibTrans" presStyleCnt="0"/>
      <dgm:spPr/>
    </dgm:pt>
    <dgm:pt modelId="{BDFA0E47-878A-4923-B5BB-EFAF4C159289}" type="pres">
      <dgm:prSet presAssocID="{9751DD73-A6BD-4D08-9FAA-B95E66815DE0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A54993EC-D692-499C-9BDC-E84EB337BAA9}" type="pres">
      <dgm:prSet presAssocID="{F77EB6A4-B420-46B1-BD22-CB084C37F27A}" presName="sibTrans" presStyleCnt="0"/>
      <dgm:spPr/>
    </dgm:pt>
    <dgm:pt modelId="{2FEE4CFC-6715-43F1-9F41-0D08CDCCF63A}" type="pres">
      <dgm:prSet presAssocID="{8937DFFA-A5D8-4697-A601-DEA351106028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19968BD2-DBCD-416A-BD0F-D3A17FCDDACE}" type="pres">
      <dgm:prSet presAssocID="{40B0B116-F94D-4BB5-8405-67C76900C326}" presName="sibTrans" presStyleCnt="0"/>
      <dgm:spPr/>
    </dgm:pt>
    <dgm:pt modelId="{99618C34-1EF8-4CC6-AEE5-FA436ACA601E}" type="pres">
      <dgm:prSet presAssocID="{672C5819-0ACC-4A4A-B1CA-5D4A76A1A515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th-TH"/>
        </a:p>
      </dgm:t>
    </dgm:pt>
  </dgm:ptLst>
  <dgm:cxnLst>
    <dgm:cxn modelId="{EB698D99-FFC8-4E85-9DDE-DE17A17809A3}" type="presOf" srcId="{9751DD73-A6BD-4D08-9FAA-B95E66815DE0}" destId="{BDFA0E47-878A-4923-B5BB-EFAF4C159289}" srcOrd="0" destOrd="0" presId="urn:microsoft.com/office/officeart/2005/8/layout/default"/>
    <dgm:cxn modelId="{612A599B-21B1-46CC-9752-BCCBD50764CA}" srcId="{F021A8AD-0816-4FE0-9E4C-BF87FCD3D4C6}" destId="{13CFF075-1D93-44C0-A39D-1D74D057BE44}" srcOrd="1" destOrd="0" parTransId="{7BF2C293-9101-4B82-9E1E-E563895880D4}" sibTransId="{4556414A-DBCF-4A82-BC29-CFFCF5C745FA}"/>
    <dgm:cxn modelId="{1FF3C41B-5C45-403C-8513-7D4438758A04}" srcId="{F021A8AD-0816-4FE0-9E4C-BF87FCD3D4C6}" destId="{9751DD73-A6BD-4D08-9FAA-B95E66815DE0}" srcOrd="2" destOrd="0" parTransId="{BB22DB16-AE85-463A-AECE-B2890CC68CD6}" sibTransId="{F77EB6A4-B420-46B1-BD22-CB084C37F27A}"/>
    <dgm:cxn modelId="{AFA9D356-58BF-4CB1-ABAD-30288B9C3613}" type="presOf" srcId="{13CFF075-1D93-44C0-A39D-1D74D057BE44}" destId="{5FA7F1DB-B930-42DF-9533-6F75CA7D96A8}" srcOrd="0" destOrd="0" presId="urn:microsoft.com/office/officeart/2005/8/layout/default"/>
    <dgm:cxn modelId="{05B24BE1-535A-492C-B1A0-0A5171C6A470}" type="presOf" srcId="{672C5819-0ACC-4A4A-B1CA-5D4A76A1A515}" destId="{99618C34-1EF8-4CC6-AEE5-FA436ACA601E}" srcOrd="0" destOrd="0" presId="urn:microsoft.com/office/officeart/2005/8/layout/default"/>
    <dgm:cxn modelId="{F4F16024-2FAA-4677-8499-933813634554}" srcId="{F021A8AD-0816-4FE0-9E4C-BF87FCD3D4C6}" destId="{672C5819-0ACC-4A4A-B1CA-5D4A76A1A515}" srcOrd="4" destOrd="0" parTransId="{3FFB0C8F-DDF1-4822-A0CD-0D037E925830}" sibTransId="{007AC40E-DC53-41F6-A7D2-E87BFD0517BC}"/>
    <dgm:cxn modelId="{860338FD-E669-4603-BF7B-9AABABC8A6CC}" srcId="{F021A8AD-0816-4FE0-9E4C-BF87FCD3D4C6}" destId="{8937DFFA-A5D8-4697-A601-DEA351106028}" srcOrd="3" destOrd="0" parTransId="{289F072A-E989-481F-A27D-4E50F6CE6757}" sibTransId="{40B0B116-F94D-4BB5-8405-67C76900C326}"/>
    <dgm:cxn modelId="{2E66C882-0B23-4D1E-BEE7-B132315F4612}" type="presOf" srcId="{761DB784-825B-46FD-B1E0-FBF696A02C61}" destId="{4B208148-35EA-4C7B-9CBC-B2B34EA71B07}" srcOrd="0" destOrd="0" presId="urn:microsoft.com/office/officeart/2005/8/layout/default"/>
    <dgm:cxn modelId="{A616FF67-F1AE-4B1C-8E72-D35A4B5B59BD}" type="presOf" srcId="{F021A8AD-0816-4FE0-9E4C-BF87FCD3D4C6}" destId="{E148B74C-B71D-4205-AA7B-237E97116C90}" srcOrd="0" destOrd="0" presId="urn:microsoft.com/office/officeart/2005/8/layout/default"/>
    <dgm:cxn modelId="{B21DC20B-FF50-48B0-83F7-F4D9F859DFF4}" srcId="{F021A8AD-0816-4FE0-9E4C-BF87FCD3D4C6}" destId="{761DB784-825B-46FD-B1E0-FBF696A02C61}" srcOrd="0" destOrd="0" parTransId="{C3DC4CE3-6A15-46E4-8239-6FF8C90A3F13}" sibTransId="{F317D5D1-34CC-438B-BEC2-4B150734F807}"/>
    <dgm:cxn modelId="{AEC87734-F822-4063-AFC1-0CB38937E408}" type="presOf" srcId="{8937DFFA-A5D8-4697-A601-DEA351106028}" destId="{2FEE4CFC-6715-43F1-9F41-0D08CDCCF63A}" srcOrd="0" destOrd="0" presId="urn:microsoft.com/office/officeart/2005/8/layout/default"/>
    <dgm:cxn modelId="{2200C16A-6E12-48CC-9212-765C1F254A5B}" type="presParOf" srcId="{E148B74C-B71D-4205-AA7B-237E97116C90}" destId="{4B208148-35EA-4C7B-9CBC-B2B34EA71B07}" srcOrd="0" destOrd="0" presId="urn:microsoft.com/office/officeart/2005/8/layout/default"/>
    <dgm:cxn modelId="{C3837835-4BC8-40EE-BAEC-7D9A9E11D439}" type="presParOf" srcId="{E148B74C-B71D-4205-AA7B-237E97116C90}" destId="{55311809-68F7-44E0-B075-5633A0FB6976}" srcOrd="1" destOrd="0" presId="urn:microsoft.com/office/officeart/2005/8/layout/default"/>
    <dgm:cxn modelId="{10AB24AA-30EE-4F78-A6E7-4FA7D21145F6}" type="presParOf" srcId="{E148B74C-B71D-4205-AA7B-237E97116C90}" destId="{5FA7F1DB-B930-42DF-9533-6F75CA7D96A8}" srcOrd="2" destOrd="0" presId="urn:microsoft.com/office/officeart/2005/8/layout/default"/>
    <dgm:cxn modelId="{3A4D5B2A-EA2F-4DE7-A5C9-1269367DB9D4}" type="presParOf" srcId="{E148B74C-B71D-4205-AA7B-237E97116C90}" destId="{29A71E8A-1A24-401B-B0D5-E8E7E6D6B3C5}" srcOrd="3" destOrd="0" presId="urn:microsoft.com/office/officeart/2005/8/layout/default"/>
    <dgm:cxn modelId="{677D1D1E-FC33-4A86-917E-4B36F9FD533C}" type="presParOf" srcId="{E148B74C-B71D-4205-AA7B-237E97116C90}" destId="{BDFA0E47-878A-4923-B5BB-EFAF4C159289}" srcOrd="4" destOrd="0" presId="urn:microsoft.com/office/officeart/2005/8/layout/default"/>
    <dgm:cxn modelId="{C951F05D-D3BB-4BDC-B760-0CB1DFABF901}" type="presParOf" srcId="{E148B74C-B71D-4205-AA7B-237E97116C90}" destId="{A54993EC-D692-499C-9BDC-E84EB337BAA9}" srcOrd="5" destOrd="0" presId="urn:microsoft.com/office/officeart/2005/8/layout/default"/>
    <dgm:cxn modelId="{48C525E7-AF87-4AFC-9622-545DA705CC53}" type="presParOf" srcId="{E148B74C-B71D-4205-AA7B-237E97116C90}" destId="{2FEE4CFC-6715-43F1-9F41-0D08CDCCF63A}" srcOrd="6" destOrd="0" presId="urn:microsoft.com/office/officeart/2005/8/layout/default"/>
    <dgm:cxn modelId="{2069B870-7001-4377-98CA-46E8070482A9}" type="presParOf" srcId="{E148B74C-B71D-4205-AA7B-237E97116C90}" destId="{19968BD2-DBCD-416A-BD0F-D3A17FCDDACE}" srcOrd="7" destOrd="0" presId="urn:microsoft.com/office/officeart/2005/8/layout/default"/>
    <dgm:cxn modelId="{658E806A-9F59-4881-A90E-3747D17E36CF}" type="presParOf" srcId="{E148B74C-B71D-4205-AA7B-237E97116C90}" destId="{99618C34-1EF8-4CC6-AEE5-FA436ACA601E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5A7D3C7-5AC4-4B96-B8B8-D9B06214FC4D}" type="doc">
      <dgm:prSet loTypeId="urn:microsoft.com/office/officeart/2005/8/layout/process2" loCatId="process" qsTypeId="urn:microsoft.com/office/officeart/2005/8/quickstyle/simple1#13" qsCatId="simple" csTypeId="urn:microsoft.com/office/officeart/2005/8/colors/colorful1#13" csCatId="colorful" phldr="1"/>
      <dgm:spPr/>
      <dgm:t>
        <a:bodyPr/>
        <a:lstStyle/>
        <a:p>
          <a:endParaRPr lang="th-TH"/>
        </a:p>
      </dgm:t>
    </dgm:pt>
    <dgm:pt modelId="{FDF14865-A539-4CEB-863F-DDA0844218B6}">
      <dgm:prSet phldrT="[Text]" phldr="0"/>
      <dgm:spPr/>
      <dgm:t>
        <a:bodyPr/>
        <a:lstStyle/>
        <a:p>
          <a:r>
            <a:rPr lang="en-US" dirty="0"/>
            <a:t>Create connection</a:t>
          </a:r>
          <a:endParaRPr lang="th-TH" dirty="0"/>
        </a:p>
      </dgm:t>
    </dgm:pt>
    <dgm:pt modelId="{B9EE9AFC-7A7F-4C79-9F20-002257A2E750}" type="parTrans" cxnId="{BE8A7640-BEDB-4610-B406-B3BDF3819DD8}">
      <dgm:prSet/>
      <dgm:spPr/>
      <dgm:t>
        <a:bodyPr/>
        <a:lstStyle/>
        <a:p>
          <a:endParaRPr lang="th-TH"/>
        </a:p>
      </dgm:t>
    </dgm:pt>
    <dgm:pt modelId="{11A4566B-47ED-4D43-A2E5-605B314DA15B}" type="sibTrans" cxnId="{BE8A7640-BEDB-4610-B406-B3BDF3819DD8}">
      <dgm:prSet/>
      <dgm:spPr/>
      <dgm:t>
        <a:bodyPr/>
        <a:lstStyle/>
        <a:p>
          <a:endParaRPr lang="th-TH"/>
        </a:p>
      </dgm:t>
    </dgm:pt>
    <dgm:pt modelId="{55BA91F6-CE54-4AAD-89DD-D9FF6F52DD15}">
      <dgm:prSet phldrT="[Text]" phldr="0"/>
      <dgm:spPr/>
      <dgm:t>
        <a:bodyPr/>
        <a:lstStyle/>
        <a:p>
          <a:r>
            <a:rPr lang="en-US" dirty="0"/>
            <a:t>Connect</a:t>
          </a:r>
          <a:endParaRPr lang="th-TH" dirty="0"/>
        </a:p>
      </dgm:t>
    </dgm:pt>
    <dgm:pt modelId="{80FC18B9-FBC4-41B7-BDA3-2D37C494657B}" type="parTrans" cxnId="{5EA748F6-A893-499E-8DF7-784BEA901194}">
      <dgm:prSet/>
      <dgm:spPr/>
      <dgm:t>
        <a:bodyPr/>
        <a:lstStyle/>
        <a:p>
          <a:endParaRPr lang="th-TH"/>
        </a:p>
      </dgm:t>
    </dgm:pt>
    <dgm:pt modelId="{71A82656-7B32-48E4-8CDC-7453A65E21CE}" type="sibTrans" cxnId="{5EA748F6-A893-499E-8DF7-784BEA901194}">
      <dgm:prSet/>
      <dgm:spPr/>
      <dgm:t>
        <a:bodyPr/>
        <a:lstStyle/>
        <a:p>
          <a:endParaRPr lang="th-TH"/>
        </a:p>
      </dgm:t>
    </dgm:pt>
    <dgm:pt modelId="{52AE8E3E-B06F-476F-9BEF-59C4D1DCAB4C}">
      <dgm:prSet phldrT="[Text]" phldr="0"/>
      <dgm:spPr/>
      <dgm:t>
        <a:bodyPr/>
        <a:lstStyle/>
        <a:p>
          <a:r>
            <a:rPr lang="en-US"/>
            <a:t>Query</a:t>
          </a:r>
          <a:endParaRPr lang="th-TH" dirty="0"/>
        </a:p>
      </dgm:t>
    </dgm:pt>
    <dgm:pt modelId="{4AEC4F21-6BB0-41D9-B4EE-22AA8FCDE8AF}" type="parTrans" cxnId="{89348C06-0064-4E56-8E18-6266520FCBC3}">
      <dgm:prSet/>
      <dgm:spPr/>
      <dgm:t>
        <a:bodyPr/>
        <a:lstStyle/>
        <a:p>
          <a:endParaRPr lang="th-TH"/>
        </a:p>
      </dgm:t>
    </dgm:pt>
    <dgm:pt modelId="{777DD4A5-A665-4E37-9B80-61B24AE57280}" type="sibTrans" cxnId="{89348C06-0064-4E56-8E18-6266520FCBC3}">
      <dgm:prSet/>
      <dgm:spPr/>
      <dgm:t>
        <a:bodyPr/>
        <a:lstStyle/>
        <a:p>
          <a:endParaRPr lang="th-TH"/>
        </a:p>
      </dgm:t>
    </dgm:pt>
    <dgm:pt modelId="{BBE08C84-A513-4200-85B5-3577E62712A7}">
      <dgm:prSet phldrT="[Text]" phldr="0"/>
      <dgm:spPr/>
      <dgm:t>
        <a:bodyPr/>
        <a:lstStyle/>
        <a:p>
          <a:r>
            <a:rPr lang="en-US" dirty="0"/>
            <a:t>Close connection</a:t>
          </a:r>
          <a:endParaRPr lang="th-TH" dirty="0"/>
        </a:p>
      </dgm:t>
    </dgm:pt>
    <dgm:pt modelId="{203C44B7-4778-48A2-A761-F547D4EF8141}" type="parTrans" cxnId="{D2E9063C-800E-4B17-95E6-A95205EBD3EB}">
      <dgm:prSet/>
      <dgm:spPr/>
      <dgm:t>
        <a:bodyPr/>
        <a:lstStyle/>
        <a:p>
          <a:endParaRPr lang="th-TH"/>
        </a:p>
      </dgm:t>
    </dgm:pt>
    <dgm:pt modelId="{ECEBE6B3-60D3-41F7-A9B8-627A6AFA5F4E}" type="sibTrans" cxnId="{D2E9063C-800E-4B17-95E6-A95205EBD3EB}">
      <dgm:prSet/>
      <dgm:spPr/>
      <dgm:t>
        <a:bodyPr/>
        <a:lstStyle/>
        <a:p>
          <a:endParaRPr lang="th-TH"/>
        </a:p>
      </dgm:t>
    </dgm:pt>
    <dgm:pt modelId="{0309A2FD-62FA-4F77-89B3-E44629CE275C}" type="pres">
      <dgm:prSet presAssocID="{C5A7D3C7-5AC4-4B96-B8B8-D9B06214FC4D}" presName="linearFlow" presStyleCnt="0">
        <dgm:presLayoutVars>
          <dgm:resizeHandles val="exact"/>
        </dgm:presLayoutVars>
      </dgm:prSet>
      <dgm:spPr/>
      <dgm:t>
        <a:bodyPr/>
        <a:lstStyle/>
        <a:p>
          <a:endParaRPr lang="th-TH"/>
        </a:p>
      </dgm:t>
    </dgm:pt>
    <dgm:pt modelId="{76B9E15D-2EFB-4B41-8699-E6E9F59DA77B}" type="pres">
      <dgm:prSet presAssocID="{FDF14865-A539-4CEB-863F-DDA0844218B6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63E91050-6A42-4BF4-87BB-5A2CC3A49783}" type="pres">
      <dgm:prSet presAssocID="{11A4566B-47ED-4D43-A2E5-605B314DA15B}" presName="sibTrans" presStyleLbl="sibTrans2D1" presStyleIdx="0" presStyleCnt="3"/>
      <dgm:spPr/>
      <dgm:t>
        <a:bodyPr/>
        <a:lstStyle/>
        <a:p>
          <a:endParaRPr lang="th-TH"/>
        </a:p>
      </dgm:t>
    </dgm:pt>
    <dgm:pt modelId="{A38BBE01-545F-4300-B577-A33BD987A6F7}" type="pres">
      <dgm:prSet presAssocID="{11A4566B-47ED-4D43-A2E5-605B314DA15B}" presName="connectorText" presStyleLbl="sibTrans2D1" presStyleIdx="0" presStyleCnt="3"/>
      <dgm:spPr/>
      <dgm:t>
        <a:bodyPr/>
        <a:lstStyle/>
        <a:p>
          <a:endParaRPr lang="th-TH"/>
        </a:p>
      </dgm:t>
    </dgm:pt>
    <dgm:pt modelId="{CD35B736-CBAF-4F25-B1A8-E8FCF0C32DC3}" type="pres">
      <dgm:prSet presAssocID="{55BA91F6-CE54-4AAD-89DD-D9FF6F52DD15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DC7A81C4-427C-49C8-A00A-A493D9F7933D}" type="pres">
      <dgm:prSet presAssocID="{71A82656-7B32-48E4-8CDC-7453A65E21CE}" presName="sibTrans" presStyleLbl="sibTrans2D1" presStyleIdx="1" presStyleCnt="3"/>
      <dgm:spPr/>
      <dgm:t>
        <a:bodyPr/>
        <a:lstStyle/>
        <a:p>
          <a:endParaRPr lang="th-TH"/>
        </a:p>
      </dgm:t>
    </dgm:pt>
    <dgm:pt modelId="{F19485F1-52AA-40DB-8CBF-7C8FCA6A38D7}" type="pres">
      <dgm:prSet presAssocID="{71A82656-7B32-48E4-8CDC-7453A65E21CE}" presName="connectorText" presStyleLbl="sibTrans2D1" presStyleIdx="1" presStyleCnt="3"/>
      <dgm:spPr/>
      <dgm:t>
        <a:bodyPr/>
        <a:lstStyle/>
        <a:p>
          <a:endParaRPr lang="th-TH"/>
        </a:p>
      </dgm:t>
    </dgm:pt>
    <dgm:pt modelId="{D5FF609A-6FA6-499D-9A70-887C29D4A776}" type="pres">
      <dgm:prSet presAssocID="{52AE8E3E-B06F-476F-9BEF-59C4D1DCAB4C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62401C06-4C27-42DB-8BB4-5FCC1CC5163E}" type="pres">
      <dgm:prSet presAssocID="{777DD4A5-A665-4E37-9B80-61B24AE57280}" presName="sibTrans" presStyleLbl="sibTrans2D1" presStyleIdx="2" presStyleCnt="3"/>
      <dgm:spPr/>
      <dgm:t>
        <a:bodyPr/>
        <a:lstStyle/>
        <a:p>
          <a:endParaRPr lang="th-TH"/>
        </a:p>
      </dgm:t>
    </dgm:pt>
    <dgm:pt modelId="{67B90D9E-7B4F-4354-90C3-31D38CD337C1}" type="pres">
      <dgm:prSet presAssocID="{777DD4A5-A665-4E37-9B80-61B24AE57280}" presName="connectorText" presStyleLbl="sibTrans2D1" presStyleIdx="2" presStyleCnt="3"/>
      <dgm:spPr/>
      <dgm:t>
        <a:bodyPr/>
        <a:lstStyle/>
        <a:p>
          <a:endParaRPr lang="th-TH"/>
        </a:p>
      </dgm:t>
    </dgm:pt>
    <dgm:pt modelId="{185E569B-ADB6-4940-A675-E02CD90B6E74}" type="pres">
      <dgm:prSet presAssocID="{BBE08C84-A513-4200-85B5-3577E62712A7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th-TH"/>
        </a:p>
      </dgm:t>
    </dgm:pt>
  </dgm:ptLst>
  <dgm:cxnLst>
    <dgm:cxn modelId="{9DCC706D-CE74-481C-993C-7D8776633B77}" type="presOf" srcId="{71A82656-7B32-48E4-8CDC-7453A65E21CE}" destId="{DC7A81C4-427C-49C8-A00A-A493D9F7933D}" srcOrd="0" destOrd="0" presId="urn:microsoft.com/office/officeart/2005/8/layout/process2"/>
    <dgm:cxn modelId="{B7EBBC02-3C04-4340-B1DB-029C8EA1C4BD}" type="presOf" srcId="{777DD4A5-A665-4E37-9B80-61B24AE57280}" destId="{62401C06-4C27-42DB-8BB4-5FCC1CC5163E}" srcOrd="0" destOrd="0" presId="urn:microsoft.com/office/officeart/2005/8/layout/process2"/>
    <dgm:cxn modelId="{91FCBB93-1CF9-47C3-B58A-D0D1819CF0B4}" type="presOf" srcId="{C5A7D3C7-5AC4-4B96-B8B8-D9B06214FC4D}" destId="{0309A2FD-62FA-4F77-89B3-E44629CE275C}" srcOrd="0" destOrd="0" presId="urn:microsoft.com/office/officeart/2005/8/layout/process2"/>
    <dgm:cxn modelId="{33E7C087-E35D-46FB-A5D7-DF1C99D39AC9}" type="presOf" srcId="{71A82656-7B32-48E4-8CDC-7453A65E21CE}" destId="{F19485F1-52AA-40DB-8CBF-7C8FCA6A38D7}" srcOrd="1" destOrd="0" presId="urn:microsoft.com/office/officeart/2005/8/layout/process2"/>
    <dgm:cxn modelId="{9CF20BE8-2DA4-47C4-9BD4-75BE4FD81173}" type="presOf" srcId="{777DD4A5-A665-4E37-9B80-61B24AE57280}" destId="{67B90D9E-7B4F-4354-90C3-31D38CD337C1}" srcOrd="1" destOrd="0" presId="urn:microsoft.com/office/officeart/2005/8/layout/process2"/>
    <dgm:cxn modelId="{5EA748F6-A893-499E-8DF7-784BEA901194}" srcId="{C5A7D3C7-5AC4-4B96-B8B8-D9B06214FC4D}" destId="{55BA91F6-CE54-4AAD-89DD-D9FF6F52DD15}" srcOrd="1" destOrd="0" parTransId="{80FC18B9-FBC4-41B7-BDA3-2D37C494657B}" sibTransId="{71A82656-7B32-48E4-8CDC-7453A65E21CE}"/>
    <dgm:cxn modelId="{BE8A7640-BEDB-4610-B406-B3BDF3819DD8}" srcId="{C5A7D3C7-5AC4-4B96-B8B8-D9B06214FC4D}" destId="{FDF14865-A539-4CEB-863F-DDA0844218B6}" srcOrd="0" destOrd="0" parTransId="{B9EE9AFC-7A7F-4C79-9F20-002257A2E750}" sibTransId="{11A4566B-47ED-4D43-A2E5-605B314DA15B}"/>
    <dgm:cxn modelId="{412240EB-B221-45A7-933A-700294495775}" type="presOf" srcId="{11A4566B-47ED-4D43-A2E5-605B314DA15B}" destId="{63E91050-6A42-4BF4-87BB-5A2CC3A49783}" srcOrd="0" destOrd="0" presId="urn:microsoft.com/office/officeart/2005/8/layout/process2"/>
    <dgm:cxn modelId="{F9F81E0C-9A31-45B7-9C73-ECFAB6BC6BAB}" type="presOf" srcId="{11A4566B-47ED-4D43-A2E5-605B314DA15B}" destId="{A38BBE01-545F-4300-B577-A33BD987A6F7}" srcOrd="1" destOrd="0" presId="urn:microsoft.com/office/officeart/2005/8/layout/process2"/>
    <dgm:cxn modelId="{F202CB29-AB5F-46E6-850D-C319FDB23CCA}" type="presOf" srcId="{52AE8E3E-B06F-476F-9BEF-59C4D1DCAB4C}" destId="{D5FF609A-6FA6-499D-9A70-887C29D4A776}" srcOrd="0" destOrd="0" presId="urn:microsoft.com/office/officeart/2005/8/layout/process2"/>
    <dgm:cxn modelId="{79397234-CAF5-4401-B616-A825BEB64EC0}" type="presOf" srcId="{55BA91F6-CE54-4AAD-89DD-D9FF6F52DD15}" destId="{CD35B736-CBAF-4F25-B1A8-E8FCF0C32DC3}" srcOrd="0" destOrd="0" presId="urn:microsoft.com/office/officeart/2005/8/layout/process2"/>
    <dgm:cxn modelId="{D2E9063C-800E-4B17-95E6-A95205EBD3EB}" srcId="{C5A7D3C7-5AC4-4B96-B8B8-D9B06214FC4D}" destId="{BBE08C84-A513-4200-85B5-3577E62712A7}" srcOrd="3" destOrd="0" parTransId="{203C44B7-4778-48A2-A761-F547D4EF8141}" sibTransId="{ECEBE6B3-60D3-41F7-A9B8-627A6AFA5F4E}"/>
    <dgm:cxn modelId="{85D0C63B-2202-42A9-8E70-2D204458DF83}" type="presOf" srcId="{FDF14865-A539-4CEB-863F-DDA0844218B6}" destId="{76B9E15D-2EFB-4B41-8699-E6E9F59DA77B}" srcOrd="0" destOrd="0" presId="urn:microsoft.com/office/officeart/2005/8/layout/process2"/>
    <dgm:cxn modelId="{37CBA452-38B4-405E-BAD6-0C04539D81E9}" type="presOf" srcId="{BBE08C84-A513-4200-85B5-3577E62712A7}" destId="{185E569B-ADB6-4940-A675-E02CD90B6E74}" srcOrd="0" destOrd="0" presId="urn:microsoft.com/office/officeart/2005/8/layout/process2"/>
    <dgm:cxn modelId="{89348C06-0064-4E56-8E18-6266520FCBC3}" srcId="{C5A7D3C7-5AC4-4B96-B8B8-D9B06214FC4D}" destId="{52AE8E3E-B06F-476F-9BEF-59C4D1DCAB4C}" srcOrd="2" destOrd="0" parTransId="{4AEC4F21-6BB0-41D9-B4EE-22AA8FCDE8AF}" sibTransId="{777DD4A5-A665-4E37-9B80-61B24AE57280}"/>
    <dgm:cxn modelId="{3A282444-C861-4AF1-9CD9-CCC637D0DE32}" type="presParOf" srcId="{0309A2FD-62FA-4F77-89B3-E44629CE275C}" destId="{76B9E15D-2EFB-4B41-8699-E6E9F59DA77B}" srcOrd="0" destOrd="0" presId="urn:microsoft.com/office/officeart/2005/8/layout/process2"/>
    <dgm:cxn modelId="{E0A0F21B-F33C-41A6-AA14-A06DE1D67874}" type="presParOf" srcId="{0309A2FD-62FA-4F77-89B3-E44629CE275C}" destId="{63E91050-6A42-4BF4-87BB-5A2CC3A49783}" srcOrd="1" destOrd="0" presId="urn:microsoft.com/office/officeart/2005/8/layout/process2"/>
    <dgm:cxn modelId="{111AADC6-E75B-4272-BCC7-7F33401F4378}" type="presParOf" srcId="{63E91050-6A42-4BF4-87BB-5A2CC3A49783}" destId="{A38BBE01-545F-4300-B577-A33BD987A6F7}" srcOrd="0" destOrd="0" presId="urn:microsoft.com/office/officeart/2005/8/layout/process2"/>
    <dgm:cxn modelId="{DF18BC36-AD4B-4B0C-9331-102AD1701F00}" type="presParOf" srcId="{0309A2FD-62FA-4F77-89B3-E44629CE275C}" destId="{CD35B736-CBAF-4F25-B1A8-E8FCF0C32DC3}" srcOrd="2" destOrd="0" presId="urn:microsoft.com/office/officeart/2005/8/layout/process2"/>
    <dgm:cxn modelId="{22C1A529-B07F-47B2-99AE-8F673CB2CA6F}" type="presParOf" srcId="{0309A2FD-62FA-4F77-89B3-E44629CE275C}" destId="{DC7A81C4-427C-49C8-A00A-A493D9F7933D}" srcOrd="3" destOrd="0" presId="urn:microsoft.com/office/officeart/2005/8/layout/process2"/>
    <dgm:cxn modelId="{2BD23B00-D913-4840-8215-8BB6C603AAFA}" type="presParOf" srcId="{DC7A81C4-427C-49C8-A00A-A493D9F7933D}" destId="{F19485F1-52AA-40DB-8CBF-7C8FCA6A38D7}" srcOrd="0" destOrd="0" presId="urn:microsoft.com/office/officeart/2005/8/layout/process2"/>
    <dgm:cxn modelId="{96E00D7B-260D-48C5-B231-7179CD997E08}" type="presParOf" srcId="{0309A2FD-62FA-4F77-89B3-E44629CE275C}" destId="{D5FF609A-6FA6-499D-9A70-887C29D4A776}" srcOrd="4" destOrd="0" presId="urn:microsoft.com/office/officeart/2005/8/layout/process2"/>
    <dgm:cxn modelId="{4244037E-6E9A-4550-9670-F57A87B99409}" type="presParOf" srcId="{0309A2FD-62FA-4F77-89B3-E44629CE275C}" destId="{62401C06-4C27-42DB-8BB4-5FCC1CC5163E}" srcOrd="5" destOrd="0" presId="urn:microsoft.com/office/officeart/2005/8/layout/process2"/>
    <dgm:cxn modelId="{6FB5314D-9AFB-41AF-897E-A4AABB1BC5F8}" type="presParOf" srcId="{62401C06-4C27-42DB-8BB4-5FCC1CC5163E}" destId="{67B90D9E-7B4F-4354-90C3-31D38CD337C1}" srcOrd="0" destOrd="0" presId="urn:microsoft.com/office/officeart/2005/8/layout/process2"/>
    <dgm:cxn modelId="{5262A95D-0C27-49A9-9A42-75444BA0D3E8}" type="presParOf" srcId="{0309A2FD-62FA-4F77-89B3-E44629CE275C}" destId="{185E569B-ADB6-4940-A675-E02CD90B6E74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295EDBD-13F8-4CB5-9E29-1304BA2EBED0}" type="doc">
      <dgm:prSet loTypeId="urn:microsoft.com/office/officeart/2005/8/layout/hierarchy2" loCatId="hierarchy" qsTypeId="urn:microsoft.com/office/officeart/2005/8/quickstyle/simple1#15" qsCatId="simple" csTypeId="urn:microsoft.com/office/officeart/2005/8/colors/colorful1#15" csCatId="colorful" phldr="1"/>
      <dgm:spPr/>
      <dgm:t>
        <a:bodyPr/>
        <a:lstStyle/>
        <a:p>
          <a:endParaRPr lang="th-TH"/>
        </a:p>
      </dgm:t>
    </dgm:pt>
    <dgm:pt modelId="{A24546BE-4D5A-4234-8BE6-6E7EAE39B8E6}">
      <dgm:prSet phldrT="[Text]" phldr="0"/>
      <dgm:spPr/>
      <dgm:t>
        <a:bodyPr/>
        <a:lstStyle/>
        <a:p>
          <a:r>
            <a:rPr lang="en-US" dirty="0"/>
            <a:t>/</a:t>
          </a:r>
          <a:r>
            <a:rPr lang="en-US" dirty="0" err="1"/>
            <a:t>projectName</a:t>
          </a:r>
          <a:endParaRPr lang="th-TH" dirty="0"/>
        </a:p>
      </dgm:t>
    </dgm:pt>
    <dgm:pt modelId="{667EFD84-B8FE-43BE-8F7D-CA86D17AF483}" type="parTrans" cxnId="{F2804C17-71DB-437F-8878-86F34440685D}">
      <dgm:prSet/>
      <dgm:spPr/>
      <dgm:t>
        <a:bodyPr/>
        <a:lstStyle/>
        <a:p>
          <a:endParaRPr lang="th-TH"/>
        </a:p>
      </dgm:t>
    </dgm:pt>
    <dgm:pt modelId="{1E43A875-966C-4725-B804-2EBCE75D97C9}" type="sibTrans" cxnId="{F2804C17-71DB-437F-8878-86F34440685D}">
      <dgm:prSet/>
      <dgm:spPr/>
      <dgm:t>
        <a:bodyPr/>
        <a:lstStyle/>
        <a:p>
          <a:endParaRPr lang="th-TH"/>
        </a:p>
      </dgm:t>
    </dgm:pt>
    <dgm:pt modelId="{C07030A3-9D70-4E9D-9D5D-E54C087A939C}">
      <dgm:prSet phldrT="[Text]" phldr="0"/>
      <dgm:spPr/>
      <dgm:t>
        <a:bodyPr/>
        <a:lstStyle/>
        <a:p>
          <a:r>
            <a:rPr lang="en-US" dirty="0"/>
            <a:t>/frontend</a:t>
          </a:r>
          <a:endParaRPr lang="th-TH" dirty="0"/>
        </a:p>
      </dgm:t>
    </dgm:pt>
    <dgm:pt modelId="{E441A178-989E-4526-B1A8-AAFEFC9E5402}" type="parTrans" cxnId="{204F47E8-B215-43B7-8576-265DE6678B6E}">
      <dgm:prSet/>
      <dgm:spPr/>
      <dgm:t>
        <a:bodyPr/>
        <a:lstStyle/>
        <a:p>
          <a:endParaRPr lang="th-TH"/>
        </a:p>
      </dgm:t>
    </dgm:pt>
    <dgm:pt modelId="{04A66B9F-D215-4EC1-8916-F435BF1FA5E7}" type="sibTrans" cxnId="{204F47E8-B215-43B7-8576-265DE6678B6E}">
      <dgm:prSet/>
      <dgm:spPr/>
      <dgm:t>
        <a:bodyPr/>
        <a:lstStyle/>
        <a:p>
          <a:endParaRPr lang="th-TH"/>
        </a:p>
      </dgm:t>
    </dgm:pt>
    <dgm:pt modelId="{209B52DC-DC76-4C82-BA49-6AE0E5794DDB}">
      <dgm:prSet phldrT="[Text]" phldr="0"/>
      <dgm:spPr/>
      <dgm:t>
        <a:bodyPr/>
        <a:lstStyle/>
        <a:p>
          <a:r>
            <a:rPr lang="en-US" dirty="0"/>
            <a:t>/backend</a:t>
          </a:r>
          <a:endParaRPr lang="th-TH" dirty="0"/>
        </a:p>
      </dgm:t>
    </dgm:pt>
    <dgm:pt modelId="{D49D7F0D-AE14-4ED3-BB4C-944A8D682287}" type="parTrans" cxnId="{DAD05273-4766-423B-9F02-0BD772980FE2}">
      <dgm:prSet/>
      <dgm:spPr/>
      <dgm:t>
        <a:bodyPr/>
        <a:lstStyle/>
        <a:p>
          <a:endParaRPr lang="th-TH"/>
        </a:p>
      </dgm:t>
    </dgm:pt>
    <dgm:pt modelId="{4349EAAD-1C3F-4727-961F-44A315269EB7}" type="sibTrans" cxnId="{DAD05273-4766-423B-9F02-0BD772980FE2}">
      <dgm:prSet/>
      <dgm:spPr/>
      <dgm:t>
        <a:bodyPr/>
        <a:lstStyle/>
        <a:p>
          <a:endParaRPr lang="th-TH"/>
        </a:p>
      </dgm:t>
    </dgm:pt>
    <dgm:pt modelId="{368A082B-6987-464E-A349-6B72DCEAA4AD}" type="pres">
      <dgm:prSet presAssocID="{C295EDBD-13F8-4CB5-9E29-1304BA2EBED0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th-TH"/>
        </a:p>
      </dgm:t>
    </dgm:pt>
    <dgm:pt modelId="{B945C1FB-DF7E-4067-AF23-C4291316C406}" type="pres">
      <dgm:prSet presAssocID="{A24546BE-4D5A-4234-8BE6-6E7EAE39B8E6}" presName="root1" presStyleCnt="0"/>
      <dgm:spPr/>
    </dgm:pt>
    <dgm:pt modelId="{DA2DE7BA-4459-4995-BADB-3F0B420BF2EE}" type="pres">
      <dgm:prSet presAssocID="{A24546BE-4D5A-4234-8BE6-6E7EAE39B8E6}" presName="LevelOneTextNod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th-TH"/>
        </a:p>
      </dgm:t>
    </dgm:pt>
    <dgm:pt modelId="{3E2806CD-E890-4B46-8C84-65D036EB01CA}" type="pres">
      <dgm:prSet presAssocID="{A24546BE-4D5A-4234-8BE6-6E7EAE39B8E6}" presName="level2hierChild" presStyleCnt="0"/>
      <dgm:spPr/>
    </dgm:pt>
    <dgm:pt modelId="{A799F6ED-9D79-4E7B-B892-631E246D2F42}" type="pres">
      <dgm:prSet presAssocID="{E441A178-989E-4526-B1A8-AAFEFC9E5402}" presName="conn2-1" presStyleLbl="parChTrans1D2" presStyleIdx="0" presStyleCnt="2"/>
      <dgm:spPr/>
      <dgm:t>
        <a:bodyPr/>
        <a:lstStyle/>
        <a:p>
          <a:endParaRPr lang="th-TH"/>
        </a:p>
      </dgm:t>
    </dgm:pt>
    <dgm:pt modelId="{EA9A99CE-2CB2-44AE-AC94-2E630FAE9C28}" type="pres">
      <dgm:prSet presAssocID="{E441A178-989E-4526-B1A8-AAFEFC9E5402}" presName="connTx" presStyleLbl="parChTrans1D2" presStyleIdx="0" presStyleCnt="2"/>
      <dgm:spPr/>
      <dgm:t>
        <a:bodyPr/>
        <a:lstStyle/>
        <a:p>
          <a:endParaRPr lang="th-TH"/>
        </a:p>
      </dgm:t>
    </dgm:pt>
    <dgm:pt modelId="{72874216-439B-46EC-896F-BDB9BE77A2A5}" type="pres">
      <dgm:prSet presAssocID="{C07030A3-9D70-4E9D-9D5D-E54C087A939C}" presName="root2" presStyleCnt="0"/>
      <dgm:spPr/>
    </dgm:pt>
    <dgm:pt modelId="{9302B766-0B25-48F7-A5A7-6DEB5EDD2343}" type="pres">
      <dgm:prSet presAssocID="{C07030A3-9D70-4E9D-9D5D-E54C087A939C}" presName="LevelTwoTextNode" presStyleLbl="node2" presStyleIdx="0" presStyleCnt="2">
        <dgm:presLayoutVars>
          <dgm:chPref val="3"/>
        </dgm:presLayoutVars>
      </dgm:prSet>
      <dgm:spPr/>
      <dgm:t>
        <a:bodyPr/>
        <a:lstStyle/>
        <a:p>
          <a:endParaRPr lang="th-TH"/>
        </a:p>
      </dgm:t>
    </dgm:pt>
    <dgm:pt modelId="{EE156535-1C36-419F-AC46-CE0CB79D343B}" type="pres">
      <dgm:prSet presAssocID="{C07030A3-9D70-4E9D-9D5D-E54C087A939C}" presName="level3hierChild" presStyleCnt="0"/>
      <dgm:spPr/>
    </dgm:pt>
    <dgm:pt modelId="{BAD10119-1BC9-4A70-8F9B-4CF8B994C0D3}" type="pres">
      <dgm:prSet presAssocID="{D49D7F0D-AE14-4ED3-BB4C-944A8D682287}" presName="conn2-1" presStyleLbl="parChTrans1D2" presStyleIdx="1" presStyleCnt="2"/>
      <dgm:spPr/>
      <dgm:t>
        <a:bodyPr/>
        <a:lstStyle/>
        <a:p>
          <a:endParaRPr lang="th-TH"/>
        </a:p>
      </dgm:t>
    </dgm:pt>
    <dgm:pt modelId="{DA2FA7A4-EA8E-4C89-89AE-1DCF2E3D85BF}" type="pres">
      <dgm:prSet presAssocID="{D49D7F0D-AE14-4ED3-BB4C-944A8D682287}" presName="connTx" presStyleLbl="parChTrans1D2" presStyleIdx="1" presStyleCnt="2"/>
      <dgm:spPr/>
      <dgm:t>
        <a:bodyPr/>
        <a:lstStyle/>
        <a:p>
          <a:endParaRPr lang="th-TH"/>
        </a:p>
      </dgm:t>
    </dgm:pt>
    <dgm:pt modelId="{5F2642BE-BA2B-46F1-B489-9C4D5A5BB44D}" type="pres">
      <dgm:prSet presAssocID="{209B52DC-DC76-4C82-BA49-6AE0E5794DDB}" presName="root2" presStyleCnt="0"/>
      <dgm:spPr/>
    </dgm:pt>
    <dgm:pt modelId="{693D21BF-7CB5-450C-9099-8608E8BDDCCD}" type="pres">
      <dgm:prSet presAssocID="{209B52DC-DC76-4C82-BA49-6AE0E5794DDB}" presName="LevelTwoTextNode" presStyleLbl="node2" presStyleIdx="1" presStyleCnt="2">
        <dgm:presLayoutVars>
          <dgm:chPref val="3"/>
        </dgm:presLayoutVars>
      </dgm:prSet>
      <dgm:spPr/>
      <dgm:t>
        <a:bodyPr/>
        <a:lstStyle/>
        <a:p>
          <a:endParaRPr lang="th-TH"/>
        </a:p>
      </dgm:t>
    </dgm:pt>
    <dgm:pt modelId="{4051EAD8-F18D-4992-BF49-4EFE498C2C36}" type="pres">
      <dgm:prSet presAssocID="{209B52DC-DC76-4C82-BA49-6AE0E5794DDB}" presName="level3hierChild" presStyleCnt="0"/>
      <dgm:spPr/>
    </dgm:pt>
  </dgm:ptLst>
  <dgm:cxnLst>
    <dgm:cxn modelId="{8952E312-591C-4589-9CFB-E86676D53F9F}" type="presOf" srcId="{209B52DC-DC76-4C82-BA49-6AE0E5794DDB}" destId="{693D21BF-7CB5-450C-9099-8608E8BDDCCD}" srcOrd="0" destOrd="0" presId="urn:microsoft.com/office/officeart/2005/8/layout/hierarchy2"/>
    <dgm:cxn modelId="{6D738EB9-7D9B-4E08-B0FF-215A28A9DE22}" type="presOf" srcId="{E441A178-989E-4526-B1A8-AAFEFC9E5402}" destId="{EA9A99CE-2CB2-44AE-AC94-2E630FAE9C28}" srcOrd="1" destOrd="0" presId="urn:microsoft.com/office/officeart/2005/8/layout/hierarchy2"/>
    <dgm:cxn modelId="{C8985488-FEE0-4969-9B81-2B514C53AA64}" type="presOf" srcId="{C07030A3-9D70-4E9D-9D5D-E54C087A939C}" destId="{9302B766-0B25-48F7-A5A7-6DEB5EDD2343}" srcOrd="0" destOrd="0" presId="urn:microsoft.com/office/officeart/2005/8/layout/hierarchy2"/>
    <dgm:cxn modelId="{634E2304-FDE1-48E7-AECA-94437C4336FC}" type="presOf" srcId="{A24546BE-4D5A-4234-8BE6-6E7EAE39B8E6}" destId="{DA2DE7BA-4459-4995-BADB-3F0B420BF2EE}" srcOrd="0" destOrd="0" presId="urn:microsoft.com/office/officeart/2005/8/layout/hierarchy2"/>
    <dgm:cxn modelId="{809065C0-7B38-47F1-B6D2-85991C1472CC}" type="presOf" srcId="{E441A178-989E-4526-B1A8-AAFEFC9E5402}" destId="{A799F6ED-9D79-4E7B-B892-631E246D2F42}" srcOrd="0" destOrd="0" presId="urn:microsoft.com/office/officeart/2005/8/layout/hierarchy2"/>
    <dgm:cxn modelId="{B10797CA-394C-4F4B-8464-D21704EC1FBE}" type="presOf" srcId="{C295EDBD-13F8-4CB5-9E29-1304BA2EBED0}" destId="{368A082B-6987-464E-A349-6B72DCEAA4AD}" srcOrd="0" destOrd="0" presId="urn:microsoft.com/office/officeart/2005/8/layout/hierarchy2"/>
    <dgm:cxn modelId="{204F47E8-B215-43B7-8576-265DE6678B6E}" srcId="{A24546BE-4D5A-4234-8BE6-6E7EAE39B8E6}" destId="{C07030A3-9D70-4E9D-9D5D-E54C087A939C}" srcOrd="0" destOrd="0" parTransId="{E441A178-989E-4526-B1A8-AAFEFC9E5402}" sibTransId="{04A66B9F-D215-4EC1-8916-F435BF1FA5E7}"/>
    <dgm:cxn modelId="{208180BF-F001-4AE6-B87B-E998E926CCB7}" type="presOf" srcId="{D49D7F0D-AE14-4ED3-BB4C-944A8D682287}" destId="{DA2FA7A4-EA8E-4C89-89AE-1DCF2E3D85BF}" srcOrd="1" destOrd="0" presId="urn:microsoft.com/office/officeart/2005/8/layout/hierarchy2"/>
    <dgm:cxn modelId="{DAD05273-4766-423B-9F02-0BD772980FE2}" srcId="{A24546BE-4D5A-4234-8BE6-6E7EAE39B8E6}" destId="{209B52DC-DC76-4C82-BA49-6AE0E5794DDB}" srcOrd="1" destOrd="0" parTransId="{D49D7F0D-AE14-4ED3-BB4C-944A8D682287}" sibTransId="{4349EAAD-1C3F-4727-961F-44A315269EB7}"/>
    <dgm:cxn modelId="{F2804C17-71DB-437F-8878-86F34440685D}" srcId="{C295EDBD-13F8-4CB5-9E29-1304BA2EBED0}" destId="{A24546BE-4D5A-4234-8BE6-6E7EAE39B8E6}" srcOrd="0" destOrd="0" parTransId="{667EFD84-B8FE-43BE-8F7D-CA86D17AF483}" sibTransId="{1E43A875-966C-4725-B804-2EBCE75D97C9}"/>
    <dgm:cxn modelId="{166960F5-E255-4BEE-86E3-668CB8D970CB}" type="presOf" srcId="{D49D7F0D-AE14-4ED3-BB4C-944A8D682287}" destId="{BAD10119-1BC9-4A70-8F9B-4CF8B994C0D3}" srcOrd="0" destOrd="0" presId="urn:microsoft.com/office/officeart/2005/8/layout/hierarchy2"/>
    <dgm:cxn modelId="{2038AA75-4538-4C9A-9299-34C02A641E94}" type="presParOf" srcId="{368A082B-6987-464E-A349-6B72DCEAA4AD}" destId="{B945C1FB-DF7E-4067-AF23-C4291316C406}" srcOrd="0" destOrd="0" presId="urn:microsoft.com/office/officeart/2005/8/layout/hierarchy2"/>
    <dgm:cxn modelId="{F4A3A49F-EFC6-403A-BBA6-62BF5D30E687}" type="presParOf" srcId="{B945C1FB-DF7E-4067-AF23-C4291316C406}" destId="{DA2DE7BA-4459-4995-BADB-3F0B420BF2EE}" srcOrd="0" destOrd="0" presId="urn:microsoft.com/office/officeart/2005/8/layout/hierarchy2"/>
    <dgm:cxn modelId="{960F34ED-723E-47FB-9401-4FC01CAE7D8B}" type="presParOf" srcId="{B945C1FB-DF7E-4067-AF23-C4291316C406}" destId="{3E2806CD-E890-4B46-8C84-65D036EB01CA}" srcOrd="1" destOrd="0" presId="urn:microsoft.com/office/officeart/2005/8/layout/hierarchy2"/>
    <dgm:cxn modelId="{945A3282-01DC-4779-B76B-C1A9817FF126}" type="presParOf" srcId="{3E2806CD-E890-4B46-8C84-65D036EB01CA}" destId="{A799F6ED-9D79-4E7B-B892-631E246D2F42}" srcOrd="0" destOrd="0" presId="urn:microsoft.com/office/officeart/2005/8/layout/hierarchy2"/>
    <dgm:cxn modelId="{D7FA1D37-37E1-4E96-8621-0E4727A40A43}" type="presParOf" srcId="{A799F6ED-9D79-4E7B-B892-631E246D2F42}" destId="{EA9A99CE-2CB2-44AE-AC94-2E630FAE9C28}" srcOrd="0" destOrd="0" presId="urn:microsoft.com/office/officeart/2005/8/layout/hierarchy2"/>
    <dgm:cxn modelId="{D1FDA4A3-6790-44A0-893A-0F7481004D40}" type="presParOf" srcId="{3E2806CD-E890-4B46-8C84-65D036EB01CA}" destId="{72874216-439B-46EC-896F-BDB9BE77A2A5}" srcOrd="1" destOrd="0" presId="urn:microsoft.com/office/officeart/2005/8/layout/hierarchy2"/>
    <dgm:cxn modelId="{5F1FE8F2-692B-40F3-8784-68C644AB0F0F}" type="presParOf" srcId="{72874216-439B-46EC-896F-BDB9BE77A2A5}" destId="{9302B766-0B25-48F7-A5A7-6DEB5EDD2343}" srcOrd="0" destOrd="0" presId="urn:microsoft.com/office/officeart/2005/8/layout/hierarchy2"/>
    <dgm:cxn modelId="{1F859B26-5E0E-4852-B262-D8FE7F2105CA}" type="presParOf" srcId="{72874216-439B-46EC-896F-BDB9BE77A2A5}" destId="{EE156535-1C36-419F-AC46-CE0CB79D343B}" srcOrd="1" destOrd="0" presId="urn:microsoft.com/office/officeart/2005/8/layout/hierarchy2"/>
    <dgm:cxn modelId="{9DA4386A-61A9-4D03-B081-AE37B56C095F}" type="presParOf" srcId="{3E2806CD-E890-4B46-8C84-65D036EB01CA}" destId="{BAD10119-1BC9-4A70-8F9B-4CF8B994C0D3}" srcOrd="2" destOrd="0" presId="urn:microsoft.com/office/officeart/2005/8/layout/hierarchy2"/>
    <dgm:cxn modelId="{7D505AB1-A871-4445-B6FC-954ED426EC7E}" type="presParOf" srcId="{BAD10119-1BC9-4A70-8F9B-4CF8B994C0D3}" destId="{DA2FA7A4-EA8E-4C89-89AE-1DCF2E3D85BF}" srcOrd="0" destOrd="0" presId="urn:microsoft.com/office/officeart/2005/8/layout/hierarchy2"/>
    <dgm:cxn modelId="{4BC757C0-00CE-41C3-BB1B-6F41EC9DA0B5}" type="presParOf" srcId="{3E2806CD-E890-4B46-8C84-65D036EB01CA}" destId="{5F2642BE-BA2B-46F1-B489-9C4D5A5BB44D}" srcOrd="3" destOrd="0" presId="urn:microsoft.com/office/officeart/2005/8/layout/hierarchy2"/>
    <dgm:cxn modelId="{FDDDA66D-EB53-4CDA-A2FB-A31A1DEACDA1}" type="presParOf" srcId="{5F2642BE-BA2B-46F1-B489-9C4D5A5BB44D}" destId="{693D21BF-7CB5-450C-9099-8608E8BDDCCD}" srcOrd="0" destOrd="0" presId="urn:microsoft.com/office/officeart/2005/8/layout/hierarchy2"/>
    <dgm:cxn modelId="{3A35E8A0-5926-4B87-8206-10D942AD4286}" type="presParOf" srcId="{5F2642BE-BA2B-46F1-B489-9C4D5A5BB44D}" destId="{4051EAD8-F18D-4992-BF49-4EFE498C2C36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F00EC3E-67C8-4092-BC7A-D564D8A93995}" type="doc">
      <dgm:prSet loTypeId="urn:microsoft.com/office/officeart/2005/8/layout/hProcess9" loCatId="process" qsTypeId="urn:microsoft.com/office/officeart/2005/8/quickstyle/simple1#1" qsCatId="simple" csTypeId="urn:microsoft.com/office/officeart/2005/8/colors/colorful1#1" csCatId="colorful" phldr="1"/>
      <dgm:spPr/>
      <dgm:t>
        <a:bodyPr/>
        <a:lstStyle/>
        <a:p>
          <a:endParaRPr lang="th-TH"/>
        </a:p>
      </dgm:t>
    </dgm:pt>
    <dgm:pt modelId="{1BEEAF0E-4D03-4F07-B61A-8DDDF61F9BF0}">
      <dgm:prSet phldrT="[Text]" phldr="0"/>
      <dgm:spPr/>
      <dgm:t>
        <a:bodyPr/>
        <a:lstStyle/>
        <a:p>
          <a:r>
            <a:rPr lang="en-US" dirty="0"/>
            <a:t>server</a:t>
          </a:r>
          <a:endParaRPr lang="th-TH" dirty="0"/>
        </a:p>
      </dgm:t>
    </dgm:pt>
    <dgm:pt modelId="{182F1BF5-587D-4722-8555-766EB7A88BED}" type="parTrans" cxnId="{6C3206D5-3595-4084-A90B-39DD491F14B0}">
      <dgm:prSet/>
      <dgm:spPr/>
      <dgm:t>
        <a:bodyPr/>
        <a:lstStyle/>
        <a:p>
          <a:endParaRPr lang="th-TH"/>
        </a:p>
      </dgm:t>
    </dgm:pt>
    <dgm:pt modelId="{301B10DE-557F-4EC0-8B00-7E4A76D41D5C}" type="sibTrans" cxnId="{6C3206D5-3595-4084-A90B-39DD491F14B0}">
      <dgm:prSet/>
      <dgm:spPr/>
      <dgm:t>
        <a:bodyPr/>
        <a:lstStyle/>
        <a:p>
          <a:endParaRPr lang="th-TH"/>
        </a:p>
      </dgm:t>
    </dgm:pt>
    <dgm:pt modelId="{2F04838F-B747-400E-9C96-4A5F88E7B44A}">
      <dgm:prSet phldrT="[Text]" phldr="0"/>
      <dgm:spPr/>
      <dgm:t>
        <a:bodyPr/>
        <a:lstStyle/>
        <a:p>
          <a:r>
            <a:rPr lang="en-US" dirty="0"/>
            <a:t>app</a:t>
          </a:r>
          <a:endParaRPr lang="th-TH" dirty="0"/>
        </a:p>
      </dgm:t>
    </dgm:pt>
    <dgm:pt modelId="{1DBBEC4E-376E-4189-8C4E-4A0E1ABF25D8}" type="parTrans" cxnId="{78FE4F02-FC3D-43E9-85E1-4205E8018896}">
      <dgm:prSet/>
      <dgm:spPr/>
      <dgm:t>
        <a:bodyPr/>
        <a:lstStyle/>
        <a:p>
          <a:endParaRPr lang="th-TH"/>
        </a:p>
      </dgm:t>
    </dgm:pt>
    <dgm:pt modelId="{B37877FD-CA5B-4534-9ABD-F5551D4BFC3B}" type="sibTrans" cxnId="{78FE4F02-FC3D-43E9-85E1-4205E8018896}">
      <dgm:prSet/>
      <dgm:spPr/>
      <dgm:t>
        <a:bodyPr/>
        <a:lstStyle/>
        <a:p>
          <a:endParaRPr lang="th-TH"/>
        </a:p>
      </dgm:t>
    </dgm:pt>
    <dgm:pt modelId="{AEA8C592-6CA9-4889-B0BC-BAB183A02668}">
      <dgm:prSet phldrT="[Text]" phldr="0"/>
      <dgm:spPr/>
      <dgm:t>
        <a:bodyPr/>
        <a:lstStyle/>
        <a:p>
          <a:r>
            <a:rPr lang="en-US" dirty="0"/>
            <a:t>route</a:t>
          </a:r>
          <a:endParaRPr lang="th-TH" dirty="0"/>
        </a:p>
      </dgm:t>
    </dgm:pt>
    <dgm:pt modelId="{96910D56-3305-41B5-8228-0B12EA29845A}" type="parTrans" cxnId="{71C97A14-4009-43A5-BA41-3539D058B337}">
      <dgm:prSet/>
      <dgm:spPr/>
      <dgm:t>
        <a:bodyPr/>
        <a:lstStyle/>
        <a:p>
          <a:endParaRPr lang="th-TH"/>
        </a:p>
      </dgm:t>
    </dgm:pt>
    <dgm:pt modelId="{A34601DA-FCB4-425A-8A38-FA3883D38768}" type="sibTrans" cxnId="{71C97A14-4009-43A5-BA41-3539D058B337}">
      <dgm:prSet/>
      <dgm:spPr/>
      <dgm:t>
        <a:bodyPr/>
        <a:lstStyle/>
        <a:p>
          <a:endParaRPr lang="th-TH"/>
        </a:p>
      </dgm:t>
    </dgm:pt>
    <dgm:pt modelId="{F89B400F-8D85-4E14-970C-1C27158B4341}">
      <dgm:prSet phldrT="[Text]" phldr="0"/>
      <dgm:spPr/>
      <dgm:t>
        <a:bodyPr/>
        <a:lstStyle/>
        <a:p>
          <a:r>
            <a:rPr lang="en-US" dirty="0"/>
            <a:t>controller</a:t>
          </a:r>
          <a:endParaRPr lang="th-TH" dirty="0"/>
        </a:p>
      </dgm:t>
    </dgm:pt>
    <dgm:pt modelId="{8C785E92-7BD0-43BD-A7D1-342D84428AB9}" type="parTrans" cxnId="{C9267FF2-FDEE-42E6-A129-4C81FC99A83C}">
      <dgm:prSet/>
      <dgm:spPr/>
      <dgm:t>
        <a:bodyPr/>
        <a:lstStyle/>
        <a:p>
          <a:endParaRPr lang="th-TH"/>
        </a:p>
      </dgm:t>
    </dgm:pt>
    <dgm:pt modelId="{F1CB8F93-05B7-47BB-B4DD-17A69CBD08A3}" type="sibTrans" cxnId="{C9267FF2-FDEE-42E6-A129-4C81FC99A83C}">
      <dgm:prSet/>
      <dgm:spPr/>
      <dgm:t>
        <a:bodyPr/>
        <a:lstStyle/>
        <a:p>
          <a:endParaRPr lang="th-TH"/>
        </a:p>
      </dgm:t>
    </dgm:pt>
    <dgm:pt modelId="{249ACBE5-0A2B-4341-934B-5C5F68929B8E}">
      <dgm:prSet phldrT="[Text]" phldr="0"/>
      <dgm:spPr/>
      <dgm:t>
        <a:bodyPr/>
        <a:lstStyle/>
        <a:p>
          <a:r>
            <a:rPr lang="en-US" dirty="0"/>
            <a:t>database</a:t>
          </a:r>
          <a:endParaRPr lang="th-TH" dirty="0"/>
        </a:p>
      </dgm:t>
    </dgm:pt>
    <dgm:pt modelId="{6561C2BC-08D8-4AD7-8BEA-29FA6369B7D4}" type="parTrans" cxnId="{C81C7979-6721-470C-B0B6-8BF481CD2547}">
      <dgm:prSet/>
      <dgm:spPr/>
      <dgm:t>
        <a:bodyPr/>
        <a:lstStyle/>
        <a:p>
          <a:endParaRPr lang="th-TH"/>
        </a:p>
      </dgm:t>
    </dgm:pt>
    <dgm:pt modelId="{62B0A66B-CA87-437D-AE29-E42C38005298}" type="sibTrans" cxnId="{C81C7979-6721-470C-B0B6-8BF481CD2547}">
      <dgm:prSet/>
      <dgm:spPr/>
      <dgm:t>
        <a:bodyPr/>
        <a:lstStyle/>
        <a:p>
          <a:endParaRPr lang="th-TH"/>
        </a:p>
      </dgm:t>
    </dgm:pt>
    <dgm:pt modelId="{C898E3DB-4057-4323-94CF-A2B62C7F8CE3}" type="pres">
      <dgm:prSet presAssocID="{DF00EC3E-67C8-4092-BC7A-D564D8A93995}" presName="CompostProcess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th-TH"/>
        </a:p>
      </dgm:t>
    </dgm:pt>
    <dgm:pt modelId="{F65B3C67-7045-4329-9B42-A8740689D6B8}" type="pres">
      <dgm:prSet presAssocID="{DF00EC3E-67C8-4092-BC7A-D564D8A93995}" presName="arrow" presStyleLbl="bgShp" presStyleIdx="0" presStyleCnt="1"/>
      <dgm:spPr/>
    </dgm:pt>
    <dgm:pt modelId="{A6A302C9-A199-4F19-ADC9-02BCD9C0C204}" type="pres">
      <dgm:prSet presAssocID="{DF00EC3E-67C8-4092-BC7A-D564D8A93995}" presName="linearProcess" presStyleCnt="0"/>
      <dgm:spPr/>
    </dgm:pt>
    <dgm:pt modelId="{F63E9316-C3B7-4ECB-8AAD-2F28FFECBB3B}" type="pres">
      <dgm:prSet presAssocID="{1BEEAF0E-4D03-4F07-B61A-8DDDF61F9BF0}" presName="text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3A9681D9-4E78-4C57-A720-DFAB57105CB8}" type="pres">
      <dgm:prSet presAssocID="{301B10DE-557F-4EC0-8B00-7E4A76D41D5C}" presName="sibTrans" presStyleCnt="0"/>
      <dgm:spPr/>
    </dgm:pt>
    <dgm:pt modelId="{E2CADEDE-9244-4E1A-B38F-526559B33EF7}" type="pres">
      <dgm:prSet presAssocID="{2F04838F-B747-400E-9C96-4A5F88E7B44A}" presName="text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C6B4B70B-2D56-4EF8-A5EB-2EDFC0BFD60F}" type="pres">
      <dgm:prSet presAssocID="{B37877FD-CA5B-4534-9ABD-F5551D4BFC3B}" presName="sibTrans" presStyleCnt="0"/>
      <dgm:spPr/>
    </dgm:pt>
    <dgm:pt modelId="{073D5AF3-0EA2-41D4-80B1-16C1C7E4082A}" type="pres">
      <dgm:prSet presAssocID="{AEA8C592-6CA9-4889-B0BC-BAB183A02668}" presName="text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BE7D78FC-AC7F-4E3D-915B-17CA108F12CC}" type="pres">
      <dgm:prSet presAssocID="{A34601DA-FCB4-425A-8A38-FA3883D38768}" presName="sibTrans" presStyleCnt="0"/>
      <dgm:spPr/>
    </dgm:pt>
    <dgm:pt modelId="{CC708261-A53E-46A9-877D-25983159A453}" type="pres">
      <dgm:prSet presAssocID="{F89B400F-8D85-4E14-970C-1C27158B4341}" presName="text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83836434-ED10-4DE8-97BC-0E3943FD8F48}" type="pres">
      <dgm:prSet presAssocID="{F1CB8F93-05B7-47BB-B4DD-17A69CBD08A3}" presName="sibTrans" presStyleCnt="0"/>
      <dgm:spPr/>
    </dgm:pt>
    <dgm:pt modelId="{BFA102E7-AC46-4C4B-A586-AEFFAF42D41C}" type="pres">
      <dgm:prSet presAssocID="{249ACBE5-0A2B-4341-934B-5C5F68929B8E}" presName="text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th-TH"/>
        </a:p>
      </dgm:t>
    </dgm:pt>
  </dgm:ptLst>
  <dgm:cxnLst>
    <dgm:cxn modelId="{D4E4F9FA-FB05-40EF-A721-504825807161}" type="presOf" srcId="{249ACBE5-0A2B-4341-934B-5C5F68929B8E}" destId="{BFA102E7-AC46-4C4B-A586-AEFFAF42D41C}" srcOrd="0" destOrd="0" presId="urn:microsoft.com/office/officeart/2005/8/layout/hProcess9"/>
    <dgm:cxn modelId="{6C3206D5-3595-4084-A90B-39DD491F14B0}" srcId="{DF00EC3E-67C8-4092-BC7A-D564D8A93995}" destId="{1BEEAF0E-4D03-4F07-B61A-8DDDF61F9BF0}" srcOrd="0" destOrd="0" parTransId="{182F1BF5-587D-4722-8555-766EB7A88BED}" sibTransId="{301B10DE-557F-4EC0-8B00-7E4A76D41D5C}"/>
    <dgm:cxn modelId="{5CA10341-F9C7-4905-922F-FC0D78673F66}" type="presOf" srcId="{2F04838F-B747-400E-9C96-4A5F88E7B44A}" destId="{E2CADEDE-9244-4E1A-B38F-526559B33EF7}" srcOrd="0" destOrd="0" presId="urn:microsoft.com/office/officeart/2005/8/layout/hProcess9"/>
    <dgm:cxn modelId="{0C83E9B3-D330-4B26-9182-31AD6F602CD0}" type="presOf" srcId="{DF00EC3E-67C8-4092-BC7A-D564D8A93995}" destId="{C898E3DB-4057-4323-94CF-A2B62C7F8CE3}" srcOrd="0" destOrd="0" presId="urn:microsoft.com/office/officeart/2005/8/layout/hProcess9"/>
    <dgm:cxn modelId="{32DB2079-DABA-4FAA-BAE0-4C05DE4DD385}" type="presOf" srcId="{F89B400F-8D85-4E14-970C-1C27158B4341}" destId="{CC708261-A53E-46A9-877D-25983159A453}" srcOrd="0" destOrd="0" presId="urn:microsoft.com/office/officeart/2005/8/layout/hProcess9"/>
    <dgm:cxn modelId="{71C97A14-4009-43A5-BA41-3539D058B337}" srcId="{DF00EC3E-67C8-4092-BC7A-D564D8A93995}" destId="{AEA8C592-6CA9-4889-B0BC-BAB183A02668}" srcOrd="2" destOrd="0" parTransId="{96910D56-3305-41B5-8228-0B12EA29845A}" sibTransId="{A34601DA-FCB4-425A-8A38-FA3883D38768}"/>
    <dgm:cxn modelId="{683F68FC-57CC-4502-B4C3-677FF98D2F40}" type="presOf" srcId="{AEA8C592-6CA9-4889-B0BC-BAB183A02668}" destId="{073D5AF3-0EA2-41D4-80B1-16C1C7E4082A}" srcOrd="0" destOrd="0" presId="urn:microsoft.com/office/officeart/2005/8/layout/hProcess9"/>
    <dgm:cxn modelId="{C81C7979-6721-470C-B0B6-8BF481CD2547}" srcId="{DF00EC3E-67C8-4092-BC7A-D564D8A93995}" destId="{249ACBE5-0A2B-4341-934B-5C5F68929B8E}" srcOrd="4" destOrd="0" parTransId="{6561C2BC-08D8-4AD7-8BEA-29FA6369B7D4}" sibTransId="{62B0A66B-CA87-437D-AE29-E42C38005298}"/>
    <dgm:cxn modelId="{78FE4F02-FC3D-43E9-85E1-4205E8018896}" srcId="{DF00EC3E-67C8-4092-BC7A-D564D8A93995}" destId="{2F04838F-B747-400E-9C96-4A5F88E7B44A}" srcOrd="1" destOrd="0" parTransId="{1DBBEC4E-376E-4189-8C4E-4A0E1ABF25D8}" sibTransId="{B37877FD-CA5B-4534-9ABD-F5551D4BFC3B}"/>
    <dgm:cxn modelId="{EEF2E303-5F1A-4794-8171-BBCE6DA717A1}" type="presOf" srcId="{1BEEAF0E-4D03-4F07-B61A-8DDDF61F9BF0}" destId="{F63E9316-C3B7-4ECB-8AAD-2F28FFECBB3B}" srcOrd="0" destOrd="0" presId="urn:microsoft.com/office/officeart/2005/8/layout/hProcess9"/>
    <dgm:cxn modelId="{C9267FF2-FDEE-42E6-A129-4C81FC99A83C}" srcId="{DF00EC3E-67C8-4092-BC7A-D564D8A93995}" destId="{F89B400F-8D85-4E14-970C-1C27158B4341}" srcOrd="3" destOrd="0" parTransId="{8C785E92-7BD0-43BD-A7D1-342D84428AB9}" sibTransId="{F1CB8F93-05B7-47BB-B4DD-17A69CBD08A3}"/>
    <dgm:cxn modelId="{4AD3EFFD-E906-4213-BD8F-D7671B9DD511}" type="presParOf" srcId="{C898E3DB-4057-4323-94CF-A2B62C7F8CE3}" destId="{F65B3C67-7045-4329-9B42-A8740689D6B8}" srcOrd="0" destOrd="0" presId="urn:microsoft.com/office/officeart/2005/8/layout/hProcess9"/>
    <dgm:cxn modelId="{C283344C-068B-4242-8CB4-A7F0F9462D9F}" type="presParOf" srcId="{C898E3DB-4057-4323-94CF-A2B62C7F8CE3}" destId="{A6A302C9-A199-4F19-ADC9-02BCD9C0C204}" srcOrd="1" destOrd="0" presId="urn:microsoft.com/office/officeart/2005/8/layout/hProcess9"/>
    <dgm:cxn modelId="{9AE81A9C-710E-42BF-A86A-0A544343CF62}" type="presParOf" srcId="{A6A302C9-A199-4F19-ADC9-02BCD9C0C204}" destId="{F63E9316-C3B7-4ECB-8AAD-2F28FFECBB3B}" srcOrd="0" destOrd="0" presId="urn:microsoft.com/office/officeart/2005/8/layout/hProcess9"/>
    <dgm:cxn modelId="{8C54FD81-8A73-46AD-9E6F-1C194E64EC90}" type="presParOf" srcId="{A6A302C9-A199-4F19-ADC9-02BCD9C0C204}" destId="{3A9681D9-4E78-4C57-A720-DFAB57105CB8}" srcOrd="1" destOrd="0" presId="urn:microsoft.com/office/officeart/2005/8/layout/hProcess9"/>
    <dgm:cxn modelId="{3DA1184E-DB31-44FA-B452-404ADB066491}" type="presParOf" srcId="{A6A302C9-A199-4F19-ADC9-02BCD9C0C204}" destId="{E2CADEDE-9244-4E1A-B38F-526559B33EF7}" srcOrd="2" destOrd="0" presId="urn:microsoft.com/office/officeart/2005/8/layout/hProcess9"/>
    <dgm:cxn modelId="{2C86FF11-0BAD-406E-83D0-B04E3265EC5E}" type="presParOf" srcId="{A6A302C9-A199-4F19-ADC9-02BCD9C0C204}" destId="{C6B4B70B-2D56-4EF8-A5EB-2EDFC0BFD60F}" srcOrd="3" destOrd="0" presId="urn:microsoft.com/office/officeart/2005/8/layout/hProcess9"/>
    <dgm:cxn modelId="{8D9D6A64-6EBE-4291-B9EA-4B9E70F145FD}" type="presParOf" srcId="{A6A302C9-A199-4F19-ADC9-02BCD9C0C204}" destId="{073D5AF3-0EA2-41D4-80B1-16C1C7E4082A}" srcOrd="4" destOrd="0" presId="urn:microsoft.com/office/officeart/2005/8/layout/hProcess9"/>
    <dgm:cxn modelId="{92D53813-2A45-46C4-8255-D56DE882DEBD}" type="presParOf" srcId="{A6A302C9-A199-4F19-ADC9-02BCD9C0C204}" destId="{BE7D78FC-AC7F-4E3D-915B-17CA108F12CC}" srcOrd="5" destOrd="0" presId="urn:microsoft.com/office/officeart/2005/8/layout/hProcess9"/>
    <dgm:cxn modelId="{83775313-6EE8-423F-BC6C-E3B8E66131F0}" type="presParOf" srcId="{A6A302C9-A199-4F19-ADC9-02BCD9C0C204}" destId="{CC708261-A53E-46A9-877D-25983159A453}" srcOrd="6" destOrd="0" presId="urn:microsoft.com/office/officeart/2005/8/layout/hProcess9"/>
    <dgm:cxn modelId="{BC26E708-C980-4AC6-8D6E-533684D542D7}" type="presParOf" srcId="{A6A302C9-A199-4F19-ADC9-02BCD9C0C204}" destId="{83836434-ED10-4DE8-97BC-0E3943FD8F48}" srcOrd="7" destOrd="0" presId="urn:microsoft.com/office/officeart/2005/8/layout/hProcess9"/>
    <dgm:cxn modelId="{682E104A-EBC8-4ACE-ADCC-198EFE230201}" type="presParOf" srcId="{A6A302C9-A199-4F19-ADC9-02BCD9C0C204}" destId="{BFA102E7-AC46-4C4B-A586-AEFFAF42D41C}" srcOrd="8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A1F982B-463D-44AD-92C4-D335C6F2873B}" type="doc">
      <dgm:prSet loTypeId="urn:microsoft.com/office/officeart/2005/8/layout/vList2" loCatId="list" qsTypeId="urn:microsoft.com/office/officeart/2005/8/quickstyle/simple1#2" qsCatId="simple" csTypeId="urn:microsoft.com/office/officeart/2005/8/colors/colorful1#2" csCatId="colorful" phldr="1"/>
      <dgm:spPr/>
      <dgm:t>
        <a:bodyPr/>
        <a:lstStyle/>
        <a:p>
          <a:endParaRPr lang="th-TH"/>
        </a:p>
      </dgm:t>
    </dgm:pt>
    <dgm:pt modelId="{6E32B719-A67F-4677-92BE-FC4322CC2BFC}">
      <dgm:prSet phldrT="[ข้อความ]"/>
      <dgm:spPr/>
      <dgm:t>
        <a:bodyPr/>
        <a:lstStyle/>
        <a:p>
          <a:r>
            <a:rPr lang="th-TH" b="0" i="0" dirty="0">
              <a:effectLst/>
              <a:latin typeface="+mn-lt"/>
            </a:rPr>
            <a:t>/</a:t>
          </a:r>
          <a:r>
            <a:rPr lang="th-TH" b="0" i="0" dirty="0" err="1">
              <a:effectLst/>
              <a:latin typeface="+mn-lt"/>
            </a:rPr>
            <a:t>api</a:t>
          </a:r>
          <a:r>
            <a:rPr lang="th-TH" b="0" i="0" dirty="0">
              <a:effectLst/>
              <a:latin typeface="+mn-lt"/>
            </a:rPr>
            <a:t>/</a:t>
          </a:r>
          <a:r>
            <a:rPr lang="th-TH" b="0" i="0" dirty="0" err="1">
              <a:effectLst/>
              <a:latin typeface="+mn-lt"/>
            </a:rPr>
            <a:t>users</a:t>
          </a:r>
          <a:endParaRPr lang="th-TH" dirty="0"/>
        </a:p>
      </dgm:t>
    </dgm:pt>
    <dgm:pt modelId="{445665D8-641A-406D-B69D-B67768BE9E62}" type="parTrans" cxnId="{B28038A6-AFE4-420D-9BD5-AF23A551DA22}">
      <dgm:prSet/>
      <dgm:spPr/>
      <dgm:t>
        <a:bodyPr/>
        <a:lstStyle/>
        <a:p>
          <a:endParaRPr lang="th-TH"/>
        </a:p>
      </dgm:t>
    </dgm:pt>
    <dgm:pt modelId="{113843D3-595B-4F41-BE22-4E7182DD9010}" type="sibTrans" cxnId="{B28038A6-AFE4-420D-9BD5-AF23A551DA22}">
      <dgm:prSet/>
      <dgm:spPr/>
      <dgm:t>
        <a:bodyPr/>
        <a:lstStyle/>
        <a:p>
          <a:endParaRPr lang="th-TH"/>
        </a:p>
      </dgm:t>
    </dgm:pt>
    <dgm:pt modelId="{C4D80791-4144-440E-B4CB-F429A2BDF5F0}">
      <dgm:prSet/>
      <dgm:spPr/>
      <dgm:t>
        <a:bodyPr/>
        <a:lstStyle/>
        <a:p>
          <a:r>
            <a:rPr lang="th-TH" b="0" i="0" dirty="0">
              <a:effectLst/>
              <a:latin typeface="+mn-lt"/>
            </a:rPr>
            <a:t>/</a:t>
          </a:r>
          <a:r>
            <a:rPr lang="th-TH" b="0" i="0" dirty="0" err="1">
              <a:effectLst/>
              <a:latin typeface="+mn-lt"/>
            </a:rPr>
            <a:t>api</a:t>
          </a:r>
          <a:r>
            <a:rPr lang="th-TH" b="0" i="0" dirty="0">
              <a:effectLst/>
              <a:latin typeface="+mn-lt"/>
            </a:rPr>
            <a:t>/</a:t>
          </a:r>
          <a:r>
            <a:rPr lang="th-TH" b="0" i="0" dirty="0" err="1">
              <a:effectLst/>
              <a:latin typeface="+mn-lt"/>
            </a:rPr>
            <a:t>users</a:t>
          </a:r>
          <a:r>
            <a:rPr lang="th-TH" b="0" i="0" dirty="0">
              <a:effectLst/>
              <a:latin typeface="+mn-lt"/>
            </a:rPr>
            <a:t>/:</a:t>
          </a:r>
          <a:r>
            <a:rPr lang="th-TH" b="0" i="0" dirty="0" err="1">
              <a:effectLst/>
              <a:latin typeface="+mn-lt"/>
            </a:rPr>
            <a:t>id</a:t>
          </a:r>
          <a:endParaRPr lang="th-TH" b="0" i="0" dirty="0">
            <a:effectLst/>
            <a:latin typeface="+mn-lt"/>
          </a:endParaRPr>
        </a:p>
      </dgm:t>
    </dgm:pt>
    <dgm:pt modelId="{4227A3A8-4995-4A75-AEB4-FB3B3FA48614}" type="parTrans" cxnId="{85EA5670-C3F2-4D92-AB68-DC9E52913E87}">
      <dgm:prSet/>
      <dgm:spPr/>
      <dgm:t>
        <a:bodyPr/>
        <a:lstStyle/>
        <a:p>
          <a:endParaRPr lang="th-TH"/>
        </a:p>
      </dgm:t>
    </dgm:pt>
    <dgm:pt modelId="{C9EC386E-1E21-4E69-BBD5-92CA4EE737AE}" type="sibTrans" cxnId="{85EA5670-C3F2-4D92-AB68-DC9E52913E87}">
      <dgm:prSet/>
      <dgm:spPr/>
      <dgm:t>
        <a:bodyPr/>
        <a:lstStyle/>
        <a:p>
          <a:endParaRPr lang="th-TH"/>
        </a:p>
      </dgm:t>
    </dgm:pt>
    <dgm:pt modelId="{0080BA1A-2450-43E9-889D-2F2837DAE891}">
      <dgm:prSet/>
      <dgm:spPr/>
      <dgm:t>
        <a:bodyPr/>
        <a:lstStyle/>
        <a:p>
          <a:r>
            <a:rPr lang="th-TH" b="0" i="0" dirty="0">
              <a:effectLst/>
              <a:latin typeface="+mn-lt"/>
            </a:rPr>
            <a:t>/</a:t>
          </a:r>
          <a:r>
            <a:rPr lang="th-TH" b="0" i="0" dirty="0" err="1">
              <a:effectLst/>
              <a:latin typeface="+mn-lt"/>
            </a:rPr>
            <a:t>api</a:t>
          </a:r>
          <a:r>
            <a:rPr lang="th-TH" b="0" i="0" dirty="0">
              <a:effectLst/>
              <a:latin typeface="+mn-lt"/>
            </a:rPr>
            <a:t>/</a:t>
          </a:r>
          <a:r>
            <a:rPr lang="th-TH" b="0" i="0" dirty="0" err="1">
              <a:effectLst/>
              <a:latin typeface="+mn-lt"/>
            </a:rPr>
            <a:t>users</a:t>
          </a:r>
          <a:r>
            <a:rPr lang="th-TH" b="0" i="0" dirty="0">
              <a:effectLst/>
              <a:latin typeface="+mn-lt"/>
            </a:rPr>
            <a:t>/</a:t>
          </a:r>
          <a:r>
            <a:rPr lang="en-US" b="0" i="0" dirty="0" err="1">
              <a:effectLst/>
              <a:latin typeface="+mn-lt"/>
            </a:rPr>
            <a:t>search?keyword</a:t>
          </a:r>
          <a:r>
            <a:rPr lang="en-US" b="0" i="0" dirty="0">
              <a:effectLst/>
              <a:latin typeface="+mn-lt"/>
            </a:rPr>
            <a:t>=key</a:t>
          </a:r>
          <a:endParaRPr lang="th-TH" b="0" i="0" dirty="0">
            <a:effectLst/>
            <a:latin typeface="+mn-lt"/>
          </a:endParaRPr>
        </a:p>
      </dgm:t>
    </dgm:pt>
    <dgm:pt modelId="{58FC871B-3C50-45AD-99FF-242AB353BFFF}" type="parTrans" cxnId="{3CB7F46A-3212-4D40-A8E0-8626D51CA0D4}">
      <dgm:prSet/>
      <dgm:spPr/>
      <dgm:t>
        <a:bodyPr/>
        <a:lstStyle/>
        <a:p>
          <a:endParaRPr lang="th-TH"/>
        </a:p>
      </dgm:t>
    </dgm:pt>
    <dgm:pt modelId="{B5E26845-6409-43D3-9E45-1FEE676B990C}" type="sibTrans" cxnId="{3CB7F46A-3212-4D40-A8E0-8626D51CA0D4}">
      <dgm:prSet/>
      <dgm:spPr/>
      <dgm:t>
        <a:bodyPr/>
        <a:lstStyle/>
        <a:p>
          <a:endParaRPr lang="th-TH"/>
        </a:p>
      </dgm:t>
    </dgm:pt>
    <dgm:pt modelId="{F41C1823-C0D6-4D4F-B9C8-A74DCD09E834}">
      <dgm:prSet/>
      <dgm:spPr/>
      <dgm:t>
        <a:bodyPr/>
        <a:lstStyle/>
        <a:p>
          <a:r>
            <a:rPr lang="th-TH" b="0" i="0" dirty="0">
              <a:effectLst/>
              <a:latin typeface="+mn-lt"/>
            </a:rPr>
            <a:t>/</a:t>
          </a:r>
          <a:r>
            <a:rPr lang="th-TH" b="0" i="0" dirty="0" err="1">
              <a:effectLst/>
              <a:latin typeface="+mn-lt"/>
            </a:rPr>
            <a:t>api</a:t>
          </a:r>
          <a:r>
            <a:rPr lang="th-TH" b="0" i="0" dirty="0">
              <a:effectLst/>
              <a:latin typeface="+mn-lt"/>
            </a:rPr>
            <a:t>/</a:t>
          </a:r>
          <a:r>
            <a:rPr lang="th-TH" b="0" i="0" dirty="0" err="1">
              <a:effectLst/>
              <a:latin typeface="+mn-lt"/>
            </a:rPr>
            <a:t>users</a:t>
          </a:r>
          <a:r>
            <a:rPr lang="th-TH" b="0" i="0" dirty="0">
              <a:effectLst/>
              <a:latin typeface="+mn-lt"/>
            </a:rPr>
            <a:t>/:</a:t>
          </a:r>
          <a:r>
            <a:rPr lang="th-TH" b="0" i="0" dirty="0" err="1">
              <a:effectLst/>
              <a:latin typeface="+mn-lt"/>
            </a:rPr>
            <a:t>id</a:t>
          </a:r>
          <a:endParaRPr lang="th-TH" b="0" i="0" dirty="0">
            <a:effectLst/>
            <a:latin typeface="+mn-lt"/>
          </a:endParaRPr>
        </a:p>
      </dgm:t>
    </dgm:pt>
    <dgm:pt modelId="{248E82D5-183E-4A15-9E48-9C190313DF2F}" type="parTrans" cxnId="{492E5B2B-22C6-462E-87F8-62BD7B6315D4}">
      <dgm:prSet/>
      <dgm:spPr/>
      <dgm:t>
        <a:bodyPr/>
        <a:lstStyle/>
        <a:p>
          <a:endParaRPr lang="th-TH"/>
        </a:p>
      </dgm:t>
    </dgm:pt>
    <dgm:pt modelId="{B8BEF3E2-6AE7-4F8B-A80D-B612AC6950AD}" type="sibTrans" cxnId="{492E5B2B-22C6-462E-87F8-62BD7B6315D4}">
      <dgm:prSet/>
      <dgm:spPr/>
      <dgm:t>
        <a:bodyPr/>
        <a:lstStyle/>
        <a:p>
          <a:endParaRPr lang="th-TH"/>
        </a:p>
      </dgm:t>
    </dgm:pt>
    <dgm:pt modelId="{C6C72E95-A1CC-4F9F-BA4E-466B41FC3596}">
      <dgm:prSet/>
      <dgm:spPr/>
      <dgm:t>
        <a:bodyPr/>
        <a:lstStyle/>
        <a:p>
          <a:r>
            <a:rPr lang="th-TH" b="0" i="0" dirty="0">
              <a:effectLst/>
              <a:latin typeface="+mn-lt"/>
            </a:rPr>
            <a:t>/</a:t>
          </a:r>
          <a:r>
            <a:rPr lang="th-TH" b="0" i="0" dirty="0" err="1">
              <a:effectLst/>
              <a:latin typeface="+mn-lt"/>
            </a:rPr>
            <a:t>api</a:t>
          </a:r>
          <a:r>
            <a:rPr lang="th-TH" b="0" i="0" dirty="0">
              <a:effectLst/>
              <a:latin typeface="+mn-lt"/>
            </a:rPr>
            <a:t>/</a:t>
          </a:r>
          <a:r>
            <a:rPr lang="th-TH" b="0" i="0" dirty="0" err="1">
              <a:effectLst/>
              <a:latin typeface="+mn-lt"/>
            </a:rPr>
            <a:t>users</a:t>
          </a:r>
          <a:r>
            <a:rPr lang="th-TH" b="0" i="0" dirty="0">
              <a:effectLst/>
              <a:latin typeface="+mn-lt"/>
            </a:rPr>
            <a:t>/:</a:t>
          </a:r>
          <a:r>
            <a:rPr lang="th-TH" b="0" i="0" dirty="0" err="1">
              <a:effectLst/>
              <a:latin typeface="+mn-lt"/>
            </a:rPr>
            <a:t>id</a:t>
          </a:r>
          <a:endParaRPr lang="th-TH" b="0" i="0" dirty="0">
            <a:effectLst/>
            <a:latin typeface="Noto Sans Thai Looped"/>
          </a:endParaRPr>
        </a:p>
      </dgm:t>
    </dgm:pt>
    <dgm:pt modelId="{19AF46C5-A4B6-4156-BC13-F87B157E8EFA}" type="parTrans" cxnId="{B0FB721B-4D94-4D7E-A7DA-269109C3E4E3}">
      <dgm:prSet/>
      <dgm:spPr/>
      <dgm:t>
        <a:bodyPr/>
        <a:lstStyle/>
        <a:p>
          <a:endParaRPr lang="th-TH"/>
        </a:p>
      </dgm:t>
    </dgm:pt>
    <dgm:pt modelId="{9295C604-7982-4CF5-BC5C-EE5DF4AF55C3}" type="sibTrans" cxnId="{B0FB721B-4D94-4D7E-A7DA-269109C3E4E3}">
      <dgm:prSet/>
      <dgm:spPr/>
      <dgm:t>
        <a:bodyPr/>
        <a:lstStyle/>
        <a:p>
          <a:endParaRPr lang="th-TH"/>
        </a:p>
      </dgm:t>
    </dgm:pt>
    <dgm:pt modelId="{12DAE96A-9137-450D-827D-CB622DA426EC}">
      <dgm:prSet/>
      <dgm:spPr/>
      <dgm:t>
        <a:bodyPr/>
        <a:lstStyle/>
        <a:p>
          <a:r>
            <a:rPr lang="th-TH" b="0" i="0">
              <a:effectLst/>
              <a:latin typeface="+mn-lt"/>
            </a:rPr>
            <a:t>/api/users</a:t>
          </a:r>
          <a:endParaRPr lang="th-TH" b="0" i="0" dirty="0">
            <a:effectLst/>
            <a:latin typeface="+mn-lt"/>
          </a:endParaRPr>
        </a:p>
      </dgm:t>
    </dgm:pt>
    <dgm:pt modelId="{9FBF71A8-66F3-4F3E-9511-BE9F2CBC4450}" type="parTrans" cxnId="{1328BB2D-0556-4DBB-9A94-BC33C7F8BB49}">
      <dgm:prSet/>
      <dgm:spPr/>
      <dgm:t>
        <a:bodyPr/>
        <a:lstStyle/>
        <a:p>
          <a:endParaRPr lang="th-TH"/>
        </a:p>
      </dgm:t>
    </dgm:pt>
    <dgm:pt modelId="{34F7A598-D6C2-4507-9B52-C00CA3243899}" type="sibTrans" cxnId="{1328BB2D-0556-4DBB-9A94-BC33C7F8BB49}">
      <dgm:prSet/>
      <dgm:spPr/>
      <dgm:t>
        <a:bodyPr/>
        <a:lstStyle/>
        <a:p>
          <a:endParaRPr lang="th-TH"/>
        </a:p>
      </dgm:t>
    </dgm:pt>
    <dgm:pt modelId="{98C137E5-6303-4188-910D-45FD8B504F4D}" type="pres">
      <dgm:prSet presAssocID="{FA1F982B-463D-44AD-92C4-D335C6F2873B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th-TH"/>
        </a:p>
      </dgm:t>
    </dgm:pt>
    <dgm:pt modelId="{7562CC5B-FB3F-4F75-BEBF-42119BEAA11D}" type="pres">
      <dgm:prSet presAssocID="{6E32B719-A67F-4677-92BE-FC4322CC2BFC}" presName="parentText" presStyleLbl="node1" presStyleIdx="0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25F9F04F-2091-428B-B279-4D5855AE461D}" type="pres">
      <dgm:prSet presAssocID="{113843D3-595B-4F41-BE22-4E7182DD9010}" presName="spacer" presStyleCnt="0"/>
      <dgm:spPr/>
    </dgm:pt>
    <dgm:pt modelId="{92085E95-48CE-4AF5-9328-AF6E428CB3AB}" type="pres">
      <dgm:prSet presAssocID="{C4D80791-4144-440E-B4CB-F429A2BDF5F0}" presName="parentText" presStyleLbl="node1" presStyleIdx="1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9A3EBD5B-F005-4186-974D-CFE9803559B5}" type="pres">
      <dgm:prSet presAssocID="{C9EC386E-1E21-4E69-BBD5-92CA4EE737AE}" presName="spacer" presStyleCnt="0"/>
      <dgm:spPr/>
    </dgm:pt>
    <dgm:pt modelId="{1028824D-EDC6-4569-AC65-34458FEA08BA}" type="pres">
      <dgm:prSet presAssocID="{0080BA1A-2450-43E9-889D-2F2837DAE891}" presName="parentText" presStyleLbl="node1" presStyleIdx="2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F43F2A70-CE75-4E98-8441-380BEAFA448F}" type="pres">
      <dgm:prSet presAssocID="{B5E26845-6409-43D3-9E45-1FEE676B990C}" presName="spacer" presStyleCnt="0"/>
      <dgm:spPr/>
    </dgm:pt>
    <dgm:pt modelId="{3E297179-65D6-4A94-B6C3-28520820F05E}" type="pres">
      <dgm:prSet presAssocID="{12DAE96A-9137-450D-827D-CB622DA426EC}" presName="parentText" presStyleLbl="node1" presStyleIdx="3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51F26789-A784-4512-9247-54A5A93E79B9}" type="pres">
      <dgm:prSet presAssocID="{34F7A598-D6C2-4507-9B52-C00CA3243899}" presName="spacer" presStyleCnt="0"/>
      <dgm:spPr/>
    </dgm:pt>
    <dgm:pt modelId="{FEAADFD6-6335-4AB6-B735-FA2BCE31735B}" type="pres">
      <dgm:prSet presAssocID="{F41C1823-C0D6-4D4F-B9C8-A74DCD09E834}" presName="parentText" presStyleLbl="node1" presStyleIdx="4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803FB1FA-39B5-451D-8EFD-DE2DD49E1BD3}" type="pres">
      <dgm:prSet presAssocID="{B8BEF3E2-6AE7-4F8B-A80D-B612AC6950AD}" presName="spacer" presStyleCnt="0"/>
      <dgm:spPr/>
    </dgm:pt>
    <dgm:pt modelId="{2C969C1B-B9F1-4062-874E-905ECCED7AC7}" type="pres">
      <dgm:prSet presAssocID="{C6C72E95-A1CC-4F9F-BA4E-466B41FC3596}" presName="parentText" presStyleLbl="node1" presStyleIdx="5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th-TH"/>
        </a:p>
      </dgm:t>
    </dgm:pt>
  </dgm:ptLst>
  <dgm:cxnLst>
    <dgm:cxn modelId="{78B114B1-52CF-4008-A57C-27D868721ED9}" type="presOf" srcId="{0080BA1A-2450-43E9-889D-2F2837DAE891}" destId="{1028824D-EDC6-4569-AC65-34458FEA08BA}" srcOrd="0" destOrd="0" presId="urn:microsoft.com/office/officeart/2005/8/layout/vList2"/>
    <dgm:cxn modelId="{F96CC474-1B6B-45DE-BE85-55C9E0D4C566}" type="presOf" srcId="{FA1F982B-463D-44AD-92C4-D335C6F2873B}" destId="{98C137E5-6303-4188-910D-45FD8B504F4D}" srcOrd="0" destOrd="0" presId="urn:microsoft.com/office/officeart/2005/8/layout/vList2"/>
    <dgm:cxn modelId="{B0FB721B-4D94-4D7E-A7DA-269109C3E4E3}" srcId="{FA1F982B-463D-44AD-92C4-D335C6F2873B}" destId="{C6C72E95-A1CC-4F9F-BA4E-466B41FC3596}" srcOrd="5" destOrd="0" parTransId="{19AF46C5-A4B6-4156-BC13-F87B157E8EFA}" sibTransId="{9295C604-7982-4CF5-BC5C-EE5DF4AF55C3}"/>
    <dgm:cxn modelId="{B28038A6-AFE4-420D-9BD5-AF23A551DA22}" srcId="{FA1F982B-463D-44AD-92C4-D335C6F2873B}" destId="{6E32B719-A67F-4677-92BE-FC4322CC2BFC}" srcOrd="0" destOrd="0" parTransId="{445665D8-641A-406D-B69D-B67768BE9E62}" sibTransId="{113843D3-595B-4F41-BE22-4E7182DD9010}"/>
    <dgm:cxn modelId="{85EA5670-C3F2-4D92-AB68-DC9E52913E87}" srcId="{FA1F982B-463D-44AD-92C4-D335C6F2873B}" destId="{C4D80791-4144-440E-B4CB-F429A2BDF5F0}" srcOrd="1" destOrd="0" parTransId="{4227A3A8-4995-4A75-AEB4-FB3B3FA48614}" sibTransId="{C9EC386E-1E21-4E69-BBD5-92CA4EE737AE}"/>
    <dgm:cxn modelId="{8D984594-F0FA-4FFB-828D-7BDE4C59D056}" type="presOf" srcId="{C4D80791-4144-440E-B4CB-F429A2BDF5F0}" destId="{92085E95-48CE-4AF5-9328-AF6E428CB3AB}" srcOrd="0" destOrd="0" presId="urn:microsoft.com/office/officeart/2005/8/layout/vList2"/>
    <dgm:cxn modelId="{7B423576-83A0-4074-9ADE-FFEBCFC887BA}" type="presOf" srcId="{6E32B719-A67F-4677-92BE-FC4322CC2BFC}" destId="{7562CC5B-FB3F-4F75-BEBF-42119BEAA11D}" srcOrd="0" destOrd="0" presId="urn:microsoft.com/office/officeart/2005/8/layout/vList2"/>
    <dgm:cxn modelId="{3CB7F46A-3212-4D40-A8E0-8626D51CA0D4}" srcId="{FA1F982B-463D-44AD-92C4-D335C6F2873B}" destId="{0080BA1A-2450-43E9-889D-2F2837DAE891}" srcOrd="2" destOrd="0" parTransId="{58FC871B-3C50-45AD-99FF-242AB353BFFF}" sibTransId="{B5E26845-6409-43D3-9E45-1FEE676B990C}"/>
    <dgm:cxn modelId="{492E5B2B-22C6-462E-87F8-62BD7B6315D4}" srcId="{FA1F982B-463D-44AD-92C4-D335C6F2873B}" destId="{F41C1823-C0D6-4D4F-B9C8-A74DCD09E834}" srcOrd="4" destOrd="0" parTransId="{248E82D5-183E-4A15-9E48-9C190313DF2F}" sibTransId="{B8BEF3E2-6AE7-4F8B-A80D-B612AC6950AD}"/>
    <dgm:cxn modelId="{FEDC5DB0-7DE5-4991-BE1B-3FE7EB34584F}" type="presOf" srcId="{12DAE96A-9137-450D-827D-CB622DA426EC}" destId="{3E297179-65D6-4A94-B6C3-28520820F05E}" srcOrd="0" destOrd="0" presId="urn:microsoft.com/office/officeart/2005/8/layout/vList2"/>
    <dgm:cxn modelId="{42193D61-2034-4424-8729-4386C7E73986}" type="presOf" srcId="{C6C72E95-A1CC-4F9F-BA4E-466B41FC3596}" destId="{2C969C1B-B9F1-4062-874E-905ECCED7AC7}" srcOrd="0" destOrd="0" presId="urn:microsoft.com/office/officeart/2005/8/layout/vList2"/>
    <dgm:cxn modelId="{1328BB2D-0556-4DBB-9A94-BC33C7F8BB49}" srcId="{FA1F982B-463D-44AD-92C4-D335C6F2873B}" destId="{12DAE96A-9137-450D-827D-CB622DA426EC}" srcOrd="3" destOrd="0" parTransId="{9FBF71A8-66F3-4F3E-9511-BE9F2CBC4450}" sibTransId="{34F7A598-D6C2-4507-9B52-C00CA3243899}"/>
    <dgm:cxn modelId="{A2C7F4E0-9378-4543-97EA-A13C2DDCF717}" type="presOf" srcId="{F41C1823-C0D6-4D4F-B9C8-A74DCD09E834}" destId="{FEAADFD6-6335-4AB6-B735-FA2BCE31735B}" srcOrd="0" destOrd="0" presId="urn:microsoft.com/office/officeart/2005/8/layout/vList2"/>
    <dgm:cxn modelId="{DB11B964-8ABC-4BAA-9347-E538F7F8B3A5}" type="presParOf" srcId="{98C137E5-6303-4188-910D-45FD8B504F4D}" destId="{7562CC5B-FB3F-4F75-BEBF-42119BEAA11D}" srcOrd="0" destOrd="0" presId="urn:microsoft.com/office/officeart/2005/8/layout/vList2"/>
    <dgm:cxn modelId="{500ED5E9-CAB9-4011-AF03-75CA39967CC7}" type="presParOf" srcId="{98C137E5-6303-4188-910D-45FD8B504F4D}" destId="{25F9F04F-2091-428B-B279-4D5855AE461D}" srcOrd="1" destOrd="0" presId="urn:microsoft.com/office/officeart/2005/8/layout/vList2"/>
    <dgm:cxn modelId="{3BF5D124-15AF-4F31-8490-3C8B888C3756}" type="presParOf" srcId="{98C137E5-6303-4188-910D-45FD8B504F4D}" destId="{92085E95-48CE-4AF5-9328-AF6E428CB3AB}" srcOrd="2" destOrd="0" presId="urn:microsoft.com/office/officeart/2005/8/layout/vList2"/>
    <dgm:cxn modelId="{89AD84DF-2A72-4921-9424-BE9C8F633700}" type="presParOf" srcId="{98C137E5-6303-4188-910D-45FD8B504F4D}" destId="{9A3EBD5B-F005-4186-974D-CFE9803559B5}" srcOrd="3" destOrd="0" presId="urn:microsoft.com/office/officeart/2005/8/layout/vList2"/>
    <dgm:cxn modelId="{FF2E7389-4166-4374-AB88-CC8D24DB6B61}" type="presParOf" srcId="{98C137E5-6303-4188-910D-45FD8B504F4D}" destId="{1028824D-EDC6-4569-AC65-34458FEA08BA}" srcOrd="4" destOrd="0" presId="urn:microsoft.com/office/officeart/2005/8/layout/vList2"/>
    <dgm:cxn modelId="{9C205546-B40B-47AD-93B6-EF03254526EE}" type="presParOf" srcId="{98C137E5-6303-4188-910D-45FD8B504F4D}" destId="{F43F2A70-CE75-4E98-8441-380BEAFA448F}" srcOrd="5" destOrd="0" presId="urn:microsoft.com/office/officeart/2005/8/layout/vList2"/>
    <dgm:cxn modelId="{1DFAE8C7-4BC5-43A9-918D-C13A6E826A61}" type="presParOf" srcId="{98C137E5-6303-4188-910D-45FD8B504F4D}" destId="{3E297179-65D6-4A94-B6C3-28520820F05E}" srcOrd="6" destOrd="0" presId="urn:microsoft.com/office/officeart/2005/8/layout/vList2"/>
    <dgm:cxn modelId="{832190E4-65CB-42CA-A266-5214C53D6A59}" type="presParOf" srcId="{98C137E5-6303-4188-910D-45FD8B504F4D}" destId="{51F26789-A784-4512-9247-54A5A93E79B9}" srcOrd="7" destOrd="0" presId="urn:microsoft.com/office/officeart/2005/8/layout/vList2"/>
    <dgm:cxn modelId="{B553CE12-F899-462F-BD80-94D73D965597}" type="presParOf" srcId="{98C137E5-6303-4188-910D-45FD8B504F4D}" destId="{FEAADFD6-6335-4AB6-B735-FA2BCE31735B}" srcOrd="8" destOrd="0" presId="urn:microsoft.com/office/officeart/2005/8/layout/vList2"/>
    <dgm:cxn modelId="{7CBBAD59-5859-4FBD-A052-F5CA54F6FA3C}" type="presParOf" srcId="{98C137E5-6303-4188-910D-45FD8B504F4D}" destId="{803FB1FA-39B5-451D-8EFD-DE2DD49E1BD3}" srcOrd="9" destOrd="0" presId="urn:microsoft.com/office/officeart/2005/8/layout/vList2"/>
    <dgm:cxn modelId="{33F02799-9671-4110-B187-4B99207E916B}" type="presParOf" srcId="{98C137E5-6303-4188-910D-45FD8B504F4D}" destId="{2C969C1B-B9F1-4062-874E-905ECCED7AC7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A1F982B-463D-44AD-92C4-D335C6F2873B}" type="doc">
      <dgm:prSet loTypeId="urn:microsoft.com/office/officeart/2005/8/layout/vList2" loCatId="list" qsTypeId="urn:microsoft.com/office/officeart/2005/8/quickstyle/simple1#3" qsCatId="simple" csTypeId="urn:microsoft.com/office/officeart/2005/8/colors/colorful1#3" csCatId="colorful" phldr="1"/>
      <dgm:spPr/>
      <dgm:t>
        <a:bodyPr/>
        <a:lstStyle/>
        <a:p>
          <a:endParaRPr lang="th-TH"/>
        </a:p>
      </dgm:t>
    </dgm:pt>
    <dgm:pt modelId="{6E32B719-A67F-4677-92BE-FC4322CC2BFC}">
      <dgm:prSet phldrT="[ข้อความ]"/>
      <dgm:spPr/>
      <dgm:t>
        <a:bodyPr/>
        <a:lstStyle/>
        <a:p>
          <a:r>
            <a:rPr lang="th-TH" b="0" i="0" dirty="0" err="1">
              <a:effectLst/>
              <a:latin typeface="+mn-lt"/>
            </a:rPr>
            <a:t>GET</a:t>
          </a:r>
          <a:endParaRPr lang="th-TH" dirty="0"/>
        </a:p>
      </dgm:t>
    </dgm:pt>
    <dgm:pt modelId="{445665D8-641A-406D-B69D-B67768BE9E62}" type="parTrans" cxnId="{B28038A6-AFE4-420D-9BD5-AF23A551DA22}">
      <dgm:prSet/>
      <dgm:spPr/>
      <dgm:t>
        <a:bodyPr/>
        <a:lstStyle/>
        <a:p>
          <a:endParaRPr lang="th-TH"/>
        </a:p>
      </dgm:t>
    </dgm:pt>
    <dgm:pt modelId="{113843D3-595B-4F41-BE22-4E7182DD9010}" type="sibTrans" cxnId="{B28038A6-AFE4-420D-9BD5-AF23A551DA22}">
      <dgm:prSet/>
      <dgm:spPr/>
      <dgm:t>
        <a:bodyPr/>
        <a:lstStyle/>
        <a:p>
          <a:endParaRPr lang="th-TH"/>
        </a:p>
      </dgm:t>
    </dgm:pt>
    <dgm:pt modelId="{C56FDA0A-71BF-42F3-AA30-8D5A5C5E37F2}">
      <dgm:prSet phldrT="[ข้อความ]"/>
      <dgm:spPr/>
      <dgm:t>
        <a:bodyPr/>
        <a:lstStyle/>
        <a:p>
          <a:r>
            <a:rPr lang="th-TH" b="0" i="0" dirty="0" err="1">
              <a:effectLst/>
              <a:latin typeface="+mn-lt"/>
            </a:rPr>
            <a:t>GET</a:t>
          </a:r>
          <a:endParaRPr lang="th-TH" dirty="0"/>
        </a:p>
      </dgm:t>
    </dgm:pt>
    <dgm:pt modelId="{3C44ABE9-A134-4142-85D7-08AEB803E2C8}" type="parTrans" cxnId="{2C2A3893-EE92-4BAD-A775-B7D22745A9EC}">
      <dgm:prSet/>
      <dgm:spPr/>
      <dgm:t>
        <a:bodyPr/>
        <a:lstStyle/>
        <a:p>
          <a:endParaRPr lang="th-TH"/>
        </a:p>
      </dgm:t>
    </dgm:pt>
    <dgm:pt modelId="{206694C4-446F-42B7-A5B0-0E8128F784DB}" type="sibTrans" cxnId="{2C2A3893-EE92-4BAD-A775-B7D22745A9EC}">
      <dgm:prSet/>
      <dgm:spPr/>
      <dgm:t>
        <a:bodyPr/>
        <a:lstStyle/>
        <a:p>
          <a:endParaRPr lang="th-TH"/>
        </a:p>
      </dgm:t>
    </dgm:pt>
    <dgm:pt modelId="{E5AF9986-4214-48A5-B132-8173A75B0D66}">
      <dgm:prSet phldrT="[ข้อความ]"/>
      <dgm:spPr/>
      <dgm:t>
        <a:bodyPr/>
        <a:lstStyle/>
        <a:p>
          <a:r>
            <a:rPr lang="th-TH" b="0" i="0" dirty="0" err="1">
              <a:effectLst/>
              <a:latin typeface="+mn-lt"/>
            </a:rPr>
            <a:t>POST</a:t>
          </a:r>
          <a:endParaRPr lang="th-TH" dirty="0"/>
        </a:p>
      </dgm:t>
    </dgm:pt>
    <dgm:pt modelId="{FEEDE83B-FB32-47D8-8115-A42402F8C73B}" type="parTrans" cxnId="{69EFF4D3-B319-4EFA-9655-E79A75EE7077}">
      <dgm:prSet/>
      <dgm:spPr/>
      <dgm:t>
        <a:bodyPr/>
        <a:lstStyle/>
        <a:p>
          <a:endParaRPr lang="th-TH"/>
        </a:p>
      </dgm:t>
    </dgm:pt>
    <dgm:pt modelId="{7CF0750C-35EB-443F-B919-BF8933A981FB}" type="sibTrans" cxnId="{69EFF4D3-B319-4EFA-9655-E79A75EE7077}">
      <dgm:prSet/>
      <dgm:spPr/>
      <dgm:t>
        <a:bodyPr/>
        <a:lstStyle/>
        <a:p>
          <a:endParaRPr lang="th-TH"/>
        </a:p>
      </dgm:t>
    </dgm:pt>
    <dgm:pt modelId="{A19FD04A-5E4B-4179-B350-D7567CB5A8B6}">
      <dgm:prSet phldrT="[ข้อความ]"/>
      <dgm:spPr/>
      <dgm:t>
        <a:bodyPr/>
        <a:lstStyle/>
        <a:p>
          <a:r>
            <a:rPr lang="th-TH" b="0" i="0" dirty="0" err="1">
              <a:effectLst/>
              <a:latin typeface="+mn-lt"/>
            </a:rPr>
            <a:t>PUT</a:t>
          </a:r>
          <a:endParaRPr lang="th-TH" dirty="0"/>
        </a:p>
      </dgm:t>
    </dgm:pt>
    <dgm:pt modelId="{27BA8309-CD2E-4232-AD44-4050714D053A}" type="parTrans" cxnId="{230AD18F-9063-4DC2-AA1C-0F797D69AFE5}">
      <dgm:prSet/>
      <dgm:spPr/>
      <dgm:t>
        <a:bodyPr/>
        <a:lstStyle/>
        <a:p>
          <a:endParaRPr lang="th-TH"/>
        </a:p>
      </dgm:t>
    </dgm:pt>
    <dgm:pt modelId="{72EEACA7-A3B8-4AF5-8DE6-56CE45E1BA42}" type="sibTrans" cxnId="{230AD18F-9063-4DC2-AA1C-0F797D69AFE5}">
      <dgm:prSet/>
      <dgm:spPr/>
      <dgm:t>
        <a:bodyPr/>
        <a:lstStyle/>
        <a:p>
          <a:endParaRPr lang="th-TH"/>
        </a:p>
      </dgm:t>
    </dgm:pt>
    <dgm:pt modelId="{D943AF9D-7829-4FC4-8EAF-E838F43A1386}">
      <dgm:prSet phldrT="[ข้อความ]"/>
      <dgm:spPr/>
      <dgm:t>
        <a:bodyPr/>
        <a:lstStyle/>
        <a:p>
          <a:r>
            <a:rPr lang="th-TH" b="0" i="0" dirty="0" err="1">
              <a:effectLst/>
              <a:latin typeface="+mn-lt"/>
            </a:rPr>
            <a:t>DELETE</a:t>
          </a:r>
          <a:endParaRPr lang="th-TH" dirty="0"/>
        </a:p>
      </dgm:t>
    </dgm:pt>
    <dgm:pt modelId="{EA57504F-6775-4CA0-9C8F-F71D81A0B34F}" type="parTrans" cxnId="{203BE4DB-7E8C-4E71-A3FA-BCAC26975E04}">
      <dgm:prSet/>
      <dgm:spPr/>
      <dgm:t>
        <a:bodyPr/>
        <a:lstStyle/>
        <a:p>
          <a:endParaRPr lang="th-TH"/>
        </a:p>
      </dgm:t>
    </dgm:pt>
    <dgm:pt modelId="{3BCEBB84-C68C-47E8-BD35-D0193106F679}" type="sibTrans" cxnId="{203BE4DB-7E8C-4E71-A3FA-BCAC26975E04}">
      <dgm:prSet/>
      <dgm:spPr/>
      <dgm:t>
        <a:bodyPr/>
        <a:lstStyle/>
        <a:p>
          <a:endParaRPr lang="th-TH"/>
        </a:p>
      </dgm:t>
    </dgm:pt>
    <dgm:pt modelId="{B14C1AC5-3AA3-4D90-A91B-F06FEB878B96}">
      <dgm:prSet phldrT="[ข้อความ]"/>
      <dgm:spPr/>
      <dgm:t>
        <a:bodyPr/>
        <a:lstStyle/>
        <a:p>
          <a:r>
            <a:rPr lang="en-US" dirty="0"/>
            <a:t>GET</a:t>
          </a:r>
          <a:endParaRPr lang="th-TH" dirty="0"/>
        </a:p>
      </dgm:t>
    </dgm:pt>
    <dgm:pt modelId="{4D352E43-C297-4AE9-96BE-E96ACA6E8BDC}" type="parTrans" cxnId="{8AB5FA65-0C18-4715-8391-6DD5510A421A}">
      <dgm:prSet/>
      <dgm:spPr/>
      <dgm:t>
        <a:bodyPr/>
        <a:lstStyle/>
        <a:p>
          <a:endParaRPr lang="th-TH"/>
        </a:p>
      </dgm:t>
    </dgm:pt>
    <dgm:pt modelId="{3C0A7713-F00A-47AA-8C61-CC3AC43E69AE}" type="sibTrans" cxnId="{8AB5FA65-0C18-4715-8391-6DD5510A421A}">
      <dgm:prSet/>
      <dgm:spPr/>
      <dgm:t>
        <a:bodyPr/>
        <a:lstStyle/>
        <a:p>
          <a:endParaRPr lang="th-TH"/>
        </a:p>
      </dgm:t>
    </dgm:pt>
    <dgm:pt modelId="{98C137E5-6303-4188-910D-45FD8B504F4D}" type="pres">
      <dgm:prSet presAssocID="{FA1F982B-463D-44AD-92C4-D335C6F2873B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th-TH"/>
        </a:p>
      </dgm:t>
    </dgm:pt>
    <dgm:pt modelId="{7562CC5B-FB3F-4F75-BEBF-42119BEAA11D}" type="pres">
      <dgm:prSet presAssocID="{6E32B719-A67F-4677-92BE-FC4322CC2BFC}" presName="parentText" presStyleLbl="node1" presStyleIdx="0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25F9F04F-2091-428B-B279-4D5855AE461D}" type="pres">
      <dgm:prSet presAssocID="{113843D3-595B-4F41-BE22-4E7182DD9010}" presName="spacer" presStyleCnt="0"/>
      <dgm:spPr/>
    </dgm:pt>
    <dgm:pt modelId="{AB66A49A-588C-4EC8-A382-594381C2DBD2}" type="pres">
      <dgm:prSet presAssocID="{C56FDA0A-71BF-42F3-AA30-8D5A5C5E37F2}" presName="parentText" presStyleLbl="node1" presStyleIdx="1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A1649D8E-DB93-4744-863D-1B5B990A7B40}" type="pres">
      <dgm:prSet presAssocID="{206694C4-446F-42B7-A5B0-0E8128F784DB}" presName="spacer" presStyleCnt="0"/>
      <dgm:spPr/>
    </dgm:pt>
    <dgm:pt modelId="{F3165D3D-4729-42FA-839D-B544A1600577}" type="pres">
      <dgm:prSet presAssocID="{B14C1AC5-3AA3-4D90-A91B-F06FEB878B96}" presName="parentText" presStyleLbl="node1" presStyleIdx="2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D9F25AAD-8129-48D0-AEAD-E9E425FAA884}" type="pres">
      <dgm:prSet presAssocID="{3C0A7713-F00A-47AA-8C61-CC3AC43E69AE}" presName="spacer" presStyleCnt="0"/>
      <dgm:spPr/>
    </dgm:pt>
    <dgm:pt modelId="{83EE1BCE-71CF-4DC1-8F97-081BA6428AA2}" type="pres">
      <dgm:prSet presAssocID="{E5AF9986-4214-48A5-B132-8173A75B0D66}" presName="parentText" presStyleLbl="node1" presStyleIdx="3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89B49EBD-EA9C-4349-82B3-F151BB8CD8D3}" type="pres">
      <dgm:prSet presAssocID="{7CF0750C-35EB-443F-B919-BF8933A981FB}" presName="spacer" presStyleCnt="0"/>
      <dgm:spPr/>
    </dgm:pt>
    <dgm:pt modelId="{4352D99D-8716-47BC-9FCE-4A021F32FB87}" type="pres">
      <dgm:prSet presAssocID="{A19FD04A-5E4B-4179-B350-D7567CB5A8B6}" presName="parentText" presStyleLbl="node1" presStyleIdx="4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5A4230EF-3B00-4118-A606-D53A83C6CA1A}" type="pres">
      <dgm:prSet presAssocID="{72EEACA7-A3B8-4AF5-8DE6-56CE45E1BA42}" presName="spacer" presStyleCnt="0"/>
      <dgm:spPr/>
    </dgm:pt>
    <dgm:pt modelId="{10E1BFF9-DB7D-4784-8391-8E70B2EE977C}" type="pres">
      <dgm:prSet presAssocID="{D943AF9D-7829-4FC4-8EAF-E838F43A1386}" presName="parentText" presStyleLbl="node1" presStyleIdx="5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th-TH"/>
        </a:p>
      </dgm:t>
    </dgm:pt>
  </dgm:ptLst>
  <dgm:cxnLst>
    <dgm:cxn modelId="{9DC481AB-E5BB-49F6-A681-4B8F97214224}" type="presOf" srcId="{C56FDA0A-71BF-42F3-AA30-8D5A5C5E37F2}" destId="{AB66A49A-588C-4EC8-A382-594381C2DBD2}" srcOrd="0" destOrd="0" presId="urn:microsoft.com/office/officeart/2005/8/layout/vList2"/>
    <dgm:cxn modelId="{203BE4DB-7E8C-4E71-A3FA-BCAC26975E04}" srcId="{FA1F982B-463D-44AD-92C4-D335C6F2873B}" destId="{D943AF9D-7829-4FC4-8EAF-E838F43A1386}" srcOrd="5" destOrd="0" parTransId="{EA57504F-6775-4CA0-9C8F-F71D81A0B34F}" sibTransId="{3BCEBB84-C68C-47E8-BD35-D0193106F679}"/>
    <dgm:cxn modelId="{230AD18F-9063-4DC2-AA1C-0F797D69AFE5}" srcId="{FA1F982B-463D-44AD-92C4-D335C6F2873B}" destId="{A19FD04A-5E4B-4179-B350-D7567CB5A8B6}" srcOrd="4" destOrd="0" parTransId="{27BA8309-CD2E-4232-AD44-4050714D053A}" sibTransId="{72EEACA7-A3B8-4AF5-8DE6-56CE45E1BA42}"/>
    <dgm:cxn modelId="{B28038A6-AFE4-420D-9BD5-AF23A551DA22}" srcId="{FA1F982B-463D-44AD-92C4-D335C6F2873B}" destId="{6E32B719-A67F-4677-92BE-FC4322CC2BFC}" srcOrd="0" destOrd="0" parTransId="{445665D8-641A-406D-B69D-B67768BE9E62}" sibTransId="{113843D3-595B-4F41-BE22-4E7182DD9010}"/>
    <dgm:cxn modelId="{F1943B29-B234-45C4-9F73-CD49ED10E849}" type="presOf" srcId="{D943AF9D-7829-4FC4-8EAF-E838F43A1386}" destId="{10E1BFF9-DB7D-4784-8391-8E70B2EE977C}" srcOrd="0" destOrd="0" presId="urn:microsoft.com/office/officeart/2005/8/layout/vList2"/>
    <dgm:cxn modelId="{69EFF4D3-B319-4EFA-9655-E79A75EE7077}" srcId="{FA1F982B-463D-44AD-92C4-D335C6F2873B}" destId="{E5AF9986-4214-48A5-B132-8173A75B0D66}" srcOrd="3" destOrd="0" parTransId="{FEEDE83B-FB32-47D8-8115-A42402F8C73B}" sibTransId="{7CF0750C-35EB-443F-B919-BF8933A981FB}"/>
    <dgm:cxn modelId="{B53C9B45-73D2-4303-97E2-A0DFCF37C5E3}" type="presOf" srcId="{B14C1AC5-3AA3-4D90-A91B-F06FEB878B96}" destId="{F3165D3D-4729-42FA-839D-B544A1600577}" srcOrd="0" destOrd="0" presId="urn:microsoft.com/office/officeart/2005/8/layout/vList2"/>
    <dgm:cxn modelId="{A811EFB4-C7E5-4503-BF88-7B8C374F9AAA}" type="presOf" srcId="{E5AF9986-4214-48A5-B132-8173A75B0D66}" destId="{83EE1BCE-71CF-4DC1-8F97-081BA6428AA2}" srcOrd="0" destOrd="0" presId="urn:microsoft.com/office/officeart/2005/8/layout/vList2"/>
    <dgm:cxn modelId="{3E2348B1-0F7C-44A6-B636-81BE61BC2A17}" type="presOf" srcId="{A19FD04A-5E4B-4179-B350-D7567CB5A8B6}" destId="{4352D99D-8716-47BC-9FCE-4A021F32FB87}" srcOrd="0" destOrd="0" presId="urn:microsoft.com/office/officeart/2005/8/layout/vList2"/>
    <dgm:cxn modelId="{C2F8D91C-FE17-4C7E-9EE7-67C71B19BE94}" type="presOf" srcId="{FA1F982B-463D-44AD-92C4-D335C6F2873B}" destId="{98C137E5-6303-4188-910D-45FD8B504F4D}" srcOrd="0" destOrd="0" presId="urn:microsoft.com/office/officeart/2005/8/layout/vList2"/>
    <dgm:cxn modelId="{2C2A3893-EE92-4BAD-A775-B7D22745A9EC}" srcId="{FA1F982B-463D-44AD-92C4-D335C6F2873B}" destId="{C56FDA0A-71BF-42F3-AA30-8D5A5C5E37F2}" srcOrd="1" destOrd="0" parTransId="{3C44ABE9-A134-4142-85D7-08AEB803E2C8}" sibTransId="{206694C4-446F-42B7-A5B0-0E8128F784DB}"/>
    <dgm:cxn modelId="{8AB5FA65-0C18-4715-8391-6DD5510A421A}" srcId="{FA1F982B-463D-44AD-92C4-D335C6F2873B}" destId="{B14C1AC5-3AA3-4D90-A91B-F06FEB878B96}" srcOrd="2" destOrd="0" parTransId="{4D352E43-C297-4AE9-96BE-E96ACA6E8BDC}" sibTransId="{3C0A7713-F00A-47AA-8C61-CC3AC43E69AE}"/>
    <dgm:cxn modelId="{41857F19-54B4-430E-B148-407395D95BA1}" type="presOf" srcId="{6E32B719-A67F-4677-92BE-FC4322CC2BFC}" destId="{7562CC5B-FB3F-4F75-BEBF-42119BEAA11D}" srcOrd="0" destOrd="0" presId="urn:microsoft.com/office/officeart/2005/8/layout/vList2"/>
    <dgm:cxn modelId="{B2AE9A81-728B-4EA6-B260-6BF5DB055E39}" type="presParOf" srcId="{98C137E5-6303-4188-910D-45FD8B504F4D}" destId="{7562CC5B-FB3F-4F75-BEBF-42119BEAA11D}" srcOrd="0" destOrd="0" presId="urn:microsoft.com/office/officeart/2005/8/layout/vList2"/>
    <dgm:cxn modelId="{3EA2AB87-36F5-4099-AF81-F862E1F9953B}" type="presParOf" srcId="{98C137E5-6303-4188-910D-45FD8B504F4D}" destId="{25F9F04F-2091-428B-B279-4D5855AE461D}" srcOrd="1" destOrd="0" presId="urn:microsoft.com/office/officeart/2005/8/layout/vList2"/>
    <dgm:cxn modelId="{73375B03-6E24-4EDD-986A-5E082F4F645D}" type="presParOf" srcId="{98C137E5-6303-4188-910D-45FD8B504F4D}" destId="{AB66A49A-588C-4EC8-A382-594381C2DBD2}" srcOrd="2" destOrd="0" presId="urn:microsoft.com/office/officeart/2005/8/layout/vList2"/>
    <dgm:cxn modelId="{3BC2716A-EA41-44FC-922A-653389C1AC93}" type="presParOf" srcId="{98C137E5-6303-4188-910D-45FD8B504F4D}" destId="{A1649D8E-DB93-4744-863D-1B5B990A7B40}" srcOrd="3" destOrd="0" presId="urn:microsoft.com/office/officeart/2005/8/layout/vList2"/>
    <dgm:cxn modelId="{4B5E7FC4-27EC-413A-B6A1-3829FC21E8E8}" type="presParOf" srcId="{98C137E5-6303-4188-910D-45FD8B504F4D}" destId="{F3165D3D-4729-42FA-839D-B544A1600577}" srcOrd="4" destOrd="0" presId="urn:microsoft.com/office/officeart/2005/8/layout/vList2"/>
    <dgm:cxn modelId="{7066E1F8-EA28-4DD9-A531-FE6043116096}" type="presParOf" srcId="{98C137E5-6303-4188-910D-45FD8B504F4D}" destId="{D9F25AAD-8129-48D0-AEAD-E9E425FAA884}" srcOrd="5" destOrd="0" presId="urn:microsoft.com/office/officeart/2005/8/layout/vList2"/>
    <dgm:cxn modelId="{85EC7718-9A59-43F5-B58A-A23DF7A8059B}" type="presParOf" srcId="{98C137E5-6303-4188-910D-45FD8B504F4D}" destId="{83EE1BCE-71CF-4DC1-8F97-081BA6428AA2}" srcOrd="6" destOrd="0" presId="urn:microsoft.com/office/officeart/2005/8/layout/vList2"/>
    <dgm:cxn modelId="{2D9AB1B2-B770-4FFA-961F-9EBA5F385C00}" type="presParOf" srcId="{98C137E5-6303-4188-910D-45FD8B504F4D}" destId="{89B49EBD-EA9C-4349-82B3-F151BB8CD8D3}" srcOrd="7" destOrd="0" presId="urn:microsoft.com/office/officeart/2005/8/layout/vList2"/>
    <dgm:cxn modelId="{A73D8F83-9F19-4948-B27D-2DAC13FB6DED}" type="presParOf" srcId="{98C137E5-6303-4188-910D-45FD8B504F4D}" destId="{4352D99D-8716-47BC-9FCE-4A021F32FB87}" srcOrd="8" destOrd="0" presId="urn:microsoft.com/office/officeart/2005/8/layout/vList2"/>
    <dgm:cxn modelId="{45710567-9B0F-426D-B254-9B4A40102AFC}" type="presParOf" srcId="{98C137E5-6303-4188-910D-45FD8B504F4D}" destId="{5A4230EF-3B00-4118-A606-D53A83C6CA1A}" srcOrd="9" destOrd="0" presId="urn:microsoft.com/office/officeart/2005/8/layout/vList2"/>
    <dgm:cxn modelId="{7EF20E1A-356D-4DB4-B29E-C8A0ED7E9703}" type="presParOf" srcId="{98C137E5-6303-4188-910D-45FD8B504F4D}" destId="{10E1BFF9-DB7D-4784-8391-8E70B2EE977C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FA1F982B-463D-44AD-92C4-D335C6F2873B}" type="doc">
      <dgm:prSet loTypeId="urn:microsoft.com/office/officeart/2005/8/layout/vList2" loCatId="list" qsTypeId="urn:microsoft.com/office/officeart/2005/8/quickstyle/simple1#4" qsCatId="simple" csTypeId="urn:microsoft.com/office/officeart/2005/8/colors/colorful1#4" csCatId="colorful" phldr="1"/>
      <dgm:spPr/>
      <dgm:t>
        <a:bodyPr/>
        <a:lstStyle/>
        <a:p>
          <a:endParaRPr lang="th-TH"/>
        </a:p>
      </dgm:t>
    </dgm:pt>
    <dgm:pt modelId="{6E32B719-A67F-4677-92BE-FC4322CC2BFC}">
      <dgm:prSet phldrT="[ข้อความ]"/>
      <dgm:spPr/>
      <dgm:t>
        <a:bodyPr/>
        <a:lstStyle/>
        <a:p>
          <a:r>
            <a:rPr lang="en-US" dirty="0"/>
            <a:t>Get all</a:t>
          </a:r>
          <a:endParaRPr lang="th-TH" dirty="0"/>
        </a:p>
      </dgm:t>
    </dgm:pt>
    <dgm:pt modelId="{445665D8-641A-406D-B69D-B67768BE9E62}" type="parTrans" cxnId="{B28038A6-AFE4-420D-9BD5-AF23A551DA22}">
      <dgm:prSet/>
      <dgm:spPr/>
      <dgm:t>
        <a:bodyPr/>
        <a:lstStyle/>
        <a:p>
          <a:endParaRPr lang="th-TH"/>
        </a:p>
      </dgm:t>
    </dgm:pt>
    <dgm:pt modelId="{113843D3-595B-4F41-BE22-4E7182DD9010}" type="sibTrans" cxnId="{B28038A6-AFE4-420D-9BD5-AF23A551DA22}">
      <dgm:prSet/>
      <dgm:spPr/>
      <dgm:t>
        <a:bodyPr/>
        <a:lstStyle/>
        <a:p>
          <a:endParaRPr lang="th-TH"/>
        </a:p>
      </dgm:t>
    </dgm:pt>
    <dgm:pt modelId="{E5AF9986-4214-48A5-B132-8173A75B0D66}">
      <dgm:prSet phldrT="[ข้อความ]"/>
      <dgm:spPr/>
      <dgm:t>
        <a:bodyPr/>
        <a:lstStyle/>
        <a:p>
          <a:r>
            <a:rPr lang="en-US" dirty="0"/>
            <a:t>Insert</a:t>
          </a:r>
          <a:endParaRPr lang="th-TH" dirty="0"/>
        </a:p>
      </dgm:t>
    </dgm:pt>
    <dgm:pt modelId="{FEEDE83B-FB32-47D8-8115-A42402F8C73B}" type="parTrans" cxnId="{69EFF4D3-B319-4EFA-9655-E79A75EE7077}">
      <dgm:prSet/>
      <dgm:spPr/>
      <dgm:t>
        <a:bodyPr/>
        <a:lstStyle/>
        <a:p>
          <a:endParaRPr lang="th-TH"/>
        </a:p>
      </dgm:t>
    </dgm:pt>
    <dgm:pt modelId="{7CF0750C-35EB-443F-B919-BF8933A981FB}" type="sibTrans" cxnId="{69EFF4D3-B319-4EFA-9655-E79A75EE7077}">
      <dgm:prSet/>
      <dgm:spPr/>
      <dgm:t>
        <a:bodyPr/>
        <a:lstStyle/>
        <a:p>
          <a:endParaRPr lang="th-TH"/>
        </a:p>
      </dgm:t>
    </dgm:pt>
    <dgm:pt modelId="{D943AF9D-7829-4FC4-8EAF-E838F43A1386}">
      <dgm:prSet phldrT="[ข้อความ]"/>
      <dgm:spPr/>
      <dgm:t>
        <a:bodyPr/>
        <a:lstStyle/>
        <a:p>
          <a:r>
            <a:rPr lang="th-TH" b="0" i="0" dirty="0">
              <a:effectLst/>
              <a:latin typeface="+mn-lt"/>
            </a:rPr>
            <a:t>D</a:t>
          </a:r>
          <a:r>
            <a:rPr lang="en-US" b="0" i="0" dirty="0" err="1">
              <a:effectLst/>
              <a:latin typeface="+mn-lt"/>
            </a:rPr>
            <a:t>elete</a:t>
          </a:r>
          <a:endParaRPr lang="th-TH" dirty="0"/>
        </a:p>
      </dgm:t>
    </dgm:pt>
    <dgm:pt modelId="{EA57504F-6775-4CA0-9C8F-F71D81A0B34F}" type="parTrans" cxnId="{203BE4DB-7E8C-4E71-A3FA-BCAC26975E04}">
      <dgm:prSet/>
      <dgm:spPr/>
      <dgm:t>
        <a:bodyPr/>
        <a:lstStyle/>
        <a:p>
          <a:endParaRPr lang="th-TH"/>
        </a:p>
      </dgm:t>
    </dgm:pt>
    <dgm:pt modelId="{3BCEBB84-C68C-47E8-BD35-D0193106F679}" type="sibTrans" cxnId="{203BE4DB-7E8C-4E71-A3FA-BCAC26975E04}">
      <dgm:prSet/>
      <dgm:spPr/>
      <dgm:t>
        <a:bodyPr/>
        <a:lstStyle/>
        <a:p>
          <a:endParaRPr lang="th-TH"/>
        </a:p>
      </dgm:t>
    </dgm:pt>
    <dgm:pt modelId="{506F6FCB-20C6-4C67-A0B2-DDCA00BCEEC6}">
      <dgm:prSet phldrT="[ข้อความ]"/>
      <dgm:spPr/>
      <dgm:t>
        <a:bodyPr/>
        <a:lstStyle/>
        <a:p>
          <a:r>
            <a:rPr lang="en-US" dirty="0"/>
            <a:t>Get id</a:t>
          </a:r>
          <a:endParaRPr lang="th-TH" dirty="0"/>
        </a:p>
      </dgm:t>
    </dgm:pt>
    <dgm:pt modelId="{A9E6B45D-8F6F-4F3E-9301-1E5712B40BFB}" type="parTrans" cxnId="{667FAA82-C268-483E-914B-07E10837D8FD}">
      <dgm:prSet/>
      <dgm:spPr/>
      <dgm:t>
        <a:bodyPr/>
        <a:lstStyle/>
        <a:p>
          <a:endParaRPr lang="th-TH"/>
        </a:p>
      </dgm:t>
    </dgm:pt>
    <dgm:pt modelId="{1677A399-1BFF-46EC-AD1F-9357382AA299}" type="sibTrans" cxnId="{667FAA82-C268-483E-914B-07E10837D8FD}">
      <dgm:prSet/>
      <dgm:spPr/>
      <dgm:t>
        <a:bodyPr/>
        <a:lstStyle/>
        <a:p>
          <a:endParaRPr lang="th-TH"/>
        </a:p>
      </dgm:t>
    </dgm:pt>
    <dgm:pt modelId="{976F9830-4974-4B9F-BE28-372D18EB20AF}">
      <dgm:prSet phldrT="[ข้อความ]"/>
      <dgm:spPr/>
      <dgm:t>
        <a:bodyPr/>
        <a:lstStyle/>
        <a:p>
          <a:r>
            <a:rPr lang="en-US" dirty="0"/>
            <a:t>Search</a:t>
          </a:r>
          <a:endParaRPr lang="th-TH" dirty="0"/>
        </a:p>
      </dgm:t>
    </dgm:pt>
    <dgm:pt modelId="{04C91C87-1F3E-4570-BD2E-52F0BDA00B44}" type="parTrans" cxnId="{1DDCCAA2-E821-45B6-BEC3-80B6D79FA978}">
      <dgm:prSet/>
      <dgm:spPr/>
      <dgm:t>
        <a:bodyPr/>
        <a:lstStyle/>
        <a:p>
          <a:endParaRPr lang="th-TH"/>
        </a:p>
      </dgm:t>
    </dgm:pt>
    <dgm:pt modelId="{1A783D09-38BA-412C-8BBE-B9DCBCD035CF}" type="sibTrans" cxnId="{1DDCCAA2-E821-45B6-BEC3-80B6D79FA978}">
      <dgm:prSet/>
      <dgm:spPr/>
      <dgm:t>
        <a:bodyPr/>
        <a:lstStyle/>
        <a:p>
          <a:endParaRPr lang="th-TH"/>
        </a:p>
      </dgm:t>
    </dgm:pt>
    <dgm:pt modelId="{AD28C52E-0D2D-450D-A1CF-27D423605459}">
      <dgm:prSet phldrT="[ข้อความ]"/>
      <dgm:spPr/>
      <dgm:t>
        <a:bodyPr/>
        <a:lstStyle/>
        <a:p>
          <a:r>
            <a:rPr lang="en-US" dirty="0"/>
            <a:t>Update</a:t>
          </a:r>
          <a:endParaRPr lang="th-TH" dirty="0"/>
        </a:p>
      </dgm:t>
    </dgm:pt>
    <dgm:pt modelId="{84EDB69C-048A-474C-81DF-EC13FA873473}" type="parTrans" cxnId="{A485AD66-02FC-42E3-B2FD-D61038C976B7}">
      <dgm:prSet/>
      <dgm:spPr/>
      <dgm:t>
        <a:bodyPr/>
        <a:lstStyle/>
        <a:p>
          <a:endParaRPr lang="th-TH"/>
        </a:p>
      </dgm:t>
    </dgm:pt>
    <dgm:pt modelId="{EDD75D17-76EA-4786-BB3D-BDB7346536BA}" type="sibTrans" cxnId="{A485AD66-02FC-42E3-B2FD-D61038C976B7}">
      <dgm:prSet/>
      <dgm:spPr/>
      <dgm:t>
        <a:bodyPr/>
        <a:lstStyle/>
        <a:p>
          <a:endParaRPr lang="th-TH"/>
        </a:p>
      </dgm:t>
    </dgm:pt>
    <dgm:pt modelId="{98C137E5-6303-4188-910D-45FD8B504F4D}" type="pres">
      <dgm:prSet presAssocID="{FA1F982B-463D-44AD-92C4-D335C6F2873B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th-TH"/>
        </a:p>
      </dgm:t>
    </dgm:pt>
    <dgm:pt modelId="{7562CC5B-FB3F-4F75-BEBF-42119BEAA11D}" type="pres">
      <dgm:prSet presAssocID="{6E32B719-A67F-4677-92BE-FC4322CC2BFC}" presName="parentText" presStyleLbl="node1" presStyleIdx="0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25F9F04F-2091-428B-B279-4D5855AE461D}" type="pres">
      <dgm:prSet presAssocID="{113843D3-595B-4F41-BE22-4E7182DD9010}" presName="spacer" presStyleCnt="0"/>
      <dgm:spPr/>
    </dgm:pt>
    <dgm:pt modelId="{BA55904B-0683-41B3-987A-835C03DC9E82}" type="pres">
      <dgm:prSet presAssocID="{506F6FCB-20C6-4C67-A0B2-DDCA00BCEEC6}" presName="parentText" presStyleLbl="node1" presStyleIdx="1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14E736B6-0360-4D25-A17C-0C2D863BE85F}" type="pres">
      <dgm:prSet presAssocID="{1677A399-1BFF-46EC-AD1F-9357382AA299}" presName="spacer" presStyleCnt="0"/>
      <dgm:spPr/>
    </dgm:pt>
    <dgm:pt modelId="{34A0BD77-0A52-40F7-A94E-168DF3821B1B}" type="pres">
      <dgm:prSet presAssocID="{976F9830-4974-4B9F-BE28-372D18EB20AF}" presName="parentText" presStyleLbl="node1" presStyleIdx="2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02A24DA0-7962-4A3C-AC0B-DF886050D0ED}" type="pres">
      <dgm:prSet presAssocID="{1A783D09-38BA-412C-8BBE-B9DCBCD035CF}" presName="spacer" presStyleCnt="0"/>
      <dgm:spPr/>
    </dgm:pt>
    <dgm:pt modelId="{83EE1BCE-71CF-4DC1-8F97-081BA6428AA2}" type="pres">
      <dgm:prSet presAssocID="{E5AF9986-4214-48A5-B132-8173A75B0D66}" presName="parentText" presStyleLbl="node1" presStyleIdx="3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89B49EBD-EA9C-4349-82B3-F151BB8CD8D3}" type="pres">
      <dgm:prSet presAssocID="{7CF0750C-35EB-443F-B919-BF8933A981FB}" presName="spacer" presStyleCnt="0"/>
      <dgm:spPr/>
    </dgm:pt>
    <dgm:pt modelId="{39342662-6D56-45A4-B799-AA776E98684F}" type="pres">
      <dgm:prSet presAssocID="{AD28C52E-0D2D-450D-A1CF-27D423605459}" presName="parentText" presStyleLbl="node1" presStyleIdx="4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38E285C3-EECA-432F-A5D7-FF9A17562365}" type="pres">
      <dgm:prSet presAssocID="{EDD75D17-76EA-4786-BB3D-BDB7346536BA}" presName="spacer" presStyleCnt="0"/>
      <dgm:spPr/>
    </dgm:pt>
    <dgm:pt modelId="{10E1BFF9-DB7D-4784-8391-8E70B2EE977C}" type="pres">
      <dgm:prSet presAssocID="{D943AF9D-7829-4FC4-8EAF-E838F43A1386}" presName="parentText" presStyleLbl="node1" presStyleIdx="5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th-TH"/>
        </a:p>
      </dgm:t>
    </dgm:pt>
  </dgm:ptLst>
  <dgm:cxnLst>
    <dgm:cxn modelId="{203BE4DB-7E8C-4E71-A3FA-BCAC26975E04}" srcId="{FA1F982B-463D-44AD-92C4-D335C6F2873B}" destId="{D943AF9D-7829-4FC4-8EAF-E838F43A1386}" srcOrd="5" destOrd="0" parTransId="{EA57504F-6775-4CA0-9C8F-F71D81A0B34F}" sibTransId="{3BCEBB84-C68C-47E8-BD35-D0193106F679}"/>
    <dgm:cxn modelId="{B28038A6-AFE4-420D-9BD5-AF23A551DA22}" srcId="{FA1F982B-463D-44AD-92C4-D335C6F2873B}" destId="{6E32B719-A67F-4677-92BE-FC4322CC2BFC}" srcOrd="0" destOrd="0" parTransId="{445665D8-641A-406D-B69D-B67768BE9E62}" sibTransId="{113843D3-595B-4F41-BE22-4E7182DD9010}"/>
    <dgm:cxn modelId="{1083A211-17AF-46D3-B8B6-3B052CF423F9}" type="presOf" srcId="{506F6FCB-20C6-4C67-A0B2-DDCA00BCEEC6}" destId="{BA55904B-0683-41B3-987A-835C03DC9E82}" srcOrd="0" destOrd="0" presId="urn:microsoft.com/office/officeart/2005/8/layout/vList2"/>
    <dgm:cxn modelId="{51331135-9E72-454E-AF40-AF9B350D7030}" type="presOf" srcId="{976F9830-4974-4B9F-BE28-372D18EB20AF}" destId="{34A0BD77-0A52-40F7-A94E-168DF3821B1B}" srcOrd="0" destOrd="0" presId="urn:microsoft.com/office/officeart/2005/8/layout/vList2"/>
    <dgm:cxn modelId="{A485AD66-02FC-42E3-B2FD-D61038C976B7}" srcId="{FA1F982B-463D-44AD-92C4-D335C6F2873B}" destId="{AD28C52E-0D2D-450D-A1CF-27D423605459}" srcOrd="4" destOrd="0" parTransId="{84EDB69C-048A-474C-81DF-EC13FA873473}" sibTransId="{EDD75D17-76EA-4786-BB3D-BDB7346536BA}"/>
    <dgm:cxn modelId="{69EFF4D3-B319-4EFA-9655-E79A75EE7077}" srcId="{FA1F982B-463D-44AD-92C4-D335C6F2873B}" destId="{E5AF9986-4214-48A5-B132-8173A75B0D66}" srcOrd="3" destOrd="0" parTransId="{FEEDE83B-FB32-47D8-8115-A42402F8C73B}" sibTransId="{7CF0750C-35EB-443F-B919-BF8933A981FB}"/>
    <dgm:cxn modelId="{D82E5E9F-CC9F-4DCC-B48B-D9AE23A1B1F6}" type="presOf" srcId="{D943AF9D-7829-4FC4-8EAF-E838F43A1386}" destId="{10E1BFF9-DB7D-4784-8391-8E70B2EE977C}" srcOrd="0" destOrd="0" presId="urn:microsoft.com/office/officeart/2005/8/layout/vList2"/>
    <dgm:cxn modelId="{1DDCCAA2-E821-45B6-BEC3-80B6D79FA978}" srcId="{FA1F982B-463D-44AD-92C4-D335C6F2873B}" destId="{976F9830-4974-4B9F-BE28-372D18EB20AF}" srcOrd="2" destOrd="0" parTransId="{04C91C87-1F3E-4570-BD2E-52F0BDA00B44}" sibTransId="{1A783D09-38BA-412C-8BBE-B9DCBCD035CF}"/>
    <dgm:cxn modelId="{B11ACA3E-F5C8-4CF5-831A-028188363F4B}" type="presOf" srcId="{E5AF9986-4214-48A5-B132-8173A75B0D66}" destId="{83EE1BCE-71CF-4DC1-8F97-081BA6428AA2}" srcOrd="0" destOrd="0" presId="urn:microsoft.com/office/officeart/2005/8/layout/vList2"/>
    <dgm:cxn modelId="{36DFC8B7-F323-4421-9949-9643374905B6}" type="presOf" srcId="{6E32B719-A67F-4677-92BE-FC4322CC2BFC}" destId="{7562CC5B-FB3F-4F75-BEBF-42119BEAA11D}" srcOrd="0" destOrd="0" presId="urn:microsoft.com/office/officeart/2005/8/layout/vList2"/>
    <dgm:cxn modelId="{393B35E7-6782-4ADB-962E-695EDDFE335D}" type="presOf" srcId="{AD28C52E-0D2D-450D-A1CF-27D423605459}" destId="{39342662-6D56-45A4-B799-AA776E98684F}" srcOrd="0" destOrd="0" presId="urn:microsoft.com/office/officeart/2005/8/layout/vList2"/>
    <dgm:cxn modelId="{667FAA82-C268-483E-914B-07E10837D8FD}" srcId="{FA1F982B-463D-44AD-92C4-D335C6F2873B}" destId="{506F6FCB-20C6-4C67-A0B2-DDCA00BCEEC6}" srcOrd="1" destOrd="0" parTransId="{A9E6B45D-8F6F-4F3E-9301-1E5712B40BFB}" sibTransId="{1677A399-1BFF-46EC-AD1F-9357382AA299}"/>
    <dgm:cxn modelId="{D7398A2F-D528-4337-A8ED-5E91637440A9}" type="presOf" srcId="{FA1F982B-463D-44AD-92C4-D335C6F2873B}" destId="{98C137E5-6303-4188-910D-45FD8B504F4D}" srcOrd="0" destOrd="0" presId="urn:microsoft.com/office/officeart/2005/8/layout/vList2"/>
    <dgm:cxn modelId="{0B0A5EBB-5DC8-4B35-A6DF-523240CE64C6}" type="presParOf" srcId="{98C137E5-6303-4188-910D-45FD8B504F4D}" destId="{7562CC5B-FB3F-4F75-BEBF-42119BEAA11D}" srcOrd="0" destOrd="0" presId="urn:microsoft.com/office/officeart/2005/8/layout/vList2"/>
    <dgm:cxn modelId="{96BFA3D9-3FE9-403C-BF07-13B7939BD2AE}" type="presParOf" srcId="{98C137E5-6303-4188-910D-45FD8B504F4D}" destId="{25F9F04F-2091-428B-B279-4D5855AE461D}" srcOrd="1" destOrd="0" presId="urn:microsoft.com/office/officeart/2005/8/layout/vList2"/>
    <dgm:cxn modelId="{2AD0DCBC-F14D-4F66-A875-C01C873493E7}" type="presParOf" srcId="{98C137E5-6303-4188-910D-45FD8B504F4D}" destId="{BA55904B-0683-41B3-987A-835C03DC9E82}" srcOrd="2" destOrd="0" presId="urn:microsoft.com/office/officeart/2005/8/layout/vList2"/>
    <dgm:cxn modelId="{25AD6682-440E-41CB-86C4-7A41077C4B94}" type="presParOf" srcId="{98C137E5-6303-4188-910D-45FD8B504F4D}" destId="{14E736B6-0360-4D25-A17C-0C2D863BE85F}" srcOrd="3" destOrd="0" presId="urn:microsoft.com/office/officeart/2005/8/layout/vList2"/>
    <dgm:cxn modelId="{28DC5B96-8120-46FE-8C23-C82585DBD88B}" type="presParOf" srcId="{98C137E5-6303-4188-910D-45FD8B504F4D}" destId="{34A0BD77-0A52-40F7-A94E-168DF3821B1B}" srcOrd="4" destOrd="0" presId="urn:microsoft.com/office/officeart/2005/8/layout/vList2"/>
    <dgm:cxn modelId="{6EB68067-4E8F-4EA4-824D-5A4704D28548}" type="presParOf" srcId="{98C137E5-6303-4188-910D-45FD8B504F4D}" destId="{02A24DA0-7962-4A3C-AC0B-DF886050D0ED}" srcOrd="5" destOrd="0" presId="urn:microsoft.com/office/officeart/2005/8/layout/vList2"/>
    <dgm:cxn modelId="{44276E84-7322-4EEF-A52E-457B412C01B2}" type="presParOf" srcId="{98C137E5-6303-4188-910D-45FD8B504F4D}" destId="{83EE1BCE-71CF-4DC1-8F97-081BA6428AA2}" srcOrd="6" destOrd="0" presId="urn:microsoft.com/office/officeart/2005/8/layout/vList2"/>
    <dgm:cxn modelId="{B047904D-0E45-4CA4-A155-7856AE06F4A6}" type="presParOf" srcId="{98C137E5-6303-4188-910D-45FD8B504F4D}" destId="{89B49EBD-EA9C-4349-82B3-F151BB8CD8D3}" srcOrd="7" destOrd="0" presId="urn:microsoft.com/office/officeart/2005/8/layout/vList2"/>
    <dgm:cxn modelId="{1ECD6EB3-AD12-486E-818E-FE26CCBDB748}" type="presParOf" srcId="{98C137E5-6303-4188-910D-45FD8B504F4D}" destId="{39342662-6D56-45A4-B799-AA776E98684F}" srcOrd="8" destOrd="0" presId="urn:microsoft.com/office/officeart/2005/8/layout/vList2"/>
    <dgm:cxn modelId="{1A6D084F-D10F-4EC9-993C-C90E6BA39C30}" type="presParOf" srcId="{98C137E5-6303-4188-910D-45FD8B504F4D}" destId="{38E285C3-EECA-432F-A5D7-FF9A17562365}" srcOrd="9" destOrd="0" presId="urn:microsoft.com/office/officeart/2005/8/layout/vList2"/>
    <dgm:cxn modelId="{F12E6A57-2948-4245-A5C4-6D5F7FDFF79F}" type="presParOf" srcId="{98C137E5-6303-4188-910D-45FD8B504F4D}" destId="{10E1BFF9-DB7D-4784-8391-8E70B2EE977C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86D23F1B-647F-45A1-9A95-0B33CCA95CDE}" type="doc">
      <dgm:prSet loTypeId="urn:microsoft.com/office/officeart/2011/layout/TabList" loCatId="list" qsTypeId="urn:microsoft.com/office/officeart/2005/8/quickstyle/simple1#5" qsCatId="simple" csTypeId="urn:microsoft.com/office/officeart/2005/8/colors/colorful4#1" csCatId="colorful" phldr="1"/>
      <dgm:spPr/>
      <dgm:t>
        <a:bodyPr/>
        <a:lstStyle/>
        <a:p>
          <a:endParaRPr lang="th-TH"/>
        </a:p>
      </dgm:t>
    </dgm:pt>
    <dgm:pt modelId="{F6773C4F-14EB-41C5-8D4E-546E2C7EFED3}">
      <dgm:prSet phldrT="[Text]" phldr="0"/>
      <dgm:spPr/>
      <dgm:t>
        <a:bodyPr/>
        <a:lstStyle/>
        <a:p>
          <a:r>
            <a:rPr lang="en-US" dirty="0" err="1"/>
            <a:t>GetAll</a:t>
          </a:r>
          <a:endParaRPr lang="th-TH" dirty="0"/>
        </a:p>
      </dgm:t>
    </dgm:pt>
    <dgm:pt modelId="{C22C5E91-779D-4B47-8E17-920A38D5775F}" type="parTrans" cxnId="{C3284587-5A87-4D6C-8E24-5842A318179D}">
      <dgm:prSet/>
      <dgm:spPr/>
      <dgm:t>
        <a:bodyPr/>
        <a:lstStyle/>
        <a:p>
          <a:endParaRPr lang="th-TH"/>
        </a:p>
      </dgm:t>
    </dgm:pt>
    <dgm:pt modelId="{069F67CA-D17B-4BD2-A585-6AD04B70E556}" type="sibTrans" cxnId="{C3284587-5A87-4D6C-8E24-5842A318179D}">
      <dgm:prSet/>
      <dgm:spPr/>
      <dgm:t>
        <a:bodyPr/>
        <a:lstStyle/>
        <a:p>
          <a:endParaRPr lang="th-TH"/>
        </a:p>
      </dgm:t>
    </dgm:pt>
    <dgm:pt modelId="{EE5B1365-29C5-4F37-AE6B-59090C02F09D}">
      <dgm:prSet phldrT="[Text]" phldr="0"/>
      <dgm:spPr/>
      <dgm:t>
        <a:bodyPr/>
        <a:lstStyle/>
        <a:p>
          <a:r>
            <a:rPr lang="en-US" dirty="0" err="1"/>
            <a:t>GetById</a:t>
          </a:r>
          <a:endParaRPr lang="th-TH" dirty="0"/>
        </a:p>
      </dgm:t>
    </dgm:pt>
    <dgm:pt modelId="{42A14469-2669-4BB6-B2CD-491F1E71A77F}" type="parTrans" cxnId="{60D7FD7E-5F6E-45C3-A45D-B965D5D8A5CF}">
      <dgm:prSet/>
      <dgm:spPr/>
      <dgm:t>
        <a:bodyPr/>
        <a:lstStyle/>
        <a:p>
          <a:endParaRPr lang="th-TH"/>
        </a:p>
      </dgm:t>
    </dgm:pt>
    <dgm:pt modelId="{8A1CBE52-EC5C-4B5F-9090-69BE838DCB5D}" type="sibTrans" cxnId="{60D7FD7E-5F6E-45C3-A45D-B965D5D8A5CF}">
      <dgm:prSet/>
      <dgm:spPr/>
      <dgm:t>
        <a:bodyPr/>
        <a:lstStyle/>
        <a:p>
          <a:endParaRPr lang="th-TH"/>
        </a:p>
      </dgm:t>
    </dgm:pt>
    <dgm:pt modelId="{E465FAB0-BC75-4822-9EE4-69184AD70CB4}">
      <dgm:prSet phldrT="[Text]" phldr="0"/>
      <dgm:spPr/>
      <dgm:t>
        <a:bodyPr/>
        <a:lstStyle/>
        <a:p>
          <a:r>
            <a:rPr lang="en-US" dirty="0"/>
            <a:t>Insert</a:t>
          </a:r>
          <a:endParaRPr lang="th-TH" dirty="0"/>
        </a:p>
      </dgm:t>
    </dgm:pt>
    <dgm:pt modelId="{2D45EFEA-DB0A-4F71-8E73-642C9DD7DE70}" type="parTrans" cxnId="{A4291550-1EF4-43D1-86EB-0AF894CE5145}">
      <dgm:prSet/>
      <dgm:spPr/>
      <dgm:t>
        <a:bodyPr/>
        <a:lstStyle/>
        <a:p>
          <a:endParaRPr lang="th-TH"/>
        </a:p>
      </dgm:t>
    </dgm:pt>
    <dgm:pt modelId="{139761C3-26B6-43AD-9CBA-DB4131D3A509}" type="sibTrans" cxnId="{A4291550-1EF4-43D1-86EB-0AF894CE5145}">
      <dgm:prSet/>
      <dgm:spPr/>
      <dgm:t>
        <a:bodyPr/>
        <a:lstStyle/>
        <a:p>
          <a:endParaRPr lang="th-TH"/>
        </a:p>
      </dgm:t>
    </dgm:pt>
    <dgm:pt modelId="{7105201C-BF1A-4A62-8861-3F0C34FFC05B}">
      <dgm:prSet phldrT="[Text]" phldr="0"/>
      <dgm:spPr/>
      <dgm:t>
        <a:bodyPr/>
        <a:lstStyle/>
        <a:p>
          <a:r>
            <a:rPr lang="en-US" dirty="0"/>
            <a:t>Update</a:t>
          </a:r>
          <a:endParaRPr lang="th-TH" dirty="0"/>
        </a:p>
      </dgm:t>
    </dgm:pt>
    <dgm:pt modelId="{38097302-0F6F-4BEB-8632-69DFFF1F2832}" type="parTrans" cxnId="{5D7B26F1-611A-427E-95AB-2BBF4250B4CD}">
      <dgm:prSet/>
      <dgm:spPr/>
      <dgm:t>
        <a:bodyPr/>
        <a:lstStyle/>
        <a:p>
          <a:endParaRPr lang="th-TH"/>
        </a:p>
      </dgm:t>
    </dgm:pt>
    <dgm:pt modelId="{D656F257-AAD9-4187-91CA-9BD3A33F3308}" type="sibTrans" cxnId="{5D7B26F1-611A-427E-95AB-2BBF4250B4CD}">
      <dgm:prSet/>
      <dgm:spPr/>
      <dgm:t>
        <a:bodyPr/>
        <a:lstStyle/>
        <a:p>
          <a:endParaRPr lang="th-TH"/>
        </a:p>
      </dgm:t>
    </dgm:pt>
    <dgm:pt modelId="{8D117064-2D6C-48FD-8620-34860778B876}">
      <dgm:prSet phldrT="[Text]" phldr="0"/>
      <dgm:spPr/>
      <dgm:t>
        <a:bodyPr/>
        <a:lstStyle/>
        <a:p>
          <a:r>
            <a:rPr lang="en-US" dirty="0"/>
            <a:t>Delete</a:t>
          </a:r>
          <a:endParaRPr lang="th-TH" dirty="0"/>
        </a:p>
      </dgm:t>
    </dgm:pt>
    <dgm:pt modelId="{50119C70-78B8-4DC8-847A-376C81D02415}" type="parTrans" cxnId="{6518374D-FD88-4390-8EF8-A6E9A425AC19}">
      <dgm:prSet/>
      <dgm:spPr/>
      <dgm:t>
        <a:bodyPr/>
        <a:lstStyle/>
        <a:p>
          <a:endParaRPr lang="th-TH"/>
        </a:p>
      </dgm:t>
    </dgm:pt>
    <dgm:pt modelId="{679FB66E-F00C-4DD9-9920-E620BA41D0EE}" type="sibTrans" cxnId="{6518374D-FD88-4390-8EF8-A6E9A425AC19}">
      <dgm:prSet/>
      <dgm:spPr/>
      <dgm:t>
        <a:bodyPr/>
        <a:lstStyle/>
        <a:p>
          <a:endParaRPr lang="th-TH"/>
        </a:p>
      </dgm:t>
    </dgm:pt>
    <dgm:pt modelId="{F3318FF2-FF92-400A-A98F-A79D776443C1}">
      <dgm:prSet phldrT="[Text]" phldr="0"/>
      <dgm:spPr/>
      <dgm:t>
        <a:bodyPr/>
        <a:lstStyle/>
        <a:p>
          <a:r>
            <a:rPr lang="en-US" dirty="0"/>
            <a:t>Search</a:t>
          </a:r>
          <a:endParaRPr lang="th-TH" dirty="0"/>
        </a:p>
      </dgm:t>
    </dgm:pt>
    <dgm:pt modelId="{BA86FEFF-EAF7-4EDC-B7EC-C2AF75FA3A7C}" type="parTrans" cxnId="{5833D673-45FF-4D2C-875E-F18FE935A050}">
      <dgm:prSet/>
      <dgm:spPr/>
      <dgm:t>
        <a:bodyPr/>
        <a:lstStyle/>
        <a:p>
          <a:endParaRPr lang="th-TH"/>
        </a:p>
      </dgm:t>
    </dgm:pt>
    <dgm:pt modelId="{EEF6441D-2E0D-474D-A1F5-41462863A3F2}" type="sibTrans" cxnId="{5833D673-45FF-4D2C-875E-F18FE935A050}">
      <dgm:prSet/>
      <dgm:spPr/>
      <dgm:t>
        <a:bodyPr/>
        <a:lstStyle/>
        <a:p>
          <a:endParaRPr lang="th-TH"/>
        </a:p>
      </dgm:t>
    </dgm:pt>
    <dgm:pt modelId="{A3B15CAC-2FE4-4E4E-A831-ECD4140E233E}">
      <dgm:prSet phldrT="[Text]" phldr="0"/>
      <dgm:spPr/>
      <dgm:t>
        <a:bodyPr/>
        <a:lstStyle/>
        <a:p>
          <a:r>
            <a:rPr lang="en-US"/>
            <a:t>GET /api/users</a:t>
          </a:r>
          <a:endParaRPr lang="th-TH" dirty="0"/>
        </a:p>
      </dgm:t>
    </dgm:pt>
    <dgm:pt modelId="{918F267C-72CF-4A43-8C9F-B2548A08374B}" type="parTrans" cxnId="{111A882E-27DB-4727-955D-90E7E036BB54}">
      <dgm:prSet/>
      <dgm:spPr/>
      <dgm:t>
        <a:bodyPr/>
        <a:lstStyle/>
        <a:p>
          <a:endParaRPr lang="th-TH"/>
        </a:p>
      </dgm:t>
    </dgm:pt>
    <dgm:pt modelId="{8F7EDEA5-E315-4B72-A2A9-642E567EBB18}" type="sibTrans" cxnId="{111A882E-27DB-4727-955D-90E7E036BB54}">
      <dgm:prSet/>
      <dgm:spPr/>
      <dgm:t>
        <a:bodyPr/>
        <a:lstStyle/>
        <a:p>
          <a:endParaRPr lang="th-TH"/>
        </a:p>
      </dgm:t>
    </dgm:pt>
    <dgm:pt modelId="{2C420212-29D7-45DD-B466-F6253386C6BE}">
      <dgm:prSet phldrT="[Text]" phldr="0"/>
      <dgm:spPr/>
      <dgm:t>
        <a:bodyPr/>
        <a:lstStyle/>
        <a:p>
          <a:r>
            <a:rPr lang="en-US" dirty="0"/>
            <a:t>GET /</a:t>
          </a:r>
          <a:r>
            <a:rPr lang="en-US" dirty="0" err="1"/>
            <a:t>api</a:t>
          </a:r>
          <a:r>
            <a:rPr lang="en-US" dirty="0"/>
            <a:t>/users/:id</a:t>
          </a:r>
          <a:endParaRPr lang="th-TH" dirty="0"/>
        </a:p>
      </dgm:t>
    </dgm:pt>
    <dgm:pt modelId="{7CDF55B6-2C30-4D37-AEBE-E38AB7C3F80B}" type="parTrans" cxnId="{42E37D9A-A1EE-4469-8764-94BE37371A2C}">
      <dgm:prSet/>
      <dgm:spPr/>
      <dgm:t>
        <a:bodyPr/>
        <a:lstStyle/>
        <a:p>
          <a:endParaRPr lang="th-TH"/>
        </a:p>
      </dgm:t>
    </dgm:pt>
    <dgm:pt modelId="{B5D10D63-944C-4F27-AAD6-78E9D51D0210}" type="sibTrans" cxnId="{42E37D9A-A1EE-4469-8764-94BE37371A2C}">
      <dgm:prSet/>
      <dgm:spPr/>
      <dgm:t>
        <a:bodyPr/>
        <a:lstStyle/>
        <a:p>
          <a:endParaRPr lang="th-TH"/>
        </a:p>
      </dgm:t>
    </dgm:pt>
    <dgm:pt modelId="{192CA7F2-DC2C-44D0-9582-C04AE74A29EA}">
      <dgm:prSet phldrT="[Text]" phldr="0"/>
      <dgm:spPr/>
      <dgm:t>
        <a:bodyPr/>
        <a:lstStyle/>
        <a:p>
          <a:r>
            <a:rPr lang="en-US" dirty="0"/>
            <a:t>POST /</a:t>
          </a:r>
          <a:r>
            <a:rPr lang="en-US" dirty="0" err="1"/>
            <a:t>api</a:t>
          </a:r>
          <a:r>
            <a:rPr lang="en-US" dirty="0"/>
            <a:t>/users</a:t>
          </a:r>
          <a:endParaRPr lang="th-TH" dirty="0"/>
        </a:p>
      </dgm:t>
    </dgm:pt>
    <dgm:pt modelId="{EEAB90B0-543D-43EA-80FB-70D8BA978038}" type="parTrans" cxnId="{9CBE3337-846F-46A2-9039-143BC9E436C6}">
      <dgm:prSet/>
      <dgm:spPr/>
      <dgm:t>
        <a:bodyPr/>
        <a:lstStyle/>
        <a:p>
          <a:endParaRPr lang="th-TH"/>
        </a:p>
      </dgm:t>
    </dgm:pt>
    <dgm:pt modelId="{EC00C432-BB80-4A59-9E16-DCE1A8F9FD1D}" type="sibTrans" cxnId="{9CBE3337-846F-46A2-9039-143BC9E436C6}">
      <dgm:prSet/>
      <dgm:spPr/>
      <dgm:t>
        <a:bodyPr/>
        <a:lstStyle/>
        <a:p>
          <a:endParaRPr lang="th-TH"/>
        </a:p>
      </dgm:t>
    </dgm:pt>
    <dgm:pt modelId="{34619164-5544-4A7F-BFC4-3B5B4D38CF11}">
      <dgm:prSet phldrT="[Text]" phldr="0"/>
      <dgm:spPr/>
      <dgm:t>
        <a:bodyPr/>
        <a:lstStyle/>
        <a:p>
          <a:r>
            <a:rPr lang="en-US"/>
            <a:t>PUT /api/users/:id</a:t>
          </a:r>
          <a:endParaRPr lang="th-TH" dirty="0"/>
        </a:p>
      </dgm:t>
    </dgm:pt>
    <dgm:pt modelId="{08413FD9-1024-4A01-866F-5F37B01EE180}" type="parTrans" cxnId="{C1EAD9A2-C7BA-4EA6-B33B-1A985F496E7C}">
      <dgm:prSet/>
      <dgm:spPr/>
      <dgm:t>
        <a:bodyPr/>
        <a:lstStyle/>
        <a:p>
          <a:endParaRPr lang="th-TH"/>
        </a:p>
      </dgm:t>
    </dgm:pt>
    <dgm:pt modelId="{93E16C28-01BA-41BD-8CC8-42B0BFC485F2}" type="sibTrans" cxnId="{C1EAD9A2-C7BA-4EA6-B33B-1A985F496E7C}">
      <dgm:prSet/>
      <dgm:spPr/>
      <dgm:t>
        <a:bodyPr/>
        <a:lstStyle/>
        <a:p>
          <a:endParaRPr lang="th-TH"/>
        </a:p>
      </dgm:t>
    </dgm:pt>
    <dgm:pt modelId="{6FECA590-7BCD-46B1-A8AB-DB0970876C7D}">
      <dgm:prSet phldrT="[Text]" phldr="0"/>
      <dgm:spPr/>
      <dgm:t>
        <a:bodyPr/>
        <a:lstStyle/>
        <a:p>
          <a:r>
            <a:rPr lang="en-US"/>
            <a:t>DELETE /api/users/:id</a:t>
          </a:r>
          <a:endParaRPr lang="th-TH" dirty="0"/>
        </a:p>
      </dgm:t>
    </dgm:pt>
    <dgm:pt modelId="{47043EBC-DD4C-4F51-91DD-1548FFA7AE3F}" type="parTrans" cxnId="{EB3D6BA6-E8A4-48F8-87DB-C3F2E4AE8F2F}">
      <dgm:prSet/>
      <dgm:spPr/>
      <dgm:t>
        <a:bodyPr/>
        <a:lstStyle/>
        <a:p>
          <a:endParaRPr lang="th-TH"/>
        </a:p>
      </dgm:t>
    </dgm:pt>
    <dgm:pt modelId="{DF1D19CE-4445-47AE-A3A9-CAEAB397EAC6}" type="sibTrans" cxnId="{EB3D6BA6-E8A4-48F8-87DB-C3F2E4AE8F2F}">
      <dgm:prSet/>
      <dgm:spPr/>
      <dgm:t>
        <a:bodyPr/>
        <a:lstStyle/>
        <a:p>
          <a:endParaRPr lang="th-TH"/>
        </a:p>
      </dgm:t>
    </dgm:pt>
    <dgm:pt modelId="{AC52863A-1D0C-4451-A74C-32EE621C00FD}">
      <dgm:prSet phldrT="[Text]" phldr="0"/>
      <dgm:spPr/>
      <dgm:t>
        <a:bodyPr/>
        <a:lstStyle/>
        <a:p>
          <a:r>
            <a:rPr lang="en-US"/>
            <a:t>GET /api/users/search?keyword=key</a:t>
          </a:r>
          <a:endParaRPr lang="th-TH" dirty="0"/>
        </a:p>
      </dgm:t>
    </dgm:pt>
    <dgm:pt modelId="{639E04A0-0B59-44F7-911C-E00A925953B1}" type="parTrans" cxnId="{56A06274-EF3F-4284-A3C5-515D7D1C9A64}">
      <dgm:prSet/>
      <dgm:spPr/>
      <dgm:t>
        <a:bodyPr/>
        <a:lstStyle/>
        <a:p>
          <a:endParaRPr lang="th-TH"/>
        </a:p>
      </dgm:t>
    </dgm:pt>
    <dgm:pt modelId="{5436CEA2-C510-4E7F-98DE-AEC29DEE64DB}" type="sibTrans" cxnId="{56A06274-EF3F-4284-A3C5-515D7D1C9A64}">
      <dgm:prSet/>
      <dgm:spPr/>
      <dgm:t>
        <a:bodyPr/>
        <a:lstStyle/>
        <a:p>
          <a:endParaRPr lang="th-TH"/>
        </a:p>
      </dgm:t>
    </dgm:pt>
    <dgm:pt modelId="{8A2DB28D-5272-4B80-8D2B-88C422E3207A}" type="pres">
      <dgm:prSet presAssocID="{86D23F1B-647F-45A1-9A95-0B33CCA95CDE}" presName="Name0" presStyleCnt="0">
        <dgm:presLayoutVars>
          <dgm:chMax/>
          <dgm:chPref val="3"/>
          <dgm:dir/>
          <dgm:animOne val="branch"/>
          <dgm:animLvl val="lvl"/>
        </dgm:presLayoutVars>
      </dgm:prSet>
      <dgm:spPr/>
      <dgm:t>
        <a:bodyPr/>
        <a:lstStyle/>
        <a:p>
          <a:endParaRPr lang="th-TH"/>
        </a:p>
      </dgm:t>
    </dgm:pt>
    <dgm:pt modelId="{39E83DA4-F066-4E9A-AC0C-BB74431C227A}" type="pres">
      <dgm:prSet presAssocID="{F6773C4F-14EB-41C5-8D4E-546E2C7EFED3}" presName="composite" presStyleCnt="0"/>
      <dgm:spPr/>
    </dgm:pt>
    <dgm:pt modelId="{B84877DD-CD42-47E8-8439-ED743875DC3D}" type="pres">
      <dgm:prSet presAssocID="{F6773C4F-14EB-41C5-8D4E-546E2C7EFED3}" presName="FirstChild" presStyleLbl="revTx" presStyleIdx="0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981C4678-431D-44DB-BC15-91B810396CF4}" type="pres">
      <dgm:prSet presAssocID="{F6773C4F-14EB-41C5-8D4E-546E2C7EFED3}" presName="Parent" presStyleLbl="alignNode1" presStyleIdx="0" presStyleCnt="6">
        <dgm:presLayoutVars>
          <dgm:chMax val="3"/>
          <dgm:chPref val="3"/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A7DD4271-39EC-4A49-8E98-D679EAFC7077}" type="pres">
      <dgm:prSet presAssocID="{F6773C4F-14EB-41C5-8D4E-546E2C7EFED3}" presName="Accent" presStyleLbl="parChTrans1D1" presStyleIdx="0" presStyleCnt="6"/>
      <dgm:spPr/>
    </dgm:pt>
    <dgm:pt modelId="{38000318-42A9-4780-806B-FD6B21E0C2F5}" type="pres">
      <dgm:prSet presAssocID="{069F67CA-D17B-4BD2-A585-6AD04B70E556}" presName="sibTrans" presStyleCnt="0"/>
      <dgm:spPr/>
    </dgm:pt>
    <dgm:pt modelId="{1CBA5BC5-1C94-430C-8A79-7DAEAFE11A94}" type="pres">
      <dgm:prSet presAssocID="{EE5B1365-29C5-4F37-AE6B-59090C02F09D}" presName="composite" presStyleCnt="0"/>
      <dgm:spPr/>
    </dgm:pt>
    <dgm:pt modelId="{D8396105-BA05-495D-835B-4740EC039E78}" type="pres">
      <dgm:prSet presAssocID="{EE5B1365-29C5-4F37-AE6B-59090C02F09D}" presName="FirstChild" presStyleLbl="revTx" presStyleIdx="1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F60BFEAA-44EC-41D3-8D0E-E3FA610AE3B6}" type="pres">
      <dgm:prSet presAssocID="{EE5B1365-29C5-4F37-AE6B-59090C02F09D}" presName="Parent" presStyleLbl="alignNode1" presStyleIdx="1" presStyleCnt="6">
        <dgm:presLayoutVars>
          <dgm:chMax val="3"/>
          <dgm:chPref val="3"/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EEFB92C7-0226-49B1-B2BC-8203CD40D8D2}" type="pres">
      <dgm:prSet presAssocID="{EE5B1365-29C5-4F37-AE6B-59090C02F09D}" presName="Accent" presStyleLbl="parChTrans1D1" presStyleIdx="1" presStyleCnt="6"/>
      <dgm:spPr/>
    </dgm:pt>
    <dgm:pt modelId="{6D507941-F978-499E-B330-D02620074431}" type="pres">
      <dgm:prSet presAssocID="{8A1CBE52-EC5C-4B5F-9090-69BE838DCB5D}" presName="sibTrans" presStyleCnt="0"/>
      <dgm:spPr/>
    </dgm:pt>
    <dgm:pt modelId="{A1579B40-2B18-4E7B-BFC6-285BE03EF27A}" type="pres">
      <dgm:prSet presAssocID="{E465FAB0-BC75-4822-9EE4-69184AD70CB4}" presName="composite" presStyleCnt="0"/>
      <dgm:spPr/>
    </dgm:pt>
    <dgm:pt modelId="{4AA0BA15-B82D-4BEA-BC01-F00F600B0C1B}" type="pres">
      <dgm:prSet presAssocID="{E465FAB0-BC75-4822-9EE4-69184AD70CB4}" presName="FirstChild" presStyleLbl="revTx" presStyleIdx="2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9B8F6573-0157-4D6F-83EC-EDCDBC6265D2}" type="pres">
      <dgm:prSet presAssocID="{E465FAB0-BC75-4822-9EE4-69184AD70CB4}" presName="Parent" presStyleLbl="alignNode1" presStyleIdx="2" presStyleCnt="6">
        <dgm:presLayoutVars>
          <dgm:chMax val="3"/>
          <dgm:chPref val="3"/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26C51C97-39C6-48D7-ADFE-2C3791EAC548}" type="pres">
      <dgm:prSet presAssocID="{E465FAB0-BC75-4822-9EE4-69184AD70CB4}" presName="Accent" presStyleLbl="parChTrans1D1" presStyleIdx="2" presStyleCnt="6"/>
      <dgm:spPr/>
    </dgm:pt>
    <dgm:pt modelId="{4917996F-5843-4029-92F3-D520C8D1D901}" type="pres">
      <dgm:prSet presAssocID="{139761C3-26B6-43AD-9CBA-DB4131D3A509}" presName="sibTrans" presStyleCnt="0"/>
      <dgm:spPr/>
    </dgm:pt>
    <dgm:pt modelId="{811FD260-A48E-4FBE-842F-1694C09DF86E}" type="pres">
      <dgm:prSet presAssocID="{7105201C-BF1A-4A62-8861-3F0C34FFC05B}" presName="composite" presStyleCnt="0"/>
      <dgm:spPr/>
    </dgm:pt>
    <dgm:pt modelId="{D5707B2B-F7CD-45F5-8885-2B64FCE28B4F}" type="pres">
      <dgm:prSet presAssocID="{7105201C-BF1A-4A62-8861-3F0C34FFC05B}" presName="FirstChild" presStyleLbl="revTx" presStyleIdx="3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6F801CDC-6067-4758-81B7-3CF2006585C0}" type="pres">
      <dgm:prSet presAssocID="{7105201C-BF1A-4A62-8861-3F0C34FFC05B}" presName="Parent" presStyleLbl="alignNode1" presStyleIdx="3" presStyleCnt="6">
        <dgm:presLayoutVars>
          <dgm:chMax val="3"/>
          <dgm:chPref val="3"/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DA531F22-DA2E-41D4-801F-521ED9789BD4}" type="pres">
      <dgm:prSet presAssocID="{7105201C-BF1A-4A62-8861-3F0C34FFC05B}" presName="Accent" presStyleLbl="parChTrans1D1" presStyleIdx="3" presStyleCnt="6"/>
      <dgm:spPr/>
    </dgm:pt>
    <dgm:pt modelId="{0A98F41C-8795-4D50-B4A1-5E43BB0A2151}" type="pres">
      <dgm:prSet presAssocID="{D656F257-AAD9-4187-91CA-9BD3A33F3308}" presName="sibTrans" presStyleCnt="0"/>
      <dgm:spPr/>
    </dgm:pt>
    <dgm:pt modelId="{E0F63E2A-8420-4CC9-889D-2DA6766FBF21}" type="pres">
      <dgm:prSet presAssocID="{8D117064-2D6C-48FD-8620-34860778B876}" presName="composite" presStyleCnt="0"/>
      <dgm:spPr/>
    </dgm:pt>
    <dgm:pt modelId="{AF339C25-2F50-44FE-ABC2-63031B768612}" type="pres">
      <dgm:prSet presAssocID="{8D117064-2D6C-48FD-8620-34860778B876}" presName="FirstChild" presStyleLbl="revTx" presStyleIdx="4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94A35012-C286-4BF5-BC55-BCE1560B9DF9}" type="pres">
      <dgm:prSet presAssocID="{8D117064-2D6C-48FD-8620-34860778B876}" presName="Parent" presStyleLbl="alignNode1" presStyleIdx="4" presStyleCnt="6">
        <dgm:presLayoutVars>
          <dgm:chMax val="3"/>
          <dgm:chPref val="3"/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0FA41BF0-6A89-4C79-B8BF-F65731FD3755}" type="pres">
      <dgm:prSet presAssocID="{8D117064-2D6C-48FD-8620-34860778B876}" presName="Accent" presStyleLbl="parChTrans1D1" presStyleIdx="4" presStyleCnt="6"/>
      <dgm:spPr/>
    </dgm:pt>
    <dgm:pt modelId="{7DDFECAF-62F9-4557-98A8-85E79EC8F635}" type="pres">
      <dgm:prSet presAssocID="{679FB66E-F00C-4DD9-9920-E620BA41D0EE}" presName="sibTrans" presStyleCnt="0"/>
      <dgm:spPr/>
    </dgm:pt>
    <dgm:pt modelId="{A73F225D-0C01-44BD-BD57-FA20AD868211}" type="pres">
      <dgm:prSet presAssocID="{F3318FF2-FF92-400A-A98F-A79D776443C1}" presName="composite" presStyleCnt="0"/>
      <dgm:spPr/>
    </dgm:pt>
    <dgm:pt modelId="{0B2EDEA0-8BB6-47A8-8D43-1FCBD72D99AD}" type="pres">
      <dgm:prSet presAssocID="{F3318FF2-FF92-400A-A98F-A79D776443C1}" presName="FirstChild" presStyleLbl="revTx" presStyleIdx="5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367F40D5-0870-472B-965A-667D39418BC0}" type="pres">
      <dgm:prSet presAssocID="{F3318FF2-FF92-400A-A98F-A79D776443C1}" presName="Parent" presStyleLbl="alignNode1" presStyleIdx="5" presStyleCnt="6">
        <dgm:presLayoutVars>
          <dgm:chMax val="3"/>
          <dgm:chPref val="3"/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8FBE1C42-8898-4E29-BEF7-EAD3E2262B72}" type="pres">
      <dgm:prSet presAssocID="{F3318FF2-FF92-400A-A98F-A79D776443C1}" presName="Accent" presStyleLbl="parChTrans1D1" presStyleIdx="5" presStyleCnt="6"/>
      <dgm:spPr/>
    </dgm:pt>
  </dgm:ptLst>
  <dgm:cxnLst>
    <dgm:cxn modelId="{111A882E-27DB-4727-955D-90E7E036BB54}" srcId="{F6773C4F-14EB-41C5-8D4E-546E2C7EFED3}" destId="{A3B15CAC-2FE4-4E4E-A831-ECD4140E233E}" srcOrd="0" destOrd="0" parTransId="{918F267C-72CF-4A43-8C9F-B2548A08374B}" sibTransId="{8F7EDEA5-E315-4B72-A2A9-642E567EBB18}"/>
    <dgm:cxn modelId="{6E3ED3CB-663D-4E02-8062-24AC8B889DC1}" type="presOf" srcId="{34619164-5544-4A7F-BFC4-3B5B4D38CF11}" destId="{D5707B2B-F7CD-45F5-8885-2B64FCE28B4F}" srcOrd="0" destOrd="0" presId="urn:microsoft.com/office/officeart/2011/layout/TabList"/>
    <dgm:cxn modelId="{ABBB5BF1-A96B-4F6B-94A4-62E3B7F8474E}" type="presOf" srcId="{E465FAB0-BC75-4822-9EE4-69184AD70CB4}" destId="{9B8F6573-0157-4D6F-83EC-EDCDBC6265D2}" srcOrd="0" destOrd="0" presId="urn:microsoft.com/office/officeart/2011/layout/TabList"/>
    <dgm:cxn modelId="{9B25AD50-4D2B-4C98-8A2D-D79A8411831C}" type="presOf" srcId="{7105201C-BF1A-4A62-8861-3F0C34FFC05B}" destId="{6F801CDC-6067-4758-81B7-3CF2006585C0}" srcOrd="0" destOrd="0" presId="urn:microsoft.com/office/officeart/2011/layout/TabList"/>
    <dgm:cxn modelId="{1739BD22-30DA-4051-8780-D66DBFE71146}" type="presOf" srcId="{6FECA590-7BCD-46B1-A8AB-DB0970876C7D}" destId="{AF339C25-2F50-44FE-ABC2-63031B768612}" srcOrd="0" destOrd="0" presId="urn:microsoft.com/office/officeart/2011/layout/TabList"/>
    <dgm:cxn modelId="{C1EAD9A2-C7BA-4EA6-B33B-1A985F496E7C}" srcId="{7105201C-BF1A-4A62-8861-3F0C34FFC05B}" destId="{34619164-5544-4A7F-BFC4-3B5B4D38CF11}" srcOrd="0" destOrd="0" parTransId="{08413FD9-1024-4A01-866F-5F37B01EE180}" sibTransId="{93E16C28-01BA-41BD-8CC8-42B0BFC485F2}"/>
    <dgm:cxn modelId="{A4291550-1EF4-43D1-86EB-0AF894CE5145}" srcId="{86D23F1B-647F-45A1-9A95-0B33CCA95CDE}" destId="{E465FAB0-BC75-4822-9EE4-69184AD70CB4}" srcOrd="2" destOrd="0" parTransId="{2D45EFEA-DB0A-4F71-8E73-642C9DD7DE70}" sibTransId="{139761C3-26B6-43AD-9CBA-DB4131D3A509}"/>
    <dgm:cxn modelId="{6C9A0BAA-356A-463E-84B4-274AB132D714}" type="presOf" srcId="{A3B15CAC-2FE4-4E4E-A831-ECD4140E233E}" destId="{B84877DD-CD42-47E8-8439-ED743875DC3D}" srcOrd="0" destOrd="0" presId="urn:microsoft.com/office/officeart/2011/layout/TabList"/>
    <dgm:cxn modelId="{5833D673-45FF-4D2C-875E-F18FE935A050}" srcId="{86D23F1B-647F-45A1-9A95-0B33CCA95CDE}" destId="{F3318FF2-FF92-400A-A98F-A79D776443C1}" srcOrd="5" destOrd="0" parTransId="{BA86FEFF-EAF7-4EDC-B7EC-C2AF75FA3A7C}" sibTransId="{EEF6441D-2E0D-474D-A1F5-41462863A3F2}"/>
    <dgm:cxn modelId="{3D1C20D2-7B1A-48F3-887B-3EF91D55EA9F}" type="presOf" srcId="{8D117064-2D6C-48FD-8620-34860778B876}" destId="{94A35012-C286-4BF5-BC55-BCE1560B9DF9}" srcOrd="0" destOrd="0" presId="urn:microsoft.com/office/officeart/2011/layout/TabList"/>
    <dgm:cxn modelId="{1A4A79E4-58A5-4E21-96E7-372B94E89A19}" type="presOf" srcId="{86D23F1B-647F-45A1-9A95-0B33CCA95CDE}" destId="{8A2DB28D-5272-4B80-8D2B-88C422E3207A}" srcOrd="0" destOrd="0" presId="urn:microsoft.com/office/officeart/2011/layout/TabList"/>
    <dgm:cxn modelId="{C3284587-5A87-4D6C-8E24-5842A318179D}" srcId="{86D23F1B-647F-45A1-9A95-0B33CCA95CDE}" destId="{F6773C4F-14EB-41C5-8D4E-546E2C7EFED3}" srcOrd="0" destOrd="0" parTransId="{C22C5E91-779D-4B47-8E17-920A38D5775F}" sibTransId="{069F67CA-D17B-4BD2-A585-6AD04B70E556}"/>
    <dgm:cxn modelId="{9CBE3337-846F-46A2-9039-143BC9E436C6}" srcId="{E465FAB0-BC75-4822-9EE4-69184AD70CB4}" destId="{192CA7F2-DC2C-44D0-9582-C04AE74A29EA}" srcOrd="0" destOrd="0" parTransId="{EEAB90B0-543D-43EA-80FB-70D8BA978038}" sibTransId="{EC00C432-BB80-4A59-9E16-DCE1A8F9FD1D}"/>
    <dgm:cxn modelId="{4E7C20F1-BF80-4C0E-8D6E-8863C654DAD5}" type="presOf" srcId="{AC52863A-1D0C-4451-A74C-32EE621C00FD}" destId="{0B2EDEA0-8BB6-47A8-8D43-1FCBD72D99AD}" srcOrd="0" destOrd="0" presId="urn:microsoft.com/office/officeart/2011/layout/TabList"/>
    <dgm:cxn modelId="{6FD132AB-4023-4EA9-9B51-BC1174B7B5BA}" type="presOf" srcId="{EE5B1365-29C5-4F37-AE6B-59090C02F09D}" destId="{F60BFEAA-44EC-41D3-8D0E-E3FA610AE3B6}" srcOrd="0" destOrd="0" presId="urn:microsoft.com/office/officeart/2011/layout/TabList"/>
    <dgm:cxn modelId="{42E37D9A-A1EE-4469-8764-94BE37371A2C}" srcId="{EE5B1365-29C5-4F37-AE6B-59090C02F09D}" destId="{2C420212-29D7-45DD-B466-F6253386C6BE}" srcOrd="0" destOrd="0" parTransId="{7CDF55B6-2C30-4D37-AEBE-E38AB7C3F80B}" sibTransId="{B5D10D63-944C-4F27-AAD6-78E9D51D0210}"/>
    <dgm:cxn modelId="{A5B62430-60AD-4722-B79A-C8D3056E1529}" type="presOf" srcId="{2C420212-29D7-45DD-B466-F6253386C6BE}" destId="{D8396105-BA05-495D-835B-4740EC039E78}" srcOrd="0" destOrd="0" presId="urn:microsoft.com/office/officeart/2011/layout/TabList"/>
    <dgm:cxn modelId="{F50B7360-67ED-432F-860F-6E343C9E552E}" type="presOf" srcId="{F3318FF2-FF92-400A-A98F-A79D776443C1}" destId="{367F40D5-0870-472B-965A-667D39418BC0}" srcOrd="0" destOrd="0" presId="urn:microsoft.com/office/officeart/2011/layout/TabList"/>
    <dgm:cxn modelId="{5D7B26F1-611A-427E-95AB-2BBF4250B4CD}" srcId="{86D23F1B-647F-45A1-9A95-0B33CCA95CDE}" destId="{7105201C-BF1A-4A62-8861-3F0C34FFC05B}" srcOrd="3" destOrd="0" parTransId="{38097302-0F6F-4BEB-8632-69DFFF1F2832}" sibTransId="{D656F257-AAD9-4187-91CA-9BD3A33F3308}"/>
    <dgm:cxn modelId="{550F0243-45DB-4A69-870A-F344CCA15C1B}" type="presOf" srcId="{F6773C4F-14EB-41C5-8D4E-546E2C7EFED3}" destId="{981C4678-431D-44DB-BC15-91B810396CF4}" srcOrd="0" destOrd="0" presId="urn:microsoft.com/office/officeart/2011/layout/TabList"/>
    <dgm:cxn modelId="{60D7FD7E-5F6E-45C3-A45D-B965D5D8A5CF}" srcId="{86D23F1B-647F-45A1-9A95-0B33CCA95CDE}" destId="{EE5B1365-29C5-4F37-AE6B-59090C02F09D}" srcOrd="1" destOrd="0" parTransId="{42A14469-2669-4BB6-B2CD-491F1E71A77F}" sibTransId="{8A1CBE52-EC5C-4B5F-9090-69BE838DCB5D}"/>
    <dgm:cxn modelId="{56A06274-EF3F-4284-A3C5-515D7D1C9A64}" srcId="{F3318FF2-FF92-400A-A98F-A79D776443C1}" destId="{AC52863A-1D0C-4451-A74C-32EE621C00FD}" srcOrd="0" destOrd="0" parTransId="{639E04A0-0B59-44F7-911C-E00A925953B1}" sibTransId="{5436CEA2-C510-4E7F-98DE-AEC29DEE64DB}"/>
    <dgm:cxn modelId="{EB3D6BA6-E8A4-48F8-87DB-C3F2E4AE8F2F}" srcId="{8D117064-2D6C-48FD-8620-34860778B876}" destId="{6FECA590-7BCD-46B1-A8AB-DB0970876C7D}" srcOrd="0" destOrd="0" parTransId="{47043EBC-DD4C-4F51-91DD-1548FFA7AE3F}" sibTransId="{DF1D19CE-4445-47AE-A3A9-CAEAB397EAC6}"/>
    <dgm:cxn modelId="{C1141C04-BA32-45CF-9EE5-F0D5245F6B31}" type="presOf" srcId="{192CA7F2-DC2C-44D0-9582-C04AE74A29EA}" destId="{4AA0BA15-B82D-4BEA-BC01-F00F600B0C1B}" srcOrd="0" destOrd="0" presId="urn:microsoft.com/office/officeart/2011/layout/TabList"/>
    <dgm:cxn modelId="{6518374D-FD88-4390-8EF8-A6E9A425AC19}" srcId="{86D23F1B-647F-45A1-9A95-0B33CCA95CDE}" destId="{8D117064-2D6C-48FD-8620-34860778B876}" srcOrd="4" destOrd="0" parTransId="{50119C70-78B8-4DC8-847A-376C81D02415}" sibTransId="{679FB66E-F00C-4DD9-9920-E620BA41D0EE}"/>
    <dgm:cxn modelId="{323B0F2B-06F1-4CE9-9219-8D1631E60721}" type="presParOf" srcId="{8A2DB28D-5272-4B80-8D2B-88C422E3207A}" destId="{39E83DA4-F066-4E9A-AC0C-BB74431C227A}" srcOrd="0" destOrd="0" presId="urn:microsoft.com/office/officeart/2011/layout/TabList"/>
    <dgm:cxn modelId="{73648A14-DDFA-494B-AC2A-266D515AA23C}" type="presParOf" srcId="{39E83DA4-F066-4E9A-AC0C-BB74431C227A}" destId="{B84877DD-CD42-47E8-8439-ED743875DC3D}" srcOrd="0" destOrd="0" presId="urn:microsoft.com/office/officeart/2011/layout/TabList"/>
    <dgm:cxn modelId="{308FEC82-45FA-4EC2-8D4F-A59FC77CE3E5}" type="presParOf" srcId="{39E83DA4-F066-4E9A-AC0C-BB74431C227A}" destId="{981C4678-431D-44DB-BC15-91B810396CF4}" srcOrd="1" destOrd="0" presId="urn:microsoft.com/office/officeart/2011/layout/TabList"/>
    <dgm:cxn modelId="{50F099EE-14E7-4C4D-8100-F831F597853F}" type="presParOf" srcId="{39E83DA4-F066-4E9A-AC0C-BB74431C227A}" destId="{A7DD4271-39EC-4A49-8E98-D679EAFC7077}" srcOrd="2" destOrd="0" presId="urn:microsoft.com/office/officeart/2011/layout/TabList"/>
    <dgm:cxn modelId="{A28B7DF7-B98D-491C-906B-973DB773E5CE}" type="presParOf" srcId="{8A2DB28D-5272-4B80-8D2B-88C422E3207A}" destId="{38000318-42A9-4780-806B-FD6B21E0C2F5}" srcOrd="1" destOrd="0" presId="urn:microsoft.com/office/officeart/2011/layout/TabList"/>
    <dgm:cxn modelId="{C40E04D5-8B89-4D51-A49E-E5022F0DEBF5}" type="presParOf" srcId="{8A2DB28D-5272-4B80-8D2B-88C422E3207A}" destId="{1CBA5BC5-1C94-430C-8A79-7DAEAFE11A94}" srcOrd="2" destOrd="0" presId="urn:microsoft.com/office/officeart/2011/layout/TabList"/>
    <dgm:cxn modelId="{C0DA9585-E004-470C-9FE4-B8B020565280}" type="presParOf" srcId="{1CBA5BC5-1C94-430C-8A79-7DAEAFE11A94}" destId="{D8396105-BA05-495D-835B-4740EC039E78}" srcOrd="0" destOrd="0" presId="urn:microsoft.com/office/officeart/2011/layout/TabList"/>
    <dgm:cxn modelId="{8560BF57-E3AA-45EF-875E-F2C7C16A4D3D}" type="presParOf" srcId="{1CBA5BC5-1C94-430C-8A79-7DAEAFE11A94}" destId="{F60BFEAA-44EC-41D3-8D0E-E3FA610AE3B6}" srcOrd="1" destOrd="0" presId="urn:microsoft.com/office/officeart/2011/layout/TabList"/>
    <dgm:cxn modelId="{C39B0568-A4FD-4448-80AB-9BA2E4D20F48}" type="presParOf" srcId="{1CBA5BC5-1C94-430C-8A79-7DAEAFE11A94}" destId="{EEFB92C7-0226-49B1-B2BC-8203CD40D8D2}" srcOrd="2" destOrd="0" presId="urn:microsoft.com/office/officeart/2011/layout/TabList"/>
    <dgm:cxn modelId="{7517D173-BB06-4778-9A96-7D6A8018A022}" type="presParOf" srcId="{8A2DB28D-5272-4B80-8D2B-88C422E3207A}" destId="{6D507941-F978-499E-B330-D02620074431}" srcOrd="3" destOrd="0" presId="urn:microsoft.com/office/officeart/2011/layout/TabList"/>
    <dgm:cxn modelId="{69BF8024-3BD7-4430-B0B4-EC806C9850C4}" type="presParOf" srcId="{8A2DB28D-5272-4B80-8D2B-88C422E3207A}" destId="{A1579B40-2B18-4E7B-BFC6-285BE03EF27A}" srcOrd="4" destOrd="0" presId="urn:microsoft.com/office/officeart/2011/layout/TabList"/>
    <dgm:cxn modelId="{864E1FB6-4DAE-452F-9486-E170B917F186}" type="presParOf" srcId="{A1579B40-2B18-4E7B-BFC6-285BE03EF27A}" destId="{4AA0BA15-B82D-4BEA-BC01-F00F600B0C1B}" srcOrd="0" destOrd="0" presId="urn:microsoft.com/office/officeart/2011/layout/TabList"/>
    <dgm:cxn modelId="{9B513909-AAA0-4FB5-870A-A647B2F4A107}" type="presParOf" srcId="{A1579B40-2B18-4E7B-BFC6-285BE03EF27A}" destId="{9B8F6573-0157-4D6F-83EC-EDCDBC6265D2}" srcOrd="1" destOrd="0" presId="urn:microsoft.com/office/officeart/2011/layout/TabList"/>
    <dgm:cxn modelId="{2C046ADE-F60C-494C-AB21-C0712F569AF5}" type="presParOf" srcId="{A1579B40-2B18-4E7B-BFC6-285BE03EF27A}" destId="{26C51C97-39C6-48D7-ADFE-2C3791EAC548}" srcOrd="2" destOrd="0" presId="urn:microsoft.com/office/officeart/2011/layout/TabList"/>
    <dgm:cxn modelId="{8771D39E-5970-4624-BBBB-5828CDA4211B}" type="presParOf" srcId="{8A2DB28D-5272-4B80-8D2B-88C422E3207A}" destId="{4917996F-5843-4029-92F3-D520C8D1D901}" srcOrd="5" destOrd="0" presId="urn:microsoft.com/office/officeart/2011/layout/TabList"/>
    <dgm:cxn modelId="{17128173-1C05-403F-8D6F-1B0A126D80CA}" type="presParOf" srcId="{8A2DB28D-5272-4B80-8D2B-88C422E3207A}" destId="{811FD260-A48E-4FBE-842F-1694C09DF86E}" srcOrd="6" destOrd="0" presId="urn:microsoft.com/office/officeart/2011/layout/TabList"/>
    <dgm:cxn modelId="{1F8F3DF6-7656-4A95-A002-2961761ADD32}" type="presParOf" srcId="{811FD260-A48E-4FBE-842F-1694C09DF86E}" destId="{D5707B2B-F7CD-45F5-8885-2B64FCE28B4F}" srcOrd="0" destOrd="0" presId="urn:microsoft.com/office/officeart/2011/layout/TabList"/>
    <dgm:cxn modelId="{3D3E8E0B-396E-42B2-86EA-08703CBF2FCC}" type="presParOf" srcId="{811FD260-A48E-4FBE-842F-1694C09DF86E}" destId="{6F801CDC-6067-4758-81B7-3CF2006585C0}" srcOrd="1" destOrd="0" presId="urn:microsoft.com/office/officeart/2011/layout/TabList"/>
    <dgm:cxn modelId="{557E070C-F08B-49DD-BEB2-F9F191EEAAEB}" type="presParOf" srcId="{811FD260-A48E-4FBE-842F-1694C09DF86E}" destId="{DA531F22-DA2E-41D4-801F-521ED9789BD4}" srcOrd="2" destOrd="0" presId="urn:microsoft.com/office/officeart/2011/layout/TabList"/>
    <dgm:cxn modelId="{D1E26E8A-CD80-4651-A4B5-431EBF6DFD82}" type="presParOf" srcId="{8A2DB28D-5272-4B80-8D2B-88C422E3207A}" destId="{0A98F41C-8795-4D50-B4A1-5E43BB0A2151}" srcOrd="7" destOrd="0" presId="urn:microsoft.com/office/officeart/2011/layout/TabList"/>
    <dgm:cxn modelId="{A56E723F-5CB2-4DD6-A5BE-1604849EEF85}" type="presParOf" srcId="{8A2DB28D-5272-4B80-8D2B-88C422E3207A}" destId="{E0F63E2A-8420-4CC9-889D-2DA6766FBF21}" srcOrd="8" destOrd="0" presId="urn:microsoft.com/office/officeart/2011/layout/TabList"/>
    <dgm:cxn modelId="{F4EB11DD-A741-4AD5-BCFC-A91169D84347}" type="presParOf" srcId="{E0F63E2A-8420-4CC9-889D-2DA6766FBF21}" destId="{AF339C25-2F50-44FE-ABC2-63031B768612}" srcOrd="0" destOrd="0" presId="urn:microsoft.com/office/officeart/2011/layout/TabList"/>
    <dgm:cxn modelId="{DB6B83F7-54C7-4F76-8CC0-CB4962634C05}" type="presParOf" srcId="{E0F63E2A-8420-4CC9-889D-2DA6766FBF21}" destId="{94A35012-C286-4BF5-BC55-BCE1560B9DF9}" srcOrd="1" destOrd="0" presId="urn:microsoft.com/office/officeart/2011/layout/TabList"/>
    <dgm:cxn modelId="{A6E55E2B-095B-4F61-8C76-DF1CC0DC5646}" type="presParOf" srcId="{E0F63E2A-8420-4CC9-889D-2DA6766FBF21}" destId="{0FA41BF0-6A89-4C79-B8BF-F65731FD3755}" srcOrd="2" destOrd="0" presId="urn:microsoft.com/office/officeart/2011/layout/TabList"/>
    <dgm:cxn modelId="{7697BB9A-9E58-47EF-9626-1CA7EA0EFB97}" type="presParOf" srcId="{8A2DB28D-5272-4B80-8D2B-88C422E3207A}" destId="{7DDFECAF-62F9-4557-98A8-85E79EC8F635}" srcOrd="9" destOrd="0" presId="urn:microsoft.com/office/officeart/2011/layout/TabList"/>
    <dgm:cxn modelId="{3D6FA94C-A3BE-4EBC-B558-031FC76BE519}" type="presParOf" srcId="{8A2DB28D-5272-4B80-8D2B-88C422E3207A}" destId="{A73F225D-0C01-44BD-BD57-FA20AD868211}" srcOrd="10" destOrd="0" presId="urn:microsoft.com/office/officeart/2011/layout/TabList"/>
    <dgm:cxn modelId="{15C9C8AC-8A19-4B58-9564-25D43CAE2C2F}" type="presParOf" srcId="{A73F225D-0C01-44BD-BD57-FA20AD868211}" destId="{0B2EDEA0-8BB6-47A8-8D43-1FCBD72D99AD}" srcOrd="0" destOrd="0" presId="urn:microsoft.com/office/officeart/2011/layout/TabList"/>
    <dgm:cxn modelId="{7D1FFD94-3602-4CC7-972F-6A2A82583708}" type="presParOf" srcId="{A73F225D-0C01-44BD-BD57-FA20AD868211}" destId="{367F40D5-0870-472B-965A-667D39418BC0}" srcOrd="1" destOrd="0" presId="urn:microsoft.com/office/officeart/2011/layout/TabList"/>
    <dgm:cxn modelId="{6B8C7809-9788-4210-8BA5-ECDCB360F45A}" type="presParOf" srcId="{A73F225D-0C01-44BD-BD57-FA20AD868211}" destId="{8FBE1C42-8898-4E29-BEF7-EAD3E2262B72}" srcOrd="2" destOrd="0" presId="urn:microsoft.com/office/officeart/2011/layout/Tab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86D23F1B-647F-45A1-9A95-0B33CCA95CDE}" type="doc">
      <dgm:prSet loTypeId="urn:microsoft.com/office/officeart/2011/layout/TabList" loCatId="list" qsTypeId="urn:microsoft.com/office/officeart/2005/8/quickstyle/simple1#6" qsCatId="simple" csTypeId="urn:microsoft.com/office/officeart/2005/8/colors/colorful4#2" csCatId="colorful" phldr="1"/>
      <dgm:spPr/>
      <dgm:t>
        <a:bodyPr/>
        <a:lstStyle/>
        <a:p>
          <a:endParaRPr lang="th-TH"/>
        </a:p>
      </dgm:t>
    </dgm:pt>
    <dgm:pt modelId="{F6773C4F-14EB-41C5-8D4E-546E2C7EFED3}">
      <dgm:prSet phldrT="[Text]" phldr="0"/>
      <dgm:spPr/>
      <dgm:t>
        <a:bodyPr/>
        <a:lstStyle/>
        <a:p>
          <a:r>
            <a:rPr lang="en-US" dirty="0" err="1"/>
            <a:t>GetAll</a:t>
          </a:r>
          <a:endParaRPr lang="th-TH" dirty="0"/>
        </a:p>
      </dgm:t>
    </dgm:pt>
    <dgm:pt modelId="{C22C5E91-779D-4B47-8E17-920A38D5775F}" type="parTrans" cxnId="{C3284587-5A87-4D6C-8E24-5842A318179D}">
      <dgm:prSet/>
      <dgm:spPr/>
      <dgm:t>
        <a:bodyPr/>
        <a:lstStyle/>
        <a:p>
          <a:endParaRPr lang="th-TH"/>
        </a:p>
      </dgm:t>
    </dgm:pt>
    <dgm:pt modelId="{069F67CA-D17B-4BD2-A585-6AD04B70E556}" type="sibTrans" cxnId="{C3284587-5A87-4D6C-8E24-5842A318179D}">
      <dgm:prSet/>
      <dgm:spPr/>
      <dgm:t>
        <a:bodyPr/>
        <a:lstStyle/>
        <a:p>
          <a:endParaRPr lang="th-TH"/>
        </a:p>
      </dgm:t>
    </dgm:pt>
    <dgm:pt modelId="{EE5B1365-29C5-4F37-AE6B-59090C02F09D}">
      <dgm:prSet phldrT="[Text]" phldr="0"/>
      <dgm:spPr/>
      <dgm:t>
        <a:bodyPr/>
        <a:lstStyle/>
        <a:p>
          <a:r>
            <a:rPr lang="en-US" dirty="0" err="1"/>
            <a:t>GetById</a:t>
          </a:r>
          <a:endParaRPr lang="th-TH" dirty="0"/>
        </a:p>
      </dgm:t>
    </dgm:pt>
    <dgm:pt modelId="{42A14469-2669-4BB6-B2CD-491F1E71A77F}" type="parTrans" cxnId="{60D7FD7E-5F6E-45C3-A45D-B965D5D8A5CF}">
      <dgm:prSet/>
      <dgm:spPr/>
      <dgm:t>
        <a:bodyPr/>
        <a:lstStyle/>
        <a:p>
          <a:endParaRPr lang="th-TH"/>
        </a:p>
      </dgm:t>
    </dgm:pt>
    <dgm:pt modelId="{8A1CBE52-EC5C-4B5F-9090-69BE838DCB5D}" type="sibTrans" cxnId="{60D7FD7E-5F6E-45C3-A45D-B965D5D8A5CF}">
      <dgm:prSet/>
      <dgm:spPr/>
      <dgm:t>
        <a:bodyPr/>
        <a:lstStyle/>
        <a:p>
          <a:endParaRPr lang="th-TH"/>
        </a:p>
      </dgm:t>
    </dgm:pt>
    <dgm:pt modelId="{E465FAB0-BC75-4822-9EE4-69184AD70CB4}">
      <dgm:prSet phldrT="[Text]" phldr="0"/>
      <dgm:spPr/>
      <dgm:t>
        <a:bodyPr/>
        <a:lstStyle/>
        <a:p>
          <a:r>
            <a:rPr lang="en-US" dirty="0"/>
            <a:t>Insert</a:t>
          </a:r>
          <a:endParaRPr lang="th-TH" dirty="0"/>
        </a:p>
      </dgm:t>
    </dgm:pt>
    <dgm:pt modelId="{2D45EFEA-DB0A-4F71-8E73-642C9DD7DE70}" type="parTrans" cxnId="{A4291550-1EF4-43D1-86EB-0AF894CE5145}">
      <dgm:prSet/>
      <dgm:spPr/>
      <dgm:t>
        <a:bodyPr/>
        <a:lstStyle/>
        <a:p>
          <a:endParaRPr lang="th-TH"/>
        </a:p>
      </dgm:t>
    </dgm:pt>
    <dgm:pt modelId="{139761C3-26B6-43AD-9CBA-DB4131D3A509}" type="sibTrans" cxnId="{A4291550-1EF4-43D1-86EB-0AF894CE5145}">
      <dgm:prSet/>
      <dgm:spPr/>
      <dgm:t>
        <a:bodyPr/>
        <a:lstStyle/>
        <a:p>
          <a:endParaRPr lang="th-TH"/>
        </a:p>
      </dgm:t>
    </dgm:pt>
    <dgm:pt modelId="{7105201C-BF1A-4A62-8861-3F0C34FFC05B}">
      <dgm:prSet phldrT="[Text]" phldr="0"/>
      <dgm:spPr/>
      <dgm:t>
        <a:bodyPr/>
        <a:lstStyle/>
        <a:p>
          <a:r>
            <a:rPr lang="en-US" dirty="0"/>
            <a:t>Update</a:t>
          </a:r>
          <a:endParaRPr lang="th-TH" dirty="0"/>
        </a:p>
      </dgm:t>
    </dgm:pt>
    <dgm:pt modelId="{38097302-0F6F-4BEB-8632-69DFFF1F2832}" type="parTrans" cxnId="{5D7B26F1-611A-427E-95AB-2BBF4250B4CD}">
      <dgm:prSet/>
      <dgm:spPr/>
      <dgm:t>
        <a:bodyPr/>
        <a:lstStyle/>
        <a:p>
          <a:endParaRPr lang="th-TH"/>
        </a:p>
      </dgm:t>
    </dgm:pt>
    <dgm:pt modelId="{D656F257-AAD9-4187-91CA-9BD3A33F3308}" type="sibTrans" cxnId="{5D7B26F1-611A-427E-95AB-2BBF4250B4CD}">
      <dgm:prSet/>
      <dgm:spPr/>
      <dgm:t>
        <a:bodyPr/>
        <a:lstStyle/>
        <a:p>
          <a:endParaRPr lang="th-TH"/>
        </a:p>
      </dgm:t>
    </dgm:pt>
    <dgm:pt modelId="{8D117064-2D6C-48FD-8620-34860778B876}">
      <dgm:prSet phldrT="[Text]" phldr="0"/>
      <dgm:spPr/>
      <dgm:t>
        <a:bodyPr/>
        <a:lstStyle/>
        <a:p>
          <a:r>
            <a:rPr lang="en-US" dirty="0"/>
            <a:t>Delete</a:t>
          </a:r>
          <a:endParaRPr lang="th-TH" dirty="0"/>
        </a:p>
      </dgm:t>
    </dgm:pt>
    <dgm:pt modelId="{50119C70-78B8-4DC8-847A-376C81D02415}" type="parTrans" cxnId="{6518374D-FD88-4390-8EF8-A6E9A425AC19}">
      <dgm:prSet/>
      <dgm:spPr/>
      <dgm:t>
        <a:bodyPr/>
        <a:lstStyle/>
        <a:p>
          <a:endParaRPr lang="th-TH"/>
        </a:p>
      </dgm:t>
    </dgm:pt>
    <dgm:pt modelId="{679FB66E-F00C-4DD9-9920-E620BA41D0EE}" type="sibTrans" cxnId="{6518374D-FD88-4390-8EF8-A6E9A425AC19}">
      <dgm:prSet/>
      <dgm:spPr/>
      <dgm:t>
        <a:bodyPr/>
        <a:lstStyle/>
        <a:p>
          <a:endParaRPr lang="th-TH"/>
        </a:p>
      </dgm:t>
    </dgm:pt>
    <dgm:pt modelId="{F3318FF2-FF92-400A-A98F-A79D776443C1}">
      <dgm:prSet phldrT="[Text]" phldr="0"/>
      <dgm:spPr/>
      <dgm:t>
        <a:bodyPr/>
        <a:lstStyle/>
        <a:p>
          <a:r>
            <a:rPr lang="en-US" dirty="0"/>
            <a:t>Search</a:t>
          </a:r>
          <a:endParaRPr lang="th-TH" dirty="0"/>
        </a:p>
      </dgm:t>
    </dgm:pt>
    <dgm:pt modelId="{BA86FEFF-EAF7-4EDC-B7EC-C2AF75FA3A7C}" type="parTrans" cxnId="{5833D673-45FF-4D2C-875E-F18FE935A050}">
      <dgm:prSet/>
      <dgm:spPr/>
      <dgm:t>
        <a:bodyPr/>
        <a:lstStyle/>
        <a:p>
          <a:endParaRPr lang="th-TH"/>
        </a:p>
      </dgm:t>
    </dgm:pt>
    <dgm:pt modelId="{EEF6441D-2E0D-474D-A1F5-41462863A3F2}" type="sibTrans" cxnId="{5833D673-45FF-4D2C-875E-F18FE935A050}">
      <dgm:prSet/>
      <dgm:spPr/>
      <dgm:t>
        <a:bodyPr/>
        <a:lstStyle/>
        <a:p>
          <a:endParaRPr lang="th-TH"/>
        </a:p>
      </dgm:t>
    </dgm:pt>
    <dgm:pt modelId="{8A2DB28D-5272-4B80-8D2B-88C422E3207A}" type="pres">
      <dgm:prSet presAssocID="{86D23F1B-647F-45A1-9A95-0B33CCA95CDE}" presName="Name0" presStyleCnt="0">
        <dgm:presLayoutVars>
          <dgm:chMax/>
          <dgm:chPref val="3"/>
          <dgm:dir/>
          <dgm:animOne val="branch"/>
          <dgm:animLvl val="lvl"/>
        </dgm:presLayoutVars>
      </dgm:prSet>
      <dgm:spPr/>
      <dgm:t>
        <a:bodyPr/>
        <a:lstStyle/>
        <a:p>
          <a:endParaRPr lang="th-TH"/>
        </a:p>
      </dgm:t>
    </dgm:pt>
    <dgm:pt modelId="{39E83DA4-F066-4E9A-AC0C-BB74431C227A}" type="pres">
      <dgm:prSet presAssocID="{F6773C4F-14EB-41C5-8D4E-546E2C7EFED3}" presName="composite" presStyleCnt="0"/>
      <dgm:spPr/>
    </dgm:pt>
    <dgm:pt modelId="{B84877DD-CD42-47E8-8439-ED743875DC3D}" type="pres">
      <dgm:prSet presAssocID="{F6773C4F-14EB-41C5-8D4E-546E2C7EFED3}" presName="FirstChild" presStyleLbl="revTx" presStyleIdx="0" presStyleCnt="6">
        <dgm:presLayoutVars>
          <dgm:chMax val="0"/>
          <dgm:chPref val="0"/>
          <dgm:bulletEnabled val="1"/>
        </dgm:presLayoutVars>
      </dgm:prSet>
      <dgm:spPr/>
    </dgm:pt>
    <dgm:pt modelId="{981C4678-431D-44DB-BC15-91B810396CF4}" type="pres">
      <dgm:prSet presAssocID="{F6773C4F-14EB-41C5-8D4E-546E2C7EFED3}" presName="Parent" presStyleLbl="alignNode1" presStyleIdx="0" presStyleCnt="6">
        <dgm:presLayoutVars>
          <dgm:chMax val="3"/>
          <dgm:chPref val="3"/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A7DD4271-39EC-4A49-8E98-D679EAFC7077}" type="pres">
      <dgm:prSet presAssocID="{F6773C4F-14EB-41C5-8D4E-546E2C7EFED3}" presName="Accent" presStyleLbl="parChTrans1D1" presStyleIdx="0" presStyleCnt="6"/>
      <dgm:spPr/>
    </dgm:pt>
    <dgm:pt modelId="{38000318-42A9-4780-806B-FD6B21E0C2F5}" type="pres">
      <dgm:prSet presAssocID="{069F67CA-D17B-4BD2-A585-6AD04B70E556}" presName="sibTrans" presStyleCnt="0"/>
      <dgm:spPr/>
    </dgm:pt>
    <dgm:pt modelId="{1CBA5BC5-1C94-430C-8A79-7DAEAFE11A94}" type="pres">
      <dgm:prSet presAssocID="{EE5B1365-29C5-4F37-AE6B-59090C02F09D}" presName="composite" presStyleCnt="0"/>
      <dgm:spPr/>
    </dgm:pt>
    <dgm:pt modelId="{D8396105-BA05-495D-835B-4740EC039E78}" type="pres">
      <dgm:prSet presAssocID="{EE5B1365-29C5-4F37-AE6B-59090C02F09D}" presName="FirstChild" presStyleLbl="revTx" presStyleIdx="1" presStyleCnt="6">
        <dgm:presLayoutVars>
          <dgm:chMax val="0"/>
          <dgm:chPref val="0"/>
          <dgm:bulletEnabled val="1"/>
        </dgm:presLayoutVars>
      </dgm:prSet>
      <dgm:spPr/>
    </dgm:pt>
    <dgm:pt modelId="{F60BFEAA-44EC-41D3-8D0E-E3FA610AE3B6}" type="pres">
      <dgm:prSet presAssocID="{EE5B1365-29C5-4F37-AE6B-59090C02F09D}" presName="Parent" presStyleLbl="alignNode1" presStyleIdx="1" presStyleCnt="6">
        <dgm:presLayoutVars>
          <dgm:chMax val="3"/>
          <dgm:chPref val="3"/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EEFB92C7-0226-49B1-B2BC-8203CD40D8D2}" type="pres">
      <dgm:prSet presAssocID="{EE5B1365-29C5-4F37-AE6B-59090C02F09D}" presName="Accent" presStyleLbl="parChTrans1D1" presStyleIdx="1" presStyleCnt="6"/>
      <dgm:spPr/>
    </dgm:pt>
    <dgm:pt modelId="{6D507941-F978-499E-B330-D02620074431}" type="pres">
      <dgm:prSet presAssocID="{8A1CBE52-EC5C-4B5F-9090-69BE838DCB5D}" presName="sibTrans" presStyleCnt="0"/>
      <dgm:spPr/>
    </dgm:pt>
    <dgm:pt modelId="{A1579B40-2B18-4E7B-BFC6-285BE03EF27A}" type="pres">
      <dgm:prSet presAssocID="{E465FAB0-BC75-4822-9EE4-69184AD70CB4}" presName="composite" presStyleCnt="0"/>
      <dgm:spPr/>
    </dgm:pt>
    <dgm:pt modelId="{4AA0BA15-B82D-4BEA-BC01-F00F600B0C1B}" type="pres">
      <dgm:prSet presAssocID="{E465FAB0-BC75-4822-9EE4-69184AD70CB4}" presName="FirstChild" presStyleLbl="revTx" presStyleIdx="2" presStyleCnt="6">
        <dgm:presLayoutVars>
          <dgm:chMax val="0"/>
          <dgm:chPref val="0"/>
          <dgm:bulletEnabled val="1"/>
        </dgm:presLayoutVars>
      </dgm:prSet>
      <dgm:spPr/>
    </dgm:pt>
    <dgm:pt modelId="{9B8F6573-0157-4D6F-83EC-EDCDBC6265D2}" type="pres">
      <dgm:prSet presAssocID="{E465FAB0-BC75-4822-9EE4-69184AD70CB4}" presName="Parent" presStyleLbl="alignNode1" presStyleIdx="2" presStyleCnt="6">
        <dgm:presLayoutVars>
          <dgm:chMax val="3"/>
          <dgm:chPref val="3"/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26C51C97-39C6-48D7-ADFE-2C3791EAC548}" type="pres">
      <dgm:prSet presAssocID="{E465FAB0-BC75-4822-9EE4-69184AD70CB4}" presName="Accent" presStyleLbl="parChTrans1D1" presStyleIdx="2" presStyleCnt="6"/>
      <dgm:spPr/>
    </dgm:pt>
    <dgm:pt modelId="{4917996F-5843-4029-92F3-D520C8D1D901}" type="pres">
      <dgm:prSet presAssocID="{139761C3-26B6-43AD-9CBA-DB4131D3A509}" presName="sibTrans" presStyleCnt="0"/>
      <dgm:spPr/>
    </dgm:pt>
    <dgm:pt modelId="{811FD260-A48E-4FBE-842F-1694C09DF86E}" type="pres">
      <dgm:prSet presAssocID="{7105201C-BF1A-4A62-8861-3F0C34FFC05B}" presName="composite" presStyleCnt="0"/>
      <dgm:spPr/>
    </dgm:pt>
    <dgm:pt modelId="{D5707B2B-F7CD-45F5-8885-2B64FCE28B4F}" type="pres">
      <dgm:prSet presAssocID="{7105201C-BF1A-4A62-8861-3F0C34FFC05B}" presName="FirstChild" presStyleLbl="revTx" presStyleIdx="3" presStyleCnt="6">
        <dgm:presLayoutVars>
          <dgm:chMax val="0"/>
          <dgm:chPref val="0"/>
          <dgm:bulletEnabled val="1"/>
        </dgm:presLayoutVars>
      </dgm:prSet>
      <dgm:spPr/>
    </dgm:pt>
    <dgm:pt modelId="{6F801CDC-6067-4758-81B7-3CF2006585C0}" type="pres">
      <dgm:prSet presAssocID="{7105201C-BF1A-4A62-8861-3F0C34FFC05B}" presName="Parent" presStyleLbl="alignNode1" presStyleIdx="3" presStyleCnt="6">
        <dgm:presLayoutVars>
          <dgm:chMax val="3"/>
          <dgm:chPref val="3"/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DA531F22-DA2E-41D4-801F-521ED9789BD4}" type="pres">
      <dgm:prSet presAssocID="{7105201C-BF1A-4A62-8861-3F0C34FFC05B}" presName="Accent" presStyleLbl="parChTrans1D1" presStyleIdx="3" presStyleCnt="6"/>
      <dgm:spPr/>
    </dgm:pt>
    <dgm:pt modelId="{0A98F41C-8795-4D50-B4A1-5E43BB0A2151}" type="pres">
      <dgm:prSet presAssocID="{D656F257-AAD9-4187-91CA-9BD3A33F3308}" presName="sibTrans" presStyleCnt="0"/>
      <dgm:spPr/>
    </dgm:pt>
    <dgm:pt modelId="{E0F63E2A-8420-4CC9-889D-2DA6766FBF21}" type="pres">
      <dgm:prSet presAssocID="{8D117064-2D6C-48FD-8620-34860778B876}" presName="composite" presStyleCnt="0"/>
      <dgm:spPr/>
    </dgm:pt>
    <dgm:pt modelId="{AF339C25-2F50-44FE-ABC2-63031B768612}" type="pres">
      <dgm:prSet presAssocID="{8D117064-2D6C-48FD-8620-34860778B876}" presName="FirstChild" presStyleLbl="revTx" presStyleIdx="4" presStyleCnt="6">
        <dgm:presLayoutVars>
          <dgm:chMax val="0"/>
          <dgm:chPref val="0"/>
          <dgm:bulletEnabled val="1"/>
        </dgm:presLayoutVars>
      </dgm:prSet>
      <dgm:spPr/>
    </dgm:pt>
    <dgm:pt modelId="{94A35012-C286-4BF5-BC55-BCE1560B9DF9}" type="pres">
      <dgm:prSet presAssocID="{8D117064-2D6C-48FD-8620-34860778B876}" presName="Parent" presStyleLbl="alignNode1" presStyleIdx="4" presStyleCnt="6">
        <dgm:presLayoutVars>
          <dgm:chMax val="3"/>
          <dgm:chPref val="3"/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0FA41BF0-6A89-4C79-B8BF-F65731FD3755}" type="pres">
      <dgm:prSet presAssocID="{8D117064-2D6C-48FD-8620-34860778B876}" presName="Accent" presStyleLbl="parChTrans1D1" presStyleIdx="4" presStyleCnt="6"/>
      <dgm:spPr/>
    </dgm:pt>
    <dgm:pt modelId="{7DDFECAF-62F9-4557-98A8-85E79EC8F635}" type="pres">
      <dgm:prSet presAssocID="{679FB66E-F00C-4DD9-9920-E620BA41D0EE}" presName="sibTrans" presStyleCnt="0"/>
      <dgm:spPr/>
    </dgm:pt>
    <dgm:pt modelId="{A73F225D-0C01-44BD-BD57-FA20AD868211}" type="pres">
      <dgm:prSet presAssocID="{F3318FF2-FF92-400A-A98F-A79D776443C1}" presName="composite" presStyleCnt="0"/>
      <dgm:spPr/>
    </dgm:pt>
    <dgm:pt modelId="{0B2EDEA0-8BB6-47A8-8D43-1FCBD72D99AD}" type="pres">
      <dgm:prSet presAssocID="{F3318FF2-FF92-400A-A98F-A79D776443C1}" presName="FirstChild" presStyleLbl="revTx" presStyleIdx="5" presStyleCnt="6">
        <dgm:presLayoutVars>
          <dgm:chMax val="0"/>
          <dgm:chPref val="0"/>
          <dgm:bulletEnabled val="1"/>
        </dgm:presLayoutVars>
      </dgm:prSet>
      <dgm:spPr/>
    </dgm:pt>
    <dgm:pt modelId="{367F40D5-0870-472B-965A-667D39418BC0}" type="pres">
      <dgm:prSet presAssocID="{F3318FF2-FF92-400A-A98F-A79D776443C1}" presName="Parent" presStyleLbl="alignNode1" presStyleIdx="5" presStyleCnt="6">
        <dgm:presLayoutVars>
          <dgm:chMax val="3"/>
          <dgm:chPref val="3"/>
          <dgm:bulletEnabled val="1"/>
        </dgm:presLayoutVars>
      </dgm:prSet>
      <dgm:spPr/>
      <dgm:t>
        <a:bodyPr/>
        <a:lstStyle/>
        <a:p>
          <a:endParaRPr lang="th-TH"/>
        </a:p>
      </dgm:t>
    </dgm:pt>
    <dgm:pt modelId="{8FBE1C42-8898-4E29-BEF7-EAD3E2262B72}" type="pres">
      <dgm:prSet presAssocID="{F3318FF2-FF92-400A-A98F-A79D776443C1}" presName="Accent" presStyleLbl="parChTrans1D1" presStyleIdx="5" presStyleCnt="6"/>
      <dgm:spPr/>
    </dgm:pt>
  </dgm:ptLst>
  <dgm:cxnLst>
    <dgm:cxn modelId="{CA99FA58-AF7A-4228-A22C-24BF633E2A2A}" type="presOf" srcId="{E465FAB0-BC75-4822-9EE4-69184AD70CB4}" destId="{9B8F6573-0157-4D6F-83EC-EDCDBC6265D2}" srcOrd="0" destOrd="0" presId="urn:microsoft.com/office/officeart/2011/layout/TabList"/>
    <dgm:cxn modelId="{8A76F812-A6D4-44E5-8764-15F026CF1D4F}" type="presOf" srcId="{F6773C4F-14EB-41C5-8D4E-546E2C7EFED3}" destId="{981C4678-431D-44DB-BC15-91B810396CF4}" srcOrd="0" destOrd="0" presId="urn:microsoft.com/office/officeart/2011/layout/TabList"/>
    <dgm:cxn modelId="{5833D673-45FF-4D2C-875E-F18FE935A050}" srcId="{86D23F1B-647F-45A1-9A95-0B33CCA95CDE}" destId="{F3318FF2-FF92-400A-A98F-A79D776443C1}" srcOrd="5" destOrd="0" parTransId="{BA86FEFF-EAF7-4EDC-B7EC-C2AF75FA3A7C}" sibTransId="{EEF6441D-2E0D-474D-A1F5-41462863A3F2}"/>
    <dgm:cxn modelId="{60D7FD7E-5F6E-45C3-A45D-B965D5D8A5CF}" srcId="{86D23F1B-647F-45A1-9A95-0B33CCA95CDE}" destId="{EE5B1365-29C5-4F37-AE6B-59090C02F09D}" srcOrd="1" destOrd="0" parTransId="{42A14469-2669-4BB6-B2CD-491F1E71A77F}" sibTransId="{8A1CBE52-EC5C-4B5F-9090-69BE838DCB5D}"/>
    <dgm:cxn modelId="{A4291550-1EF4-43D1-86EB-0AF894CE5145}" srcId="{86D23F1B-647F-45A1-9A95-0B33CCA95CDE}" destId="{E465FAB0-BC75-4822-9EE4-69184AD70CB4}" srcOrd="2" destOrd="0" parTransId="{2D45EFEA-DB0A-4F71-8E73-642C9DD7DE70}" sibTransId="{139761C3-26B6-43AD-9CBA-DB4131D3A509}"/>
    <dgm:cxn modelId="{5D7B26F1-611A-427E-95AB-2BBF4250B4CD}" srcId="{86D23F1B-647F-45A1-9A95-0B33CCA95CDE}" destId="{7105201C-BF1A-4A62-8861-3F0C34FFC05B}" srcOrd="3" destOrd="0" parTransId="{38097302-0F6F-4BEB-8632-69DFFF1F2832}" sibTransId="{D656F257-AAD9-4187-91CA-9BD3A33F3308}"/>
    <dgm:cxn modelId="{561BE2ED-E526-4282-B944-B06F7FC5CBC2}" type="presOf" srcId="{8D117064-2D6C-48FD-8620-34860778B876}" destId="{94A35012-C286-4BF5-BC55-BCE1560B9DF9}" srcOrd="0" destOrd="0" presId="urn:microsoft.com/office/officeart/2011/layout/TabList"/>
    <dgm:cxn modelId="{C3284587-5A87-4D6C-8E24-5842A318179D}" srcId="{86D23F1B-647F-45A1-9A95-0B33CCA95CDE}" destId="{F6773C4F-14EB-41C5-8D4E-546E2C7EFED3}" srcOrd="0" destOrd="0" parTransId="{C22C5E91-779D-4B47-8E17-920A38D5775F}" sibTransId="{069F67CA-D17B-4BD2-A585-6AD04B70E556}"/>
    <dgm:cxn modelId="{A41B0F29-187B-417A-909B-375528DC9C33}" type="presOf" srcId="{7105201C-BF1A-4A62-8861-3F0C34FFC05B}" destId="{6F801CDC-6067-4758-81B7-3CF2006585C0}" srcOrd="0" destOrd="0" presId="urn:microsoft.com/office/officeart/2011/layout/TabList"/>
    <dgm:cxn modelId="{1A4A79E4-58A5-4E21-96E7-372B94E89A19}" type="presOf" srcId="{86D23F1B-647F-45A1-9A95-0B33CCA95CDE}" destId="{8A2DB28D-5272-4B80-8D2B-88C422E3207A}" srcOrd="0" destOrd="0" presId="urn:microsoft.com/office/officeart/2011/layout/TabList"/>
    <dgm:cxn modelId="{412FAD02-0F56-4F2E-89A4-28638F87AC9C}" type="presOf" srcId="{F3318FF2-FF92-400A-A98F-A79D776443C1}" destId="{367F40D5-0870-472B-965A-667D39418BC0}" srcOrd="0" destOrd="0" presId="urn:microsoft.com/office/officeart/2011/layout/TabList"/>
    <dgm:cxn modelId="{F401153B-6B81-4F81-8146-37B42A6A285B}" type="presOf" srcId="{EE5B1365-29C5-4F37-AE6B-59090C02F09D}" destId="{F60BFEAA-44EC-41D3-8D0E-E3FA610AE3B6}" srcOrd="0" destOrd="0" presId="urn:microsoft.com/office/officeart/2011/layout/TabList"/>
    <dgm:cxn modelId="{6518374D-FD88-4390-8EF8-A6E9A425AC19}" srcId="{86D23F1B-647F-45A1-9A95-0B33CCA95CDE}" destId="{8D117064-2D6C-48FD-8620-34860778B876}" srcOrd="4" destOrd="0" parTransId="{50119C70-78B8-4DC8-847A-376C81D02415}" sibTransId="{679FB66E-F00C-4DD9-9920-E620BA41D0EE}"/>
    <dgm:cxn modelId="{323B0F2B-06F1-4CE9-9219-8D1631E60721}" type="presParOf" srcId="{8A2DB28D-5272-4B80-8D2B-88C422E3207A}" destId="{39E83DA4-F066-4E9A-AC0C-BB74431C227A}" srcOrd="0" destOrd="0" presId="urn:microsoft.com/office/officeart/2011/layout/TabList"/>
    <dgm:cxn modelId="{2CB2A749-870B-4A30-A9D3-70DBC06DB06B}" type="presParOf" srcId="{39E83DA4-F066-4E9A-AC0C-BB74431C227A}" destId="{B84877DD-CD42-47E8-8439-ED743875DC3D}" srcOrd="0" destOrd="0" presId="urn:microsoft.com/office/officeart/2011/layout/TabList"/>
    <dgm:cxn modelId="{EDB27EAD-AC88-46A5-A77D-D8B811D04A78}" type="presParOf" srcId="{39E83DA4-F066-4E9A-AC0C-BB74431C227A}" destId="{981C4678-431D-44DB-BC15-91B810396CF4}" srcOrd="1" destOrd="0" presId="urn:microsoft.com/office/officeart/2011/layout/TabList"/>
    <dgm:cxn modelId="{F9B8C079-110E-47B4-B594-46410D85ED88}" type="presParOf" srcId="{39E83DA4-F066-4E9A-AC0C-BB74431C227A}" destId="{A7DD4271-39EC-4A49-8E98-D679EAFC7077}" srcOrd="2" destOrd="0" presId="urn:microsoft.com/office/officeart/2011/layout/TabList"/>
    <dgm:cxn modelId="{A28B7DF7-B98D-491C-906B-973DB773E5CE}" type="presParOf" srcId="{8A2DB28D-5272-4B80-8D2B-88C422E3207A}" destId="{38000318-42A9-4780-806B-FD6B21E0C2F5}" srcOrd="1" destOrd="0" presId="urn:microsoft.com/office/officeart/2011/layout/TabList"/>
    <dgm:cxn modelId="{C40E04D5-8B89-4D51-A49E-E5022F0DEBF5}" type="presParOf" srcId="{8A2DB28D-5272-4B80-8D2B-88C422E3207A}" destId="{1CBA5BC5-1C94-430C-8A79-7DAEAFE11A94}" srcOrd="2" destOrd="0" presId="urn:microsoft.com/office/officeart/2011/layout/TabList"/>
    <dgm:cxn modelId="{66549D9B-18A1-43B5-8926-8D3FF54D9C41}" type="presParOf" srcId="{1CBA5BC5-1C94-430C-8A79-7DAEAFE11A94}" destId="{D8396105-BA05-495D-835B-4740EC039E78}" srcOrd="0" destOrd="0" presId="urn:microsoft.com/office/officeart/2011/layout/TabList"/>
    <dgm:cxn modelId="{C9742D4B-B684-4D50-837F-DEE229214605}" type="presParOf" srcId="{1CBA5BC5-1C94-430C-8A79-7DAEAFE11A94}" destId="{F60BFEAA-44EC-41D3-8D0E-E3FA610AE3B6}" srcOrd="1" destOrd="0" presId="urn:microsoft.com/office/officeart/2011/layout/TabList"/>
    <dgm:cxn modelId="{218ABE56-4341-4F2E-8F52-ADC372B75453}" type="presParOf" srcId="{1CBA5BC5-1C94-430C-8A79-7DAEAFE11A94}" destId="{EEFB92C7-0226-49B1-B2BC-8203CD40D8D2}" srcOrd="2" destOrd="0" presId="urn:microsoft.com/office/officeart/2011/layout/TabList"/>
    <dgm:cxn modelId="{7517D173-BB06-4778-9A96-7D6A8018A022}" type="presParOf" srcId="{8A2DB28D-5272-4B80-8D2B-88C422E3207A}" destId="{6D507941-F978-499E-B330-D02620074431}" srcOrd="3" destOrd="0" presId="urn:microsoft.com/office/officeart/2011/layout/TabList"/>
    <dgm:cxn modelId="{69BF8024-3BD7-4430-B0B4-EC806C9850C4}" type="presParOf" srcId="{8A2DB28D-5272-4B80-8D2B-88C422E3207A}" destId="{A1579B40-2B18-4E7B-BFC6-285BE03EF27A}" srcOrd="4" destOrd="0" presId="urn:microsoft.com/office/officeart/2011/layout/TabList"/>
    <dgm:cxn modelId="{2048542D-F31A-49FB-A775-6E8B053D8D07}" type="presParOf" srcId="{A1579B40-2B18-4E7B-BFC6-285BE03EF27A}" destId="{4AA0BA15-B82D-4BEA-BC01-F00F600B0C1B}" srcOrd="0" destOrd="0" presId="urn:microsoft.com/office/officeart/2011/layout/TabList"/>
    <dgm:cxn modelId="{46C7E548-5366-4E2B-98E4-CBEB20165B8C}" type="presParOf" srcId="{A1579B40-2B18-4E7B-BFC6-285BE03EF27A}" destId="{9B8F6573-0157-4D6F-83EC-EDCDBC6265D2}" srcOrd="1" destOrd="0" presId="urn:microsoft.com/office/officeart/2011/layout/TabList"/>
    <dgm:cxn modelId="{1E2C0777-D227-4CDB-818A-13A8B4FDF802}" type="presParOf" srcId="{A1579B40-2B18-4E7B-BFC6-285BE03EF27A}" destId="{26C51C97-39C6-48D7-ADFE-2C3791EAC548}" srcOrd="2" destOrd="0" presId="urn:microsoft.com/office/officeart/2011/layout/TabList"/>
    <dgm:cxn modelId="{8771D39E-5970-4624-BBBB-5828CDA4211B}" type="presParOf" srcId="{8A2DB28D-5272-4B80-8D2B-88C422E3207A}" destId="{4917996F-5843-4029-92F3-D520C8D1D901}" srcOrd="5" destOrd="0" presId="urn:microsoft.com/office/officeart/2011/layout/TabList"/>
    <dgm:cxn modelId="{17128173-1C05-403F-8D6F-1B0A126D80CA}" type="presParOf" srcId="{8A2DB28D-5272-4B80-8D2B-88C422E3207A}" destId="{811FD260-A48E-4FBE-842F-1694C09DF86E}" srcOrd="6" destOrd="0" presId="urn:microsoft.com/office/officeart/2011/layout/TabList"/>
    <dgm:cxn modelId="{08B963F9-E33B-4701-B5BA-51ECAB9E8C78}" type="presParOf" srcId="{811FD260-A48E-4FBE-842F-1694C09DF86E}" destId="{D5707B2B-F7CD-45F5-8885-2B64FCE28B4F}" srcOrd="0" destOrd="0" presId="urn:microsoft.com/office/officeart/2011/layout/TabList"/>
    <dgm:cxn modelId="{CAAFFEF9-62B7-47E0-953B-364E6F8A2D24}" type="presParOf" srcId="{811FD260-A48E-4FBE-842F-1694C09DF86E}" destId="{6F801CDC-6067-4758-81B7-3CF2006585C0}" srcOrd="1" destOrd="0" presId="urn:microsoft.com/office/officeart/2011/layout/TabList"/>
    <dgm:cxn modelId="{BCB583F6-31EF-4F04-A6E6-ADB7EB48222A}" type="presParOf" srcId="{811FD260-A48E-4FBE-842F-1694C09DF86E}" destId="{DA531F22-DA2E-41D4-801F-521ED9789BD4}" srcOrd="2" destOrd="0" presId="urn:microsoft.com/office/officeart/2011/layout/TabList"/>
    <dgm:cxn modelId="{D1E26E8A-CD80-4651-A4B5-431EBF6DFD82}" type="presParOf" srcId="{8A2DB28D-5272-4B80-8D2B-88C422E3207A}" destId="{0A98F41C-8795-4D50-B4A1-5E43BB0A2151}" srcOrd="7" destOrd="0" presId="urn:microsoft.com/office/officeart/2011/layout/TabList"/>
    <dgm:cxn modelId="{A56E723F-5CB2-4DD6-A5BE-1604849EEF85}" type="presParOf" srcId="{8A2DB28D-5272-4B80-8D2B-88C422E3207A}" destId="{E0F63E2A-8420-4CC9-889D-2DA6766FBF21}" srcOrd="8" destOrd="0" presId="urn:microsoft.com/office/officeart/2011/layout/TabList"/>
    <dgm:cxn modelId="{A7C0EE8F-DF6D-4F8D-8087-8CE1434B091E}" type="presParOf" srcId="{E0F63E2A-8420-4CC9-889D-2DA6766FBF21}" destId="{AF339C25-2F50-44FE-ABC2-63031B768612}" srcOrd="0" destOrd="0" presId="urn:microsoft.com/office/officeart/2011/layout/TabList"/>
    <dgm:cxn modelId="{A4AA9574-F8CC-4513-AF2B-DACF88018938}" type="presParOf" srcId="{E0F63E2A-8420-4CC9-889D-2DA6766FBF21}" destId="{94A35012-C286-4BF5-BC55-BCE1560B9DF9}" srcOrd="1" destOrd="0" presId="urn:microsoft.com/office/officeart/2011/layout/TabList"/>
    <dgm:cxn modelId="{371A2244-93CB-447E-9E9D-A8288F03B682}" type="presParOf" srcId="{E0F63E2A-8420-4CC9-889D-2DA6766FBF21}" destId="{0FA41BF0-6A89-4C79-B8BF-F65731FD3755}" srcOrd="2" destOrd="0" presId="urn:microsoft.com/office/officeart/2011/layout/TabList"/>
    <dgm:cxn modelId="{7697BB9A-9E58-47EF-9626-1CA7EA0EFB97}" type="presParOf" srcId="{8A2DB28D-5272-4B80-8D2B-88C422E3207A}" destId="{7DDFECAF-62F9-4557-98A8-85E79EC8F635}" srcOrd="9" destOrd="0" presId="urn:microsoft.com/office/officeart/2011/layout/TabList"/>
    <dgm:cxn modelId="{3D6FA94C-A3BE-4EBC-B558-031FC76BE519}" type="presParOf" srcId="{8A2DB28D-5272-4B80-8D2B-88C422E3207A}" destId="{A73F225D-0C01-44BD-BD57-FA20AD868211}" srcOrd="10" destOrd="0" presId="urn:microsoft.com/office/officeart/2011/layout/TabList"/>
    <dgm:cxn modelId="{B1958172-E30A-476A-B718-0B82A9D9ACBC}" type="presParOf" srcId="{A73F225D-0C01-44BD-BD57-FA20AD868211}" destId="{0B2EDEA0-8BB6-47A8-8D43-1FCBD72D99AD}" srcOrd="0" destOrd="0" presId="urn:microsoft.com/office/officeart/2011/layout/TabList"/>
    <dgm:cxn modelId="{D4575DB6-4FBC-44B7-9884-7CB3B3203C69}" type="presParOf" srcId="{A73F225D-0C01-44BD-BD57-FA20AD868211}" destId="{367F40D5-0870-472B-965A-667D39418BC0}" srcOrd="1" destOrd="0" presId="urn:microsoft.com/office/officeart/2011/layout/TabList"/>
    <dgm:cxn modelId="{828F783A-B5C5-4428-A946-FC650A679661}" type="presParOf" srcId="{A73F225D-0C01-44BD-BD57-FA20AD868211}" destId="{8FBE1C42-8898-4E29-BEF7-EAD3E2262B72}" srcOrd="2" destOrd="0" presId="urn:microsoft.com/office/officeart/2011/layout/Tab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FEA5D0-CD28-4059-91F0-C143466D1271}">
      <dsp:nvSpPr>
        <dsp:cNvPr id="0" name=""/>
        <dsp:cNvSpPr/>
      </dsp:nvSpPr>
      <dsp:spPr>
        <a:xfrm>
          <a:off x="0" y="118360"/>
          <a:ext cx="2181278" cy="130876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State Hooks</a:t>
          </a:r>
          <a:endParaRPr lang="th-TH" sz="1400" b="1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err="1">
              <a:solidFill>
                <a:prstClr val="white"/>
              </a:solidFill>
              <a:latin typeface="Calibri Light"/>
              <a:ea typeface="+mn-ea"/>
              <a:cs typeface="+mn-cs"/>
            </a:rPr>
            <a:t>useState</a:t>
          </a:r>
          <a:endParaRPr lang="th-TH" sz="1600" kern="1200" dirty="0">
            <a:solidFill>
              <a:prstClr val="white"/>
            </a:solidFill>
            <a:latin typeface="Calibri Light"/>
            <a:ea typeface="+mn-ea"/>
            <a:cs typeface="+mn-cs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err="1">
              <a:solidFill>
                <a:prstClr val="white"/>
              </a:solidFill>
              <a:latin typeface="Calibri Light"/>
              <a:ea typeface="+mn-ea"/>
              <a:cs typeface="+mn-cs"/>
            </a:rPr>
            <a:t>useReducer</a:t>
          </a:r>
          <a:endParaRPr lang="th-TH" sz="1600" kern="1200" dirty="0">
            <a:solidFill>
              <a:prstClr val="white"/>
            </a:solidFill>
            <a:latin typeface="Calibri Light"/>
            <a:ea typeface="+mn-ea"/>
            <a:cs typeface="+mn-cs"/>
          </a:endParaRPr>
        </a:p>
      </dsp:txBody>
      <dsp:txXfrm>
        <a:off x="0" y="118360"/>
        <a:ext cx="2181278" cy="1308767"/>
      </dsp:txXfrm>
    </dsp:sp>
    <dsp:sp modelId="{4127E8E3-6555-4054-8858-999CACDCC6E7}">
      <dsp:nvSpPr>
        <dsp:cNvPr id="0" name=""/>
        <dsp:cNvSpPr/>
      </dsp:nvSpPr>
      <dsp:spPr>
        <a:xfrm>
          <a:off x="2399406" y="118360"/>
          <a:ext cx="2181278" cy="130876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dirty="0"/>
            <a:t>Context Hooks </a:t>
          </a:r>
          <a:endParaRPr lang="th-TH" sz="21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err="1">
              <a:solidFill>
                <a:prstClr val="white"/>
              </a:solidFill>
              <a:latin typeface="Calibri Light"/>
              <a:ea typeface="+mn-ea"/>
              <a:cs typeface="+mn-cs"/>
            </a:rPr>
            <a:t>useContext</a:t>
          </a:r>
          <a:endParaRPr lang="th-TH" sz="1600" kern="1200" dirty="0">
            <a:solidFill>
              <a:prstClr val="white"/>
            </a:solidFill>
            <a:latin typeface="Calibri Light"/>
            <a:ea typeface="+mn-ea"/>
            <a:cs typeface="+mn-cs"/>
          </a:endParaRPr>
        </a:p>
      </dsp:txBody>
      <dsp:txXfrm>
        <a:off x="2399406" y="118360"/>
        <a:ext cx="2181278" cy="1308767"/>
      </dsp:txXfrm>
    </dsp:sp>
    <dsp:sp modelId="{8DDC05FD-58B8-42AB-BFD5-FC73C68AE21A}">
      <dsp:nvSpPr>
        <dsp:cNvPr id="0" name=""/>
        <dsp:cNvSpPr/>
      </dsp:nvSpPr>
      <dsp:spPr>
        <a:xfrm>
          <a:off x="4798813" y="118360"/>
          <a:ext cx="2181278" cy="130876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i="0" kern="1200" dirty="0"/>
            <a:t>Ref Hooks</a:t>
          </a:r>
          <a:endParaRPr lang="th-TH" sz="28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err="1">
              <a:solidFill>
                <a:prstClr val="white"/>
              </a:solidFill>
              <a:latin typeface="Calibri Light"/>
              <a:ea typeface="+mn-ea"/>
              <a:cs typeface="+mn-cs"/>
            </a:rPr>
            <a:t>useRef</a:t>
          </a:r>
          <a:endParaRPr lang="th-TH" sz="1600" kern="1200" dirty="0">
            <a:solidFill>
              <a:prstClr val="white"/>
            </a:solidFill>
            <a:latin typeface="Calibri Light"/>
            <a:ea typeface="+mn-ea"/>
            <a:cs typeface="+mn-cs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err="1">
              <a:solidFill>
                <a:prstClr val="white"/>
              </a:solidFill>
              <a:latin typeface="Calibri Light"/>
              <a:ea typeface="+mn-ea"/>
              <a:cs typeface="+mn-cs"/>
            </a:rPr>
            <a:t>useImperativeHandle</a:t>
          </a:r>
          <a:endParaRPr lang="th-TH" sz="1600" kern="1200" dirty="0">
            <a:solidFill>
              <a:prstClr val="white"/>
            </a:solidFill>
            <a:latin typeface="Calibri Light"/>
            <a:ea typeface="+mn-ea"/>
            <a:cs typeface="+mn-cs"/>
          </a:endParaRPr>
        </a:p>
      </dsp:txBody>
      <dsp:txXfrm>
        <a:off x="4798813" y="118360"/>
        <a:ext cx="2181278" cy="1308767"/>
      </dsp:txXfrm>
    </dsp:sp>
    <dsp:sp modelId="{531F24F4-DBBD-4A7A-B532-FD680847C327}">
      <dsp:nvSpPr>
        <dsp:cNvPr id="0" name=""/>
        <dsp:cNvSpPr/>
      </dsp:nvSpPr>
      <dsp:spPr>
        <a:xfrm>
          <a:off x="0" y="1645255"/>
          <a:ext cx="2181278" cy="130876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dirty="0"/>
            <a:t>Effect Hooks</a:t>
          </a:r>
          <a:endParaRPr lang="th-TH" sz="21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err="1">
              <a:solidFill>
                <a:prstClr val="white"/>
              </a:solidFill>
              <a:latin typeface="Calibri Light"/>
              <a:ea typeface="+mn-ea"/>
              <a:cs typeface="+mn-cs"/>
            </a:rPr>
            <a:t>useEffect</a:t>
          </a:r>
          <a:endParaRPr lang="th-TH" sz="1600" kern="1200" dirty="0">
            <a:solidFill>
              <a:prstClr val="white"/>
            </a:solidFill>
            <a:latin typeface="Calibri Light"/>
            <a:ea typeface="+mn-ea"/>
            <a:cs typeface="+mn-cs"/>
          </a:endParaRPr>
        </a:p>
      </dsp:txBody>
      <dsp:txXfrm>
        <a:off x="0" y="1645255"/>
        <a:ext cx="2181278" cy="1308767"/>
      </dsp:txXfrm>
    </dsp:sp>
    <dsp:sp modelId="{DA4C1BB1-38C8-4191-AF3B-237C185202E2}">
      <dsp:nvSpPr>
        <dsp:cNvPr id="0" name=""/>
        <dsp:cNvSpPr/>
      </dsp:nvSpPr>
      <dsp:spPr>
        <a:xfrm>
          <a:off x="2399406" y="1645255"/>
          <a:ext cx="2181278" cy="1308767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/>
            <a:t>Performance Hooks</a:t>
          </a:r>
          <a:endParaRPr lang="th-TH" sz="15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err="1"/>
            <a:t>useMemo</a:t>
          </a:r>
          <a:endParaRPr lang="th-TH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err="1"/>
            <a:t>useCallBack</a:t>
          </a:r>
          <a:endParaRPr lang="th-TH" sz="1200" kern="1200" dirty="0"/>
        </a:p>
      </dsp:txBody>
      <dsp:txXfrm>
        <a:off x="2399406" y="1645255"/>
        <a:ext cx="2181278" cy="1308767"/>
      </dsp:txXfrm>
    </dsp:sp>
    <dsp:sp modelId="{94D1F1C4-2572-4F10-B561-006B63BB8DEC}">
      <dsp:nvSpPr>
        <dsp:cNvPr id="0" name=""/>
        <dsp:cNvSpPr/>
      </dsp:nvSpPr>
      <dsp:spPr>
        <a:xfrm>
          <a:off x="4798813" y="1645255"/>
          <a:ext cx="2181278" cy="130876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/>
            <a:t>Other Hooks</a:t>
          </a:r>
          <a:endParaRPr lang="th-TH" sz="15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err="1"/>
            <a:t>useActionState</a:t>
          </a:r>
          <a:endParaRPr lang="th-TH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/>
            <a:t>useId</a:t>
          </a:r>
          <a:endParaRPr lang="th-TH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/>
            <a:t>useDebugValue</a:t>
          </a:r>
          <a:endParaRPr lang="th-TH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/>
            <a:t>useSyncExternalStore</a:t>
          </a:r>
          <a:endParaRPr lang="th-TH" sz="1200" kern="1200" dirty="0"/>
        </a:p>
      </dsp:txBody>
      <dsp:txXfrm>
        <a:off x="4798813" y="1645255"/>
        <a:ext cx="2181278" cy="130876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E830E3-A51E-4719-A07C-1991223885E5}">
      <dsp:nvSpPr>
        <dsp:cNvPr id="0" name=""/>
        <dsp:cNvSpPr/>
      </dsp:nvSpPr>
      <dsp:spPr>
        <a:xfrm>
          <a:off x="2949677" y="985528"/>
          <a:ext cx="2086918" cy="36219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1096"/>
              </a:lnTo>
              <a:lnTo>
                <a:pt x="2086918" y="181096"/>
              </a:lnTo>
              <a:lnTo>
                <a:pt x="2086918" y="362192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1420959-B92A-45D8-94B7-F3ABFA70E7DC}">
      <dsp:nvSpPr>
        <dsp:cNvPr id="0" name=""/>
        <dsp:cNvSpPr/>
      </dsp:nvSpPr>
      <dsp:spPr>
        <a:xfrm>
          <a:off x="2903957" y="985528"/>
          <a:ext cx="91440" cy="36219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62192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9742695-1382-427D-8F3E-72D3C0CD7531}">
      <dsp:nvSpPr>
        <dsp:cNvPr id="0" name=""/>
        <dsp:cNvSpPr/>
      </dsp:nvSpPr>
      <dsp:spPr>
        <a:xfrm>
          <a:off x="862759" y="985528"/>
          <a:ext cx="2086918" cy="362192"/>
        </a:xfrm>
        <a:custGeom>
          <a:avLst/>
          <a:gdLst/>
          <a:ahLst/>
          <a:cxnLst/>
          <a:rect l="0" t="0" r="0" b="0"/>
          <a:pathLst>
            <a:path>
              <a:moveTo>
                <a:pt x="2086918" y="0"/>
              </a:moveTo>
              <a:lnTo>
                <a:pt x="2086918" y="181096"/>
              </a:lnTo>
              <a:lnTo>
                <a:pt x="0" y="181096"/>
              </a:lnTo>
              <a:lnTo>
                <a:pt x="0" y="362192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9D90D10-9F9B-49DC-97B2-4D1E9DE0E0D3}">
      <dsp:nvSpPr>
        <dsp:cNvPr id="0" name=""/>
        <dsp:cNvSpPr/>
      </dsp:nvSpPr>
      <dsp:spPr>
        <a:xfrm>
          <a:off x="2087314" y="123165"/>
          <a:ext cx="1724725" cy="8623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/>
            <a:t>Side effect</a:t>
          </a:r>
          <a:endParaRPr lang="th-TH" sz="2200" kern="1200" dirty="0"/>
        </a:p>
      </dsp:txBody>
      <dsp:txXfrm>
        <a:off x="2087314" y="123165"/>
        <a:ext cx="1724725" cy="862362"/>
      </dsp:txXfrm>
    </dsp:sp>
    <dsp:sp modelId="{928CE172-78E4-415E-A509-A66593718ECE}">
      <dsp:nvSpPr>
        <dsp:cNvPr id="0" name=""/>
        <dsp:cNvSpPr/>
      </dsp:nvSpPr>
      <dsp:spPr>
        <a:xfrm>
          <a:off x="396" y="1347721"/>
          <a:ext cx="1724725" cy="86236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/>
            <a:t>Fetching data</a:t>
          </a:r>
          <a:endParaRPr lang="th-TH" sz="2200" kern="1200" dirty="0"/>
        </a:p>
      </dsp:txBody>
      <dsp:txXfrm>
        <a:off x="396" y="1347721"/>
        <a:ext cx="1724725" cy="862362"/>
      </dsp:txXfrm>
    </dsp:sp>
    <dsp:sp modelId="{71257E7E-8ED0-40E3-AAD9-D82A625E0A1C}">
      <dsp:nvSpPr>
        <dsp:cNvPr id="0" name=""/>
        <dsp:cNvSpPr/>
      </dsp:nvSpPr>
      <dsp:spPr>
        <a:xfrm>
          <a:off x="2087314" y="1347721"/>
          <a:ext cx="1724725" cy="86236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/>
            <a:t>Directly updating DOM</a:t>
          </a:r>
          <a:endParaRPr lang="th-TH" sz="2200" kern="1200" dirty="0"/>
        </a:p>
      </dsp:txBody>
      <dsp:txXfrm>
        <a:off x="2087314" y="1347721"/>
        <a:ext cx="1724725" cy="862362"/>
      </dsp:txXfrm>
    </dsp:sp>
    <dsp:sp modelId="{014EFB66-2F45-4FD3-861E-01612DD0E614}">
      <dsp:nvSpPr>
        <dsp:cNvPr id="0" name=""/>
        <dsp:cNvSpPr/>
      </dsp:nvSpPr>
      <dsp:spPr>
        <a:xfrm>
          <a:off x="4174232" y="1347721"/>
          <a:ext cx="1724725" cy="86236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/>
            <a:t>timers</a:t>
          </a:r>
          <a:endParaRPr lang="th-TH" sz="2200" kern="1200" dirty="0"/>
        </a:p>
      </dsp:txBody>
      <dsp:txXfrm>
        <a:off x="4174232" y="1347721"/>
        <a:ext cx="1724725" cy="86236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208148-35EA-4C7B-9CBC-B2B34EA71B07}">
      <dsp:nvSpPr>
        <dsp:cNvPr id="0" name=""/>
        <dsp:cNvSpPr/>
      </dsp:nvSpPr>
      <dsp:spPr>
        <a:xfrm>
          <a:off x="3528" y="370749"/>
          <a:ext cx="1910489" cy="114629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/>
            <a:t>Themes setting</a:t>
          </a:r>
          <a:endParaRPr lang="th-TH" sz="2200" kern="1200" dirty="0"/>
        </a:p>
      </dsp:txBody>
      <dsp:txXfrm>
        <a:off x="3528" y="370749"/>
        <a:ext cx="1910489" cy="1146293"/>
      </dsp:txXfrm>
    </dsp:sp>
    <dsp:sp modelId="{5FA7F1DB-B930-42DF-9533-6F75CA7D96A8}">
      <dsp:nvSpPr>
        <dsp:cNvPr id="0" name=""/>
        <dsp:cNvSpPr/>
      </dsp:nvSpPr>
      <dsp:spPr>
        <a:xfrm>
          <a:off x="2105067" y="370749"/>
          <a:ext cx="1910489" cy="114629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/>
            <a:t>Authentication</a:t>
          </a:r>
          <a:endParaRPr lang="th-TH" sz="2200" kern="1200" dirty="0"/>
        </a:p>
      </dsp:txBody>
      <dsp:txXfrm>
        <a:off x="2105067" y="370749"/>
        <a:ext cx="1910489" cy="1146293"/>
      </dsp:txXfrm>
    </dsp:sp>
    <dsp:sp modelId="{BDFA0E47-878A-4923-B5BB-EFAF4C159289}">
      <dsp:nvSpPr>
        <dsp:cNvPr id="0" name=""/>
        <dsp:cNvSpPr/>
      </dsp:nvSpPr>
      <dsp:spPr>
        <a:xfrm>
          <a:off x="4206605" y="370749"/>
          <a:ext cx="1910489" cy="114629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b="0" i="0" kern="1200" dirty="0"/>
            <a:t>application configuration</a:t>
          </a:r>
          <a:endParaRPr lang="th-TH" sz="2200" kern="1200" dirty="0"/>
        </a:p>
      </dsp:txBody>
      <dsp:txXfrm>
        <a:off x="4206605" y="370749"/>
        <a:ext cx="1910489" cy="1146293"/>
      </dsp:txXfrm>
    </dsp:sp>
    <dsp:sp modelId="{2FEE4CFC-6715-43F1-9F41-0D08CDCCF63A}">
      <dsp:nvSpPr>
        <dsp:cNvPr id="0" name=""/>
        <dsp:cNvSpPr/>
      </dsp:nvSpPr>
      <dsp:spPr>
        <a:xfrm>
          <a:off x="6308144" y="370749"/>
          <a:ext cx="1910489" cy="114629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/>
            <a:t>user setting</a:t>
          </a:r>
          <a:endParaRPr lang="th-TH" sz="2200" kern="1200" dirty="0"/>
        </a:p>
      </dsp:txBody>
      <dsp:txXfrm>
        <a:off x="6308144" y="370749"/>
        <a:ext cx="1910489" cy="1146293"/>
      </dsp:txXfrm>
    </dsp:sp>
    <dsp:sp modelId="{99618C34-1EF8-4CC6-AEE5-FA436ACA601E}">
      <dsp:nvSpPr>
        <dsp:cNvPr id="0" name=""/>
        <dsp:cNvSpPr/>
      </dsp:nvSpPr>
      <dsp:spPr>
        <a:xfrm>
          <a:off x="8409682" y="370749"/>
          <a:ext cx="1910489" cy="114629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b="0" i="0" kern="1200" dirty="0"/>
            <a:t>preferred language</a:t>
          </a:r>
          <a:endParaRPr lang="th-TH" sz="2200" kern="1200" dirty="0"/>
        </a:p>
      </dsp:txBody>
      <dsp:txXfrm>
        <a:off x="8409682" y="370749"/>
        <a:ext cx="1910489" cy="114629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B9E15D-2EFB-4B41-8699-E6E9F59DA77B}">
      <dsp:nvSpPr>
        <dsp:cNvPr id="0" name=""/>
        <dsp:cNvSpPr/>
      </dsp:nvSpPr>
      <dsp:spPr>
        <a:xfrm>
          <a:off x="0" y="2203"/>
          <a:ext cx="1387602" cy="81952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/>
            <a:t>Create connection</a:t>
          </a:r>
          <a:endParaRPr lang="th-TH" sz="2000" kern="1200" dirty="0"/>
        </a:p>
      </dsp:txBody>
      <dsp:txXfrm>
        <a:off x="24003" y="26206"/>
        <a:ext cx="1339596" cy="771517"/>
      </dsp:txXfrm>
    </dsp:sp>
    <dsp:sp modelId="{63E91050-6A42-4BF4-87BB-5A2CC3A49783}">
      <dsp:nvSpPr>
        <dsp:cNvPr id="0" name=""/>
        <dsp:cNvSpPr/>
      </dsp:nvSpPr>
      <dsp:spPr>
        <a:xfrm rot="5400000">
          <a:off x="540140" y="842214"/>
          <a:ext cx="307321" cy="368785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th-TH" sz="1300" kern="1200"/>
        </a:p>
      </dsp:txBody>
      <dsp:txXfrm rot="-5400000">
        <a:off x="583165" y="872946"/>
        <a:ext cx="221271" cy="215125"/>
      </dsp:txXfrm>
    </dsp:sp>
    <dsp:sp modelId="{CD35B736-CBAF-4F25-B1A8-E8FCF0C32DC3}">
      <dsp:nvSpPr>
        <dsp:cNvPr id="0" name=""/>
        <dsp:cNvSpPr/>
      </dsp:nvSpPr>
      <dsp:spPr>
        <a:xfrm>
          <a:off x="0" y="1231487"/>
          <a:ext cx="1387602" cy="81952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/>
            <a:t>Connect</a:t>
          </a:r>
          <a:endParaRPr lang="th-TH" sz="2000" kern="1200" dirty="0"/>
        </a:p>
      </dsp:txBody>
      <dsp:txXfrm>
        <a:off x="24003" y="1255490"/>
        <a:ext cx="1339596" cy="771517"/>
      </dsp:txXfrm>
    </dsp:sp>
    <dsp:sp modelId="{DC7A81C4-427C-49C8-A00A-A493D9F7933D}">
      <dsp:nvSpPr>
        <dsp:cNvPr id="0" name=""/>
        <dsp:cNvSpPr/>
      </dsp:nvSpPr>
      <dsp:spPr>
        <a:xfrm rot="5400000">
          <a:off x="540140" y="2071499"/>
          <a:ext cx="307321" cy="368785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th-TH" sz="1300" kern="1200"/>
        </a:p>
      </dsp:txBody>
      <dsp:txXfrm rot="-5400000">
        <a:off x="583165" y="2102231"/>
        <a:ext cx="221271" cy="215125"/>
      </dsp:txXfrm>
    </dsp:sp>
    <dsp:sp modelId="{D5FF609A-6FA6-499D-9A70-887C29D4A776}">
      <dsp:nvSpPr>
        <dsp:cNvPr id="0" name=""/>
        <dsp:cNvSpPr/>
      </dsp:nvSpPr>
      <dsp:spPr>
        <a:xfrm>
          <a:off x="0" y="2460772"/>
          <a:ext cx="1387602" cy="81952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/>
            <a:t>Query</a:t>
          </a:r>
          <a:endParaRPr lang="th-TH" sz="2000" kern="1200" dirty="0"/>
        </a:p>
      </dsp:txBody>
      <dsp:txXfrm>
        <a:off x="24003" y="2484775"/>
        <a:ext cx="1339596" cy="771517"/>
      </dsp:txXfrm>
    </dsp:sp>
    <dsp:sp modelId="{62401C06-4C27-42DB-8BB4-5FCC1CC5163E}">
      <dsp:nvSpPr>
        <dsp:cNvPr id="0" name=""/>
        <dsp:cNvSpPr/>
      </dsp:nvSpPr>
      <dsp:spPr>
        <a:xfrm rot="5400000">
          <a:off x="540140" y="3300784"/>
          <a:ext cx="307321" cy="368785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th-TH" sz="1300" kern="1200"/>
        </a:p>
      </dsp:txBody>
      <dsp:txXfrm rot="-5400000">
        <a:off x="583165" y="3331516"/>
        <a:ext cx="221271" cy="215125"/>
      </dsp:txXfrm>
    </dsp:sp>
    <dsp:sp modelId="{185E569B-ADB6-4940-A675-E02CD90B6E74}">
      <dsp:nvSpPr>
        <dsp:cNvPr id="0" name=""/>
        <dsp:cNvSpPr/>
      </dsp:nvSpPr>
      <dsp:spPr>
        <a:xfrm>
          <a:off x="0" y="3690057"/>
          <a:ext cx="1387602" cy="81952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/>
            <a:t>Close connection</a:t>
          </a:r>
          <a:endParaRPr lang="th-TH" sz="2000" kern="1200" dirty="0"/>
        </a:p>
      </dsp:txBody>
      <dsp:txXfrm>
        <a:off x="24003" y="3714060"/>
        <a:ext cx="1339596" cy="77151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DE7BA-4459-4995-BADB-3F0B420BF2EE}">
      <dsp:nvSpPr>
        <dsp:cNvPr id="0" name=""/>
        <dsp:cNvSpPr/>
      </dsp:nvSpPr>
      <dsp:spPr>
        <a:xfrm>
          <a:off x="486322" y="454614"/>
          <a:ext cx="1579536" cy="7897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/>
            <a:t>/</a:t>
          </a:r>
          <a:r>
            <a:rPr lang="en-US" sz="2100" kern="1200" dirty="0" err="1"/>
            <a:t>projectName</a:t>
          </a:r>
          <a:endParaRPr lang="th-TH" sz="2100" kern="1200" dirty="0"/>
        </a:p>
      </dsp:txBody>
      <dsp:txXfrm>
        <a:off x="509454" y="477746"/>
        <a:ext cx="1533272" cy="743504"/>
      </dsp:txXfrm>
    </dsp:sp>
    <dsp:sp modelId="{A799F6ED-9D79-4E7B-B892-631E246D2F42}">
      <dsp:nvSpPr>
        <dsp:cNvPr id="0" name=""/>
        <dsp:cNvSpPr/>
      </dsp:nvSpPr>
      <dsp:spPr>
        <a:xfrm rot="19457599">
          <a:off x="1992725" y="580604"/>
          <a:ext cx="778081" cy="83671"/>
        </a:xfrm>
        <a:custGeom>
          <a:avLst/>
          <a:gdLst/>
          <a:ahLst/>
          <a:cxnLst/>
          <a:rect l="0" t="0" r="0" b="0"/>
          <a:pathLst>
            <a:path>
              <a:moveTo>
                <a:pt x="0" y="41835"/>
              </a:moveTo>
              <a:lnTo>
                <a:pt x="778081" y="41835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th-TH" sz="500" kern="1200"/>
        </a:p>
      </dsp:txBody>
      <dsp:txXfrm>
        <a:off x="2362313" y="602988"/>
        <a:ext cx="38904" cy="38904"/>
      </dsp:txXfrm>
    </dsp:sp>
    <dsp:sp modelId="{9302B766-0B25-48F7-A5A7-6DEB5EDD2343}">
      <dsp:nvSpPr>
        <dsp:cNvPr id="0" name=""/>
        <dsp:cNvSpPr/>
      </dsp:nvSpPr>
      <dsp:spPr>
        <a:xfrm>
          <a:off x="2697673" y="497"/>
          <a:ext cx="1579536" cy="78976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/>
            <a:t>/frontend</a:t>
          </a:r>
          <a:endParaRPr lang="th-TH" sz="2100" kern="1200" dirty="0"/>
        </a:p>
      </dsp:txBody>
      <dsp:txXfrm>
        <a:off x="2720805" y="23629"/>
        <a:ext cx="1533272" cy="743504"/>
      </dsp:txXfrm>
    </dsp:sp>
    <dsp:sp modelId="{BAD10119-1BC9-4A70-8F9B-4CF8B994C0D3}">
      <dsp:nvSpPr>
        <dsp:cNvPr id="0" name=""/>
        <dsp:cNvSpPr/>
      </dsp:nvSpPr>
      <dsp:spPr>
        <a:xfrm rot="2142401">
          <a:off x="1992725" y="1034720"/>
          <a:ext cx="778081" cy="83671"/>
        </a:xfrm>
        <a:custGeom>
          <a:avLst/>
          <a:gdLst/>
          <a:ahLst/>
          <a:cxnLst/>
          <a:rect l="0" t="0" r="0" b="0"/>
          <a:pathLst>
            <a:path>
              <a:moveTo>
                <a:pt x="0" y="41835"/>
              </a:moveTo>
              <a:lnTo>
                <a:pt x="778081" y="41835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th-TH" sz="500" kern="1200"/>
        </a:p>
      </dsp:txBody>
      <dsp:txXfrm>
        <a:off x="2362313" y="1057104"/>
        <a:ext cx="38904" cy="38904"/>
      </dsp:txXfrm>
    </dsp:sp>
    <dsp:sp modelId="{693D21BF-7CB5-450C-9099-8608E8BDDCCD}">
      <dsp:nvSpPr>
        <dsp:cNvPr id="0" name=""/>
        <dsp:cNvSpPr/>
      </dsp:nvSpPr>
      <dsp:spPr>
        <a:xfrm>
          <a:off x="2697673" y="908731"/>
          <a:ext cx="1579536" cy="78976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/>
            <a:t>/backend</a:t>
          </a:r>
          <a:endParaRPr lang="th-TH" sz="2100" kern="1200" dirty="0"/>
        </a:p>
      </dsp:txBody>
      <dsp:txXfrm>
        <a:off x="2720805" y="931863"/>
        <a:ext cx="1533272" cy="74350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5B3C67-7045-4329-9B42-A8740689D6B8}">
      <dsp:nvSpPr>
        <dsp:cNvPr id="0" name=""/>
        <dsp:cNvSpPr/>
      </dsp:nvSpPr>
      <dsp:spPr>
        <a:xfrm>
          <a:off x="804476" y="0"/>
          <a:ext cx="9117395" cy="2864548"/>
        </a:xfrm>
        <a:prstGeom prst="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3E9316-C3B7-4ECB-8AAD-2F28FFECBB3B}">
      <dsp:nvSpPr>
        <dsp:cNvPr id="0" name=""/>
        <dsp:cNvSpPr/>
      </dsp:nvSpPr>
      <dsp:spPr>
        <a:xfrm>
          <a:off x="3142" y="859364"/>
          <a:ext cx="1891775" cy="114581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100" kern="1200" dirty="0"/>
            <a:t>server</a:t>
          </a:r>
          <a:endParaRPr lang="th-TH" sz="3100" kern="1200" dirty="0"/>
        </a:p>
      </dsp:txBody>
      <dsp:txXfrm>
        <a:off x="59076" y="915298"/>
        <a:ext cx="1779907" cy="1033951"/>
      </dsp:txXfrm>
    </dsp:sp>
    <dsp:sp modelId="{E2CADEDE-9244-4E1A-B38F-526559B33EF7}">
      <dsp:nvSpPr>
        <dsp:cNvPr id="0" name=""/>
        <dsp:cNvSpPr/>
      </dsp:nvSpPr>
      <dsp:spPr>
        <a:xfrm>
          <a:off x="2210214" y="859364"/>
          <a:ext cx="1891775" cy="114581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100" kern="1200" dirty="0"/>
            <a:t>app</a:t>
          </a:r>
          <a:endParaRPr lang="th-TH" sz="3100" kern="1200" dirty="0"/>
        </a:p>
      </dsp:txBody>
      <dsp:txXfrm>
        <a:off x="2266148" y="915298"/>
        <a:ext cx="1779907" cy="1033951"/>
      </dsp:txXfrm>
    </dsp:sp>
    <dsp:sp modelId="{073D5AF3-0EA2-41D4-80B1-16C1C7E4082A}">
      <dsp:nvSpPr>
        <dsp:cNvPr id="0" name=""/>
        <dsp:cNvSpPr/>
      </dsp:nvSpPr>
      <dsp:spPr>
        <a:xfrm>
          <a:off x="4417286" y="859364"/>
          <a:ext cx="1891775" cy="1145819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100" kern="1200" dirty="0"/>
            <a:t>route</a:t>
          </a:r>
          <a:endParaRPr lang="th-TH" sz="3100" kern="1200" dirty="0"/>
        </a:p>
      </dsp:txBody>
      <dsp:txXfrm>
        <a:off x="4473220" y="915298"/>
        <a:ext cx="1779907" cy="1033951"/>
      </dsp:txXfrm>
    </dsp:sp>
    <dsp:sp modelId="{CC708261-A53E-46A9-877D-25983159A453}">
      <dsp:nvSpPr>
        <dsp:cNvPr id="0" name=""/>
        <dsp:cNvSpPr/>
      </dsp:nvSpPr>
      <dsp:spPr>
        <a:xfrm>
          <a:off x="6624357" y="859364"/>
          <a:ext cx="1891775" cy="114581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100" kern="1200" dirty="0"/>
            <a:t>controller</a:t>
          </a:r>
          <a:endParaRPr lang="th-TH" sz="3100" kern="1200" dirty="0"/>
        </a:p>
      </dsp:txBody>
      <dsp:txXfrm>
        <a:off x="6680291" y="915298"/>
        <a:ext cx="1779907" cy="1033951"/>
      </dsp:txXfrm>
    </dsp:sp>
    <dsp:sp modelId="{BFA102E7-AC46-4C4B-A586-AEFFAF42D41C}">
      <dsp:nvSpPr>
        <dsp:cNvPr id="0" name=""/>
        <dsp:cNvSpPr/>
      </dsp:nvSpPr>
      <dsp:spPr>
        <a:xfrm>
          <a:off x="8831429" y="859364"/>
          <a:ext cx="1891775" cy="1145819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100" kern="1200" dirty="0"/>
            <a:t>database</a:t>
          </a:r>
          <a:endParaRPr lang="th-TH" sz="3100" kern="1200" dirty="0"/>
        </a:p>
      </dsp:txBody>
      <dsp:txXfrm>
        <a:off x="8887363" y="915298"/>
        <a:ext cx="1779907" cy="103395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62CC5B-FB3F-4F75-BEBF-42119BEAA11D}">
      <dsp:nvSpPr>
        <dsp:cNvPr id="0" name=""/>
        <dsp:cNvSpPr/>
      </dsp:nvSpPr>
      <dsp:spPr>
        <a:xfrm>
          <a:off x="0" y="78334"/>
          <a:ext cx="5675086" cy="79633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h-TH" sz="3000" b="0" i="0" kern="1200" dirty="0">
              <a:effectLst/>
              <a:latin typeface="+mn-lt"/>
            </a:rPr>
            <a:t>/</a:t>
          </a:r>
          <a:r>
            <a:rPr lang="th-TH" sz="3000" b="0" i="0" kern="1200" dirty="0" err="1">
              <a:effectLst/>
              <a:latin typeface="+mn-lt"/>
            </a:rPr>
            <a:t>api</a:t>
          </a:r>
          <a:r>
            <a:rPr lang="th-TH" sz="3000" b="0" i="0" kern="1200" dirty="0">
              <a:effectLst/>
              <a:latin typeface="+mn-lt"/>
            </a:rPr>
            <a:t>/</a:t>
          </a:r>
          <a:r>
            <a:rPr lang="th-TH" sz="3000" b="0" i="0" kern="1200" dirty="0" err="1">
              <a:effectLst/>
              <a:latin typeface="+mn-lt"/>
            </a:rPr>
            <a:t>users</a:t>
          </a:r>
          <a:endParaRPr lang="th-TH" sz="3000" kern="1200" dirty="0"/>
        </a:p>
      </dsp:txBody>
      <dsp:txXfrm>
        <a:off x="38874" y="117208"/>
        <a:ext cx="5597338" cy="718583"/>
      </dsp:txXfrm>
    </dsp:sp>
    <dsp:sp modelId="{92085E95-48CE-4AF5-9328-AF6E428CB3AB}">
      <dsp:nvSpPr>
        <dsp:cNvPr id="0" name=""/>
        <dsp:cNvSpPr/>
      </dsp:nvSpPr>
      <dsp:spPr>
        <a:xfrm>
          <a:off x="0" y="961065"/>
          <a:ext cx="5675086" cy="796331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h-TH" sz="3000" b="0" i="0" kern="1200" dirty="0">
              <a:effectLst/>
              <a:latin typeface="+mn-lt"/>
            </a:rPr>
            <a:t>/</a:t>
          </a:r>
          <a:r>
            <a:rPr lang="th-TH" sz="3000" b="0" i="0" kern="1200" dirty="0" err="1">
              <a:effectLst/>
              <a:latin typeface="+mn-lt"/>
            </a:rPr>
            <a:t>api</a:t>
          </a:r>
          <a:r>
            <a:rPr lang="th-TH" sz="3000" b="0" i="0" kern="1200" dirty="0">
              <a:effectLst/>
              <a:latin typeface="+mn-lt"/>
            </a:rPr>
            <a:t>/</a:t>
          </a:r>
          <a:r>
            <a:rPr lang="th-TH" sz="3000" b="0" i="0" kern="1200" dirty="0" err="1">
              <a:effectLst/>
              <a:latin typeface="+mn-lt"/>
            </a:rPr>
            <a:t>users</a:t>
          </a:r>
          <a:r>
            <a:rPr lang="th-TH" sz="3000" b="0" i="0" kern="1200" dirty="0">
              <a:effectLst/>
              <a:latin typeface="+mn-lt"/>
            </a:rPr>
            <a:t>/:</a:t>
          </a:r>
          <a:r>
            <a:rPr lang="th-TH" sz="3000" b="0" i="0" kern="1200" dirty="0" err="1">
              <a:effectLst/>
              <a:latin typeface="+mn-lt"/>
            </a:rPr>
            <a:t>id</a:t>
          </a:r>
          <a:endParaRPr lang="th-TH" sz="3000" b="0" i="0" kern="1200" dirty="0">
            <a:effectLst/>
            <a:latin typeface="+mn-lt"/>
          </a:endParaRPr>
        </a:p>
      </dsp:txBody>
      <dsp:txXfrm>
        <a:off x="38874" y="999939"/>
        <a:ext cx="5597338" cy="718583"/>
      </dsp:txXfrm>
    </dsp:sp>
    <dsp:sp modelId="{1028824D-EDC6-4569-AC65-34458FEA08BA}">
      <dsp:nvSpPr>
        <dsp:cNvPr id="0" name=""/>
        <dsp:cNvSpPr/>
      </dsp:nvSpPr>
      <dsp:spPr>
        <a:xfrm>
          <a:off x="0" y="1843796"/>
          <a:ext cx="5675086" cy="796331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h-TH" sz="3000" b="0" i="0" kern="1200" dirty="0">
              <a:effectLst/>
              <a:latin typeface="+mn-lt"/>
            </a:rPr>
            <a:t>/</a:t>
          </a:r>
          <a:r>
            <a:rPr lang="th-TH" sz="3000" b="0" i="0" kern="1200" dirty="0" err="1">
              <a:effectLst/>
              <a:latin typeface="+mn-lt"/>
            </a:rPr>
            <a:t>api</a:t>
          </a:r>
          <a:r>
            <a:rPr lang="th-TH" sz="3000" b="0" i="0" kern="1200" dirty="0">
              <a:effectLst/>
              <a:latin typeface="+mn-lt"/>
            </a:rPr>
            <a:t>/</a:t>
          </a:r>
          <a:r>
            <a:rPr lang="th-TH" sz="3000" b="0" i="0" kern="1200" dirty="0" err="1">
              <a:effectLst/>
              <a:latin typeface="+mn-lt"/>
            </a:rPr>
            <a:t>users</a:t>
          </a:r>
          <a:r>
            <a:rPr lang="th-TH" sz="3000" b="0" i="0" kern="1200" dirty="0">
              <a:effectLst/>
              <a:latin typeface="+mn-lt"/>
            </a:rPr>
            <a:t>/</a:t>
          </a:r>
          <a:r>
            <a:rPr lang="en-US" sz="3000" b="0" i="0" kern="1200" dirty="0" err="1">
              <a:effectLst/>
              <a:latin typeface="+mn-lt"/>
            </a:rPr>
            <a:t>search?keyword</a:t>
          </a:r>
          <a:r>
            <a:rPr lang="en-US" sz="3000" b="0" i="0" kern="1200" dirty="0">
              <a:effectLst/>
              <a:latin typeface="+mn-lt"/>
            </a:rPr>
            <a:t>=key</a:t>
          </a:r>
          <a:endParaRPr lang="th-TH" sz="3000" b="0" i="0" kern="1200" dirty="0">
            <a:effectLst/>
            <a:latin typeface="+mn-lt"/>
          </a:endParaRPr>
        </a:p>
      </dsp:txBody>
      <dsp:txXfrm>
        <a:off x="38874" y="1882670"/>
        <a:ext cx="5597338" cy="718583"/>
      </dsp:txXfrm>
    </dsp:sp>
    <dsp:sp modelId="{3E297179-65D6-4A94-B6C3-28520820F05E}">
      <dsp:nvSpPr>
        <dsp:cNvPr id="0" name=""/>
        <dsp:cNvSpPr/>
      </dsp:nvSpPr>
      <dsp:spPr>
        <a:xfrm>
          <a:off x="0" y="2726527"/>
          <a:ext cx="5675086" cy="796331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h-TH" sz="3000" b="0" i="0" kern="1200">
              <a:effectLst/>
              <a:latin typeface="+mn-lt"/>
            </a:rPr>
            <a:t>/api/users</a:t>
          </a:r>
          <a:endParaRPr lang="th-TH" sz="3000" b="0" i="0" kern="1200" dirty="0">
            <a:effectLst/>
            <a:latin typeface="+mn-lt"/>
          </a:endParaRPr>
        </a:p>
      </dsp:txBody>
      <dsp:txXfrm>
        <a:off x="38874" y="2765401"/>
        <a:ext cx="5597338" cy="718583"/>
      </dsp:txXfrm>
    </dsp:sp>
    <dsp:sp modelId="{FEAADFD6-6335-4AB6-B735-FA2BCE31735B}">
      <dsp:nvSpPr>
        <dsp:cNvPr id="0" name=""/>
        <dsp:cNvSpPr/>
      </dsp:nvSpPr>
      <dsp:spPr>
        <a:xfrm>
          <a:off x="0" y="3609259"/>
          <a:ext cx="5675086" cy="796331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h-TH" sz="3000" b="0" i="0" kern="1200" dirty="0">
              <a:effectLst/>
              <a:latin typeface="+mn-lt"/>
            </a:rPr>
            <a:t>/</a:t>
          </a:r>
          <a:r>
            <a:rPr lang="th-TH" sz="3000" b="0" i="0" kern="1200" dirty="0" err="1">
              <a:effectLst/>
              <a:latin typeface="+mn-lt"/>
            </a:rPr>
            <a:t>api</a:t>
          </a:r>
          <a:r>
            <a:rPr lang="th-TH" sz="3000" b="0" i="0" kern="1200" dirty="0">
              <a:effectLst/>
              <a:latin typeface="+mn-lt"/>
            </a:rPr>
            <a:t>/</a:t>
          </a:r>
          <a:r>
            <a:rPr lang="th-TH" sz="3000" b="0" i="0" kern="1200" dirty="0" err="1">
              <a:effectLst/>
              <a:latin typeface="+mn-lt"/>
            </a:rPr>
            <a:t>users</a:t>
          </a:r>
          <a:r>
            <a:rPr lang="th-TH" sz="3000" b="0" i="0" kern="1200" dirty="0">
              <a:effectLst/>
              <a:latin typeface="+mn-lt"/>
            </a:rPr>
            <a:t>/:</a:t>
          </a:r>
          <a:r>
            <a:rPr lang="th-TH" sz="3000" b="0" i="0" kern="1200" dirty="0" err="1">
              <a:effectLst/>
              <a:latin typeface="+mn-lt"/>
            </a:rPr>
            <a:t>id</a:t>
          </a:r>
          <a:endParaRPr lang="th-TH" sz="3000" b="0" i="0" kern="1200" dirty="0">
            <a:effectLst/>
            <a:latin typeface="+mn-lt"/>
          </a:endParaRPr>
        </a:p>
      </dsp:txBody>
      <dsp:txXfrm>
        <a:off x="38874" y="3648133"/>
        <a:ext cx="5597338" cy="718583"/>
      </dsp:txXfrm>
    </dsp:sp>
    <dsp:sp modelId="{2C969C1B-B9F1-4062-874E-905ECCED7AC7}">
      <dsp:nvSpPr>
        <dsp:cNvPr id="0" name=""/>
        <dsp:cNvSpPr/>
      </dsp:nvSpPr>
      <dsp:spPr>
        <a:xfrm>
          <a:off x="0" y="4491990"/>
          <a:ext cx="5675086" cy="79633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h-TH" sz="3000" b="0" i="0" kern="1200" dirty="0">
              <a:effectLst/>
              <a:latin typeface="+mn-lt"/>
            </a:rPr>
            <a:t>/</a:t>
          </a:r>
          <a:r>
            <a:rPr lang="th-TH" sz="3000" b="0" i="0" kern="1200" dirty="0" err="1">
              <a:effectLst/>
              <a:latin typeface="+mn-lt"/>
            </a:rPr>
            <a:t>api</a:t>
          </a:r>
          <a:r>
            <a:rPr lang="th-TH" sz="3000" b="0" i="0" kern="1200" dirty="0">
              <a:effectLst/>
              <a:latin typeface="+mn-lt"/>
            </a:rPr>
            <a:t>/</a:t>
          </a:r>
          <a:r>
            <a:rPr lang="th-TH" sz="3000" b="0" i="0" kern="1200" dirty="0" err="1">
              <a:effectLst/>
              <a:latin typeface="+mn-lt"/>
            </a:rPr>
            <a:t>users</a:t>
          </a:r>
          <a:r>
            <a:rPr lang="th-TH" sz="3000" b="0" i="0" kern="1200" dirty="0">
              <a:effectLst/>
              <a:latin typeface="+mn-lt"/>
            </a:rPr>
            <a:t>/:</a:t>
          </a:r>
          <a:r>
            <a:rPr lang="th-TH" sz="3000" b="0" i="0" kern="1200" dirty="0" err="1">
              <a:effectLst/>
              <a:latin typeface="+mn-lt"/>
            </a:rPr>
            <a:t>id</a:t>
          </a:r>
          <a:endParaRPr lang="th-TH" sz="3000" b="0" i="0" kern="1200" dirty="0">
            <a:effectLst/>
            <a:latin typeface="Noto Sans Thai Looped"/>
          </a:endParaRPr>
        </a:p>
      </dsp:txBody>
      <dsp:txXfrm>
        <a:off x="38874" y="4530864"/>
        <a:ext cx="5597338" cy="718583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62CC5B-FB3F-4F75-BEBF-42119BEAA11D}">
      <dsp:nvSpPr>
        <dsp:cNvPr id="0" name=""/>
        <dsp:cNvSpPr/>
      </dsp:nvSpPr>
      <dsp:spPr>
        <a:xfrm>
          <a:off x="0" y="78334"/>
          <a:ext cx="1538514" cy="79633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h-TH" sz="3000" b="0" i="0" kern="1200" dirty="0" err="1">
              <a:effectLst/>
              <a:latin typeface="+mn-lt"/>
            </a:rPr>
            <a:t>GET</a:t>
          </a:r>
          <a:endParaRPr lang="th-TH" sz="3000" kern="1200" dirty="0"/>
        </a:p>
      </dsp:txBody>
      <dsp:txXfrm>
        <a:off x="38874" y="117208"/>
        <a:ext cx="1460766" cy="718583"/>
      </dsp:txXfrm>
    </dsp:sp>
    <dsp:sp modelId="{AB66A49A-588C-4EC8-A382-594381C2DBD2}">
      <dsp:nvSpPr>
        <dsp:cNvPr id="0" name=""/>
        <dsp:cNvSpPr/>
      </dsp:nvSpPr>
      <dsp:spPr>
        <a:xfrm>
          <a:off x="0" y="961065"/>
          <a:ext cx="1538514" cy="796331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h-TH" sz="3000" b="0" i="0" kern="1200" dirty="0" err="1">
              <a:effectLst/>
              <a:latin typeface="+mn-lt"/>
            </a:rPr>
            <a:t>GET</a:t>
          </a:r>
          <a:endParaRPr lang="th-TH" sz="3000" kern="1200" dirty="0"/>
        </a:p>
      </dsp:txBody>
      <dsp:txXfrm>
        <a:off x="38874" y="999939"/>
        <a:ext cx="1460766" cy="718583"/>
      </dsp:txXfrm>
    </dsp:sp>
    <dsp:sp modelId="{F3165D3D-4729-42FA-839D-B544A1600577}">
      <dsp:nvSpPr>
        <dsp:cNvPr id="0" name=""/>
        <dsp:cNvSpPr/>
      </dsp:nvSpPr>
      <dsp:spPr>
        <a:xfrm>
          <a:off x="0" y="1843796"/>
          <a:ext cx="1538514" cy="796331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/>
            <a:t>GET</a:t>
          </a:r>
          <a:endParaRPr lang="th-TH" sz="3000" kern="1200" dirty="0"/>
        </a:p>
      </dsp:txBody>
      <dsp:txXfrm>
        <a:off x="38874" y="1882670"/>
        <a:ext cx="1460766" cy="718583"/>
      </dsp:txXfrm>
    </dsp:sp>
    <dsp:sp modelId="{83EE1BCE-71CF-4DC1-8F97-081BA6428AA2}">
      <dsp:nvSpPr>
        <dsp:cNvPr id="0" name=""/>
        <dsp:cNvSpPr/>
      </dsp:nvSpPr>
      <dsp:spPr>
        <a:xfrm>
          <a:off x="0" y="2726527"/>
          <a:ext cx="1538514" cy="796331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h-TH" sz="3000" b="0" i="0" kern="1200" dirty="0" err="1">
              <a:effectLst/>
              <a:latin typeface="+mn-lt"/>
            </a:rPr>
            <a:t>POST</a:t>
          </a:r>
          <a:endParaRPr lang="th-TH" sz="3000" kern="1200" dirty="0"/>
        </a:p>
      </dsp:txBody>
      <dsp:txXfrm>
        <a:off x="38874" y="2765401"/>
        <a:ext cx="1460766" cy="718583"/>
      </dsp:txXfrm>
    </dsp:sp>
    <dsp:sp modelId="{4352D99D-8716-47BC-9FCE-4A021F32FB87}">
      <dsp:nvSpPr>
        <dsp:cNvPr id="0" name=""/>
        <dsp:cNvSpPr/>
      </dsp:nvSpPr>
      <dsp:spPr>
        <a:xfrm>
          <a:off x="0" y="3609259"/>
          <a:ext cx="1538514" cy="796331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h-TH" sz="3000" b="0" i="0" kern="1200" dirty="0" err="1">
              <a:effectLst/>
              <a:latin typeface="+mn-lt"/>
            </a:rPr>
            <a:t>PUT</a:t>
          </a:r>
          <a:endParaRPr lang="th-TH" sz="3000" kern="1200" dirty="0"/>
        </a:p>
      </dsp:txBody>
      <dsp:txXfrm>
        <a:off x="38874" y="3648133"/>
        <a:ext cx="1460766" cy="718583"/>
      </dsp:txXfrm>
    </dsp:sp>
    <dsp:sp modelId="{10E1BFF9-DB7D-4784-8391-8E70B2EE977C}">
      <dsp:nvSpPr>
        <dsp:cNvPr id="0" name=""/>
        <dsp:cNvSpPr/>
      </dsp:nvSpPr>
      <dsp:spPr>
        <a:xfrm>
          <a:off x="0" y="4491990"/>
          <a:ext cx="1538514" cy="79633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h-TH" sz="3000" b="0" i="0" kern="1200" dirty="0" err="1">
              <a:effectLst/>
              <a:latin typeface="+mn-lt"/>
            </a:rPr>
            <a:t>DELETE</a:t>
          </a:r>
          <a:endParaRPr lang="th-TH" sz="3000" kern="1200" dirty="0"/>
        </a:p>
      </dsp:txBody>
      <dsp:txXfrm>
        <a:off x="38874" y="4530864"/>
        <a:ext cx="1460766" cy="718583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62CC5B-FB3F-4F75-BEBF-42119BEAA11D}">
      <dsp:nvSpPr>
        <dsp:cNvPr id="0" name=""/>
        <dsp:cNvSpPr/>
      </dsp:nvSpPr>
      <dsp:spPr>
        <a:xfrm>
          <a:off x="0" y="78334"/>
          <a:ext cx="1538514" cy="79633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/>
            <a:t>Get all</a:t>
          </a:r>
          <a:endParaRPr lang="th-TH" sz="3000" kern="1200" dirty="0"/>
        </a:p>
      </dsp:txBody>
      <dsp:txXfrm>
        <a:off x="38874" y="117208"/>
        <a:ext cx="1460766" cy="718583"/>
      </dsp:txXfrm>
    </dsp:sp>
    <dsp:sp modelId="{BA55904B-0683-41B3-987A-835C03DC9E82}">
      <dsp:nvSpPr>
        <dsp:cNvPr id="0" name=""/>
        <dsp:cNvSpPr/>
      </dsp:nvSpPr>
      <dsp:spPr>
        <a:xfrm>
          <a:off x="0" y="961065"/>
          <a:ext cx="1538514" cy="796331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/>
            <a:t>Get id</a:t>
          </a:r>
          <a:endParaRPr lang="th-TH" sz="3000" kern="1200" dirty="0"/>
        </a:p>
      </dsp:txBody>
      <dsp:txXfrm>
        <a:off x="38874" y="999939"/>
        <a:ext cx="1460766" cy="718583"/>
      </dsp:txXfrm>
    </dsp:sp>
    <dsp:sp modelId="{34A0BD77-0A52-40F7-A94E-168DF3821B1B}">
      <dsp:nvSpPr>
        <dsp:cNvPr id="0" name=""/>
        <dsp:cNvSpPr/>
      </dsp:nvSpPr>
      <dsp:spPr>
        <a:xfrm>
          <a:off x="0" y="1843796"/>
          <a:ext cx="1538514" cy="796331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/>
            <a:t>Search</a:t>
          </a:r>
          <a:endParaRPr lang="th-TH" sz="3000" kern="1200" dirty="0"/>
        </a:p>
      </dsp:txBody>
      <dsp:txXfrm>
        <a:off x="38874" y="1882670"/>
        <a:ext cx="1460766" cy="718583"/>
      </dsp:txXfrm>
    </dsp:sp>
    <dsp:sp modelId="{83EE1BCE-71CF-4DC1-8F97-081BA6428AA2}">
      <dsp:nvSpPr>
        <dsp:cNvPr id="0" name=""/>
        <dsp:cNvSpPr/>
      </dsp:nvSpPr>
      <dsp:spPr>
        <a:xfrm>
          <a:off x="0" y="2726527"/>
          <a:ext cx="1538514" cy="796331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/>
            <a:t>Insert</a:t>
          </a:r>
          <a:endParaRPr lang="th-TH" sz="3000" kern="1200" dirty="0"/>
        </a:p>
      </dsp:txBody>
      <dsp:txXfrm>
        <a:off x="38874" y="2765401"/>
        <a:ext cx="1460766" cy="718583"/>
      </dsp:txXfrm>
    </dsp:sp>
    <dsp:sp modelId="{39342662-6D56-45A4-B799-AA776E98684F}">
      <dsp:nvSpPr>
        <dsp:cNvPr id="0" name=""/>
        <dsp:cNvSpPr/>
      </dsp:nvSpPr>
      <dsp:spPr>
        <a:xfrm>
          <a:off x="0" y="3609259"/>
          <a:ext cx="1538514" cy="796331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/>
            <a:t>Update</a:t>
          </a:r>
          <a:endParaRPr lang="th-TH" sz="3000" kern="1200" dirty="0"/>
        </a:p>
      </dsp:txBody>
      <dsp:txXfrm>
        <a:off x="38874" y="3648133"/>
        <a:ext cx="1460766" cy="718583"/>
      </dsp:txXfrm>
    </dsp:sp>
    <dsp:sp modelId="{10E1BFF9-DB7D-4784-8391-8E70B2EE977C}">
      <dsp:nvSpPr>
        <dsp:cNvPr id="0" name=""/>
        <dsp:cNvSpPr/>
      </dsp:nvSpPr>
      <dsp:spPr>
        <a:xfrm>
          <a:off x="0" y="4491990"/>
          <a:ext cx="1538514" cy="79633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h-TH" sz="3000" b="0" i="0" kern="1200" dirty="0">
              <a:effectLst/>
              <a:latin typeface="+mn-lt"/>
            </a:rPr>
            <a:t>D</a:t>
          </a:r>
          <a:r>
            <a:rPr lang="en-US" sz="3000" b="0" i="0" kern="1200" dirty="0" err="1">
              <a:effectLst/>
              <a:latin typeface="+mn-lt"/>
            </a:rPr>
            <a:t>elete</a:t>
          </a:r>
          <a:endParaRPr lang="th-TH" sz="3000" kern="1200" dirty="0"/>
        </a:p>
      </dsp:txBody>
      <dsp:txXfrm>
        <a:off x="38874" y="4530864"/>
        <a:ext cx="1460766" cy="718583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BE1C42-8898-4E29-BEF7-EAD3E2262B72}">
      <dsp:nvSpPr>
        <dsp:cNvPr id="0" name=""/>
        <dsp:cNvSpPr/>
      </dsp:nvSpPr>
      <dsp:spPr>
        <a:xfrm>
          <a:off x="0" y="4245226"/>
          <a:ext cx="8310524" cy="0"/>
        </a:xfrm>
        <a:prstGeom prst="line">
          <a:avLst/>
        </a:pr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A41BF0-6A89-4C79-B8BF-F65731FD3755}">
      <dsp:nvSpPr>
        <dsp:cNvPr id="0" name=""/>
        <dsp:cNvSpPr/>
      </dsp:nvSpPr>
      <dsp:spPr>
        <a:xfrm>
          <a:off x="0" y="3532078"/>
          <a:ext cx="8310524" cy="0"/>
        </a:xfrm>
        <a:prstGeom prst="line">
          <a:avLst/>
        </a:pr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A531F22-DA2E-41D4-801F-521ED9789BD4}">
      <dsp:nvSpPr>
        <dsp:cNvPr id="0" name=""/>
        <dsp:cNvSpPr/>
      </dsp:nvSpPr>
      <dsp:spPr>
        <a:xfrm>
          <a:off x="0" y="2818930"/>
          <a:ext cx="8310524" cy="0"/>
        </a:xfrm>
        <a:prstGeom prst="line">
          <a:avLst/>
        </a:pr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6C51C97-39C6-48D7-ADFE-2C3791EAC548}">
      <dsp:nvSpPr>
        <dsp:cNvPr id="0" name=""/>
        <dsp:cNvSpPr/>
      </dsp:nvSpPr>
      <dsp:spPr>
        <a:xfrm>
          <a:off x="0" y="2105782"/>
          <a:ext cx="8310524" cy="0"/>
        </a:xfrm>
        <a:prstGeom prst="line">
          <a:avLst/>
        </a:pr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FB92C7-0226-49B1-B2BC-8203CD40D8D2}">
      <dsp:nvSpPr>
        <dsp:cNvPr id="0" name=""/>
        <dsp:cNvSpPr/>
      </dsp:nvSpPr>
      <dsp:spPr>
        <a:xfrm>
          <a:off x="0" y="1392634"/>
          <a:ext cx="8310524" cy="0"/>
        </a:xfrm>
        <a:prstGeom prst="line">
          <a:avLst/>
        </a:pr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DD4271-39EC-4A49-8E98-D679EAFC7077}">
      <dsp:nvSpPr>
        <dsp:cNvPr id="0" name=""/>
        <dsp:cNvSpPr/>
      </dsp:nvSpPr>
      <dsp:spPr>
        <a:xfrm>
          <a:off x="0" y="679487"/>
          <a:ext cx="8310524" cy="0"/>
        </a:xfrm>
        <a:prstGeom prst="line">
          <a:avLst/>
        </a:pr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84877DD-CD42-47E8-8439-ED743875DC3D}">
      <dsp:nvSpPr>
        <dsp:cNvPr id="0" name=""/>
        <dsp:cNvSpPr/>
      </dsp:nvSpPr>
      <dsp:spPr>
        <a:xfrm>
          <a:off x="2160736" y="298"/>
          <a:ext cx="6149787" cy="6791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b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/>
            <a:t>GET /api/users</a:t>
          </a:r>
          <a:endParaRPr lang="th-TH" sz="3200" kern="1200" dirty="0"/>
        </a:p>
      </dsp:txBody>
      <dsp:txXfrm>
        <a:off x="2160736" y="298"/>
        <a:ext cx="6149787" cy="679188"/>
      </dsp:txXfrm>
    </dsp:sp>
    <dsp:sp modelId="{981C4678-431D-44DB-BC15-91B810396CF4}">
      <dsp:nvSpPr>
        <dsp:cNvPr id="0" name=""/>
        <dsp:cNvSpPr/>
      </dsp:nvSpPr>
      <dsp:spPr>
        <a:xfrm>
          <a:off x="0" y="298"/>
          <a:ext cx="2160736" cy="679188"/>
        </a:xfrm>
        <a:prstGeom prst="round2SameRect">
          <a:avLst>
            <a:gd name="adj1" fmla="val 16670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err="1"/>
            <a:t>GetAll</a:t>
          </a:r>
          <a:endParaRPr lang="th-TH" sz="3200" kern="1200" dirty="0"/>
        </a:p>
      </dsp:txBody>
      <dsp:txXfrm>
        <a:off x="33161" y="33459"/>
        <a:ext cx="2094414" cy="646027"/>
      </dsp:txXfrm>
    </dsp:sp>
    <dsp:sp modelId="{D8396105-BA05-495D-835B-4740EC039E78}">
      <dsp:nvSpPr>
        <dsp:cNvPr id="0" name=""/>
        <dsp:cNvSpPr/>
      </dsp:nvSpPr>
      <dsp:spPr>
        <a:xfrm>
          <a:off x="2160736" y="713446"/>
          <a:ext cx="6149787" cy="6791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b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/>
            <a:t>GET /</a:t>
          </a:r>
          <a:r>
            <a:rPr lang="en-US" sz="3200" kern="1200" dirty="0" err="1"/>
            <a:t>api</a:t>
          </a:r>
          <a:r>
            <a:rPr lang="en-US" sz="3200" kern="1200" dirty="0"/>
            <a:t>/users/:id</a:t>
          </a:r>
          <a:endParaRPr lang="th-TH" sz="3200" kern="1200" dirty="0"/>
        </a:p>
      </dsp:txBody>
      <dsp:txXfrm>
        <a:off x="2160736" y="713446"/>
        <a:ext cx="6149787" cy="679188"/>
      </dsp:txXfrm>
    </dsp:sp>
    <dsp:sp modelId="{F60BFEAA-44EC-41D3-8D0E-E3FA610AE3B6}">
      <dsp:nvSpPr>
        <dsp:cNvPr id="0" name=""/>
        <dsp:cNvSpPr/>
      </dsp:nvSpPr>
      <dsp:spPr>
        <a:xfrm>
          <a:off x="0" y="713446"/>
          <a:ext cx="2160736" cy="679188"/>
        </a:xfrm>
        <a:prstGeom prst="round2SameRect">
          <a:avLst>
            <a:gd name="adj1" fmla="val 16670"/>
            <a:gd name="adj2" fmla="val 0"/>
          </a:avLst>
        </a:prstGeom>
        <a:solidFill>
          <a:schemeClr val="accent4">
            <a:hueOff val="-1622061"/>
            <a:satOff val="515"/>
            <a:lumOff val="-471"/>
            <a:alphaOff val="0"/>
          </a:schemeClr>
        </a:solidFill>
        <a:ln w="12700" cap="flat" cmpd="sng" algn="ctr">
          <a:solidFill>
            <a:schemeClr val="accent4">
              <a:hueOff val="-1622061"/>
              <a:satOff val="515"/>
              <a:lumOff val="-47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err="1"/>
            <a:t>GetById</a:t>
          </a:r>
          <a:endParaRPr lang="th-TH" sz="3200" kern="1200" dirty="0"/>
        </a:p>
      </dsp:txBody>
      <dsp:txXfrm>
        <a:off x="33161" y="746607"/>
        <a:ext cx="2094414" cy="646027"/>
      </dsp:txXfrm>
    </dsp:sp>
    <dsp:sp modelId="{4AA0BA15-B82D-4BEA-BC01-F00F600B0C1B}">
      <dsp:nvSpPr>
        <dsp:cNvPr id="0" name=""/>
        <dsp:cNvSpPr/>
      </dsp:nvSpPr>
      <dsp:spPr>
        <a:xfrm>
          <a:off x="2160736" y="1426594"/>
          <a:ext cx="6149787" cy="6791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b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/>
            <a:t>POST /</a:t>
          </a:r>
          <a:r>
            <a:rPr lang="en-US" sz="3200" kern="1200" dirty="0" err="1"/>
            <a:t>api</a:t>
          </a:r>
          <a:r>
            <a:rPr lang="en-US" sz="3200" kern="1200" dirty="0"/>
            <a:t>/users</a:t>
          </a:r>
          <a:endParaRPr lang="th-TH" sz="3200" kern="1200" dirty="0"/>
        </a:p>
      </dsp:txBody>
      <dsp:txXfrm>
        <a:off x="2160736" y="1426594"/>
        <a:ext cx="6149787" cy="679188"/>
      </dsp:txXfrm>
    </dsp:sp>
    <dsp:sp modelId="{9B8F6573-0157-4D6F-83EC-EDCDBC6265D2}">
      <dsp:nvSpPr>
        <dsp:cNvPr id="0" name=""/>
        <dsp:cNvSpPr/>
      </dsp:nvSpPr>
      <dsp:spPr>
        <a:xfrm>
          <a:off x="0" y="1426594"/>
          <a:ext cx="2160736" cy="679188"/>
        </a:xfrm>
        <a:prstGeom prst="round2SameRect">
          <a:avLst>
            <a:gd name="adj1" fmla="val 16670"/>
            <a:gd name="adj2" fmla="val 0"/>
          </a:avLst>
        </a:prstGeom>
        <a:solidFill>
          <a:schemeClr val="accent4">
            <a:hueOff val="-3244121"/>
            <a:satOff val="1029"/>
            <a:lumOff val="-941"/>
            <a:alphaOff val="0"/>
          </a:schemeClr>
        </a:solidFill>
        <a:ln w="12700" cap="flat" cmpd="sng" algn="ctr">
          <a:solidFill>
            <a:schemeClr val="accent4">
              <a:hueOff val="-3244121"/>
              <a:satOff val="1029"/>
              <a:lumOff val="-94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/>
            <a:t>Insert</a:t>
          </a:r>
          <a:endParaRPr lang="th-TH" sz="3200" kern="1200" dirty="0"/>
        </a:p>
      </dsp:txBody>
      <dsp:txXfrm>
        <a:off x="33161" y="1459755"/>
        <a:ext cx="2094414" cy="646027"/>
      </dsp:txXfrm>
    </dsp:sp>
    <dsp:sp modelId="{D5707B2B-F7CD-45F5-8885-2B64FCE28B4F}">
      <dsp:nvSpPr>
        <dsp:cNvPr id="0" name=""/>
        <dsp:cNvSpPr/>
      </dsp:nvSpPr>
      <dsp:spPr>
        <a:xfrm>
          <a:off x="2160736" y="2139742"/>
          <a:ext cx="6149787" cy="6791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b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/>
            <a:t>PUT /api/users/:id</a:t>
          </a:r>
          <a:endParaRPr lang="th-TH" sz="3200" kern="1200" dirty="0"/>
        </a:p>
      </dsp:txBody>
      <dsp:txXfrm>
        <a:off x="2160736" y="2139742"/>
        <a:ext cx="6149787" cy="679188"/>
      </dsp:txXfrm>
    </dsp:sp>
    <dsp:sp modelId="{6F801CDC-6067-4758-81B7-3CF2006585C0}">
      <dsp:nvSpPr>
        <dsp:cNvPr id="0" name=""/>
        <dsp:cNvSpPr/>
      </dsp:nvSpPr>
      <dsp:spPr>
        <a:xfrm>
          <a:off x="0" y="2139742"/>
          <a:ext cx="2160736" cy="679188"/>
        </a:xfrm>
        <a:prstGeom prst="round2SameRect">
          <a:avLst>
            <a:gd name="adj1" fmla="val 16670"/>
            <a:gd name="adj2" fmla="val 0"/>
          </a:avLst>
        </a:prstGeom>
        <a:solidFill>
          <a:schemeClr val="accent4">
            <a:hueOff val="-4866182"/>
            <a:satOff val="1544"/>
            <a:lumOff val="-1412"/>
            <a:alphaOff val="0"/>
          </a:schemeClr>
        </a:solidFill>
        <a:ln w="12700" cap="flat" cmpd="sng" algn="ctr">
          <a:solidFill>
            <a:schemeClr val="accent4">
              <a:hueOff val="-4866182"/>
              <a:satOff val="1544"/>
              <a:lumOff val="-141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/>
            <a:t>Update</a:t>
          </a:r>
          <a:endParaRPr lang="th-TH" sz="3200" kern="1200" dirty="0"/>
        </a:p>
      </dsp:txBody>
      <dsp:txXfrm>
        <a:off x="33161" y="2172903"/>
        <a:ext cx="2094414" cy="646027"/>
      </dsp:txXfrm>
    </dsp:sp>
    <dsp:sp modelId="{AF339C25-2F50-44FE-ABC2-63031B768612}">
      <dsp:nvSpPr>
        <dsp:cNvPr id="0" name=""/>
        <dsp:cNvSpPr/>
      </dsp:nvSpPr>
      <dsp:spPr>
        <a:xfrm>
          <a:off x="2160736" y="2852890"/>
          <a:ext cx="6149787" cy="6791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b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/>
            <a:t>DELETE /api/users/:id</a:t>
          </a:r>
          <a:endParaRPr lang="th-TH" sz="3200" kern="1200" dirty="0"/>
        </a:p>
      </dsp:txBody>
      <dsp:txXfrm>
        <a:off x="2160736" y="2852890"/>
        <a:ext cx="6149787" cy="679188"/>
      </dsp:txXfrm>
    </dsp:sp>
    <dsp:sp modelId="{94A35012-C286-4BF5-BC55-BCE1560B9DF9}">
      <dsp:nvSpPr>
        <dsp:cNvPr id="0" name=""/>
        <dsp:cNvSpPr/>
      </dsp:nvSpPr>
      <dsp:spPr>
        <a:xfrm>
          <a:off x="0" y="2852890"/>
          <a:ext cx="2160736" cy="679188"/>
        </a:xfrm>
        <a:prstGeom prst="round2SameRect">
          <a:avLst>
            <a:gd name="adj1" fmla="val 16670"/>
            <a:gd name="adj2" fmla="val 0"/>
          </a:avLst>
        </a:prstGeom>
        <a:solidFill>
          <a:schemeClr val="accent4">
            <a:hueOff val="-6488242"/>
            <a:satOff val="2058"/>
            <a:lumOff val="-1882"/>
            <a:alphaOff val="0"/>
          </a:schemeClr>
        </a:solidFill>
        <a:ln w="12700" cap="flat" cmpd="sng" algn="ctr">
          <a:solidFill>
            <a:schemeClr val="accent4">
              <a:hueOff val="-6488242"/>
              <a:satOff val="2058"/>
              <a:lumOff val="-188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/>
            <a:t>Delete</a:t>
          </a:r>
          <a:endParaRPr lang="th-TH" sz="3200" kern="1200" dirty="0"/>
        </a:p>
      </dsp:txBody>
      <dsp:txXfrm>
        <a:off x="33161" y="2886051"/>
        <a:ext cx="2094414" cy="646027"/>
      </dsp:txXfrm>
    </dsp:sp>
    <dsp:sp modelId="{0B2EDEA0-8BB6-47A8-8D43-1FCBD72D99AD}">
      <dsp:nvSpPr>
        <dsp:cNvPr id="0" name=""/>
        <dsp:cNvSpPr/>
      </dsp:nvSpPr>
      <dsp:spPr>
        <a:xfrm>
          <a:off x="2160736" y="3566037"/>
          <a:ext cx="6149787" cy="6791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b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/>
            <a:t>GET /api/users/search?keyword=key</a:t>
          </a:r>
          <a:endParaRPr lang="th-TH" sz="3200" kern="1200" dirty="0"/>
        </a:p>
      </dsp:txBody>
      <dsp:txXfrm>
        <a:off x="2160736" y="3566037"/>
        <a:ext cx="6149787" cy="679188"/>
      </dsp:txXfrm>
    </dsp:sp>
    <dsp:sp modelId="{367F40D5-0870-472B-965A-667D39418BC0}">
      <dsp:nvSpPr>
        <dsp:cNvPr id="0" name=""/>
        <dsp:cNvSpPr/>
      </dsp:nvSpPr>
      <dsp:spPr>
        <a:xfrm>
          <a:off x="0" y="3566037"/>
          <a:ext cx="2160736" cy="679188"/>
        </a:xfrm>
        <a:prstGeom prst="round2SameRect">
          <a:avLst>
            <a:gd name="adj1" fmla="val 16670"/>
            <a:gd name="adj2" fmla="val 0"/>
          </a:avLst>
        </a:prstGeom>
        <a:solidFill>
          <a:schemeClr val="accent4">
            <a:hueOff val="-8110302"/>
            <a:satOff val="2573"/>
            <a:lumOff val="-2353"/>
            <a:alphaOff val="0"/>
          </a:schemeClr>
        </a:solidFill>
        <a:ln w="12700" cap="flat" cmpd="sng" algn="ctr">
          <a:solidFill>
            <a:schemeClr val="accent4">
              <a:hueOff val="-8110302"/>
              <a:satOff val="2573"/>
              <a:lumOff val="-235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/>
            <a:t>Search</a:t>
          </a:r>
          <a:endParaRPr lang="th-TH" sz="3200" kern="1200" dirty="0"/>
        </a:p>
      </dsp:txBody>
      <dsp:txXfrm>
        <a:off x="33161" y="3599198"/>
        <a:ext cx="2094414" cy="646027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BE1C42-8898-4E29-BEF7-EAD3E2262B72}">
      <dsp:nvSpPr>
        <dsp:cNvPr id="0" name=""/>
        <dsp:cNvSpPr/>
      </dsp:nvSpPr>
      <dsp:spPr>
        <a:xfrm>
          <a:off x="0" y="4970096"/>
          <a:ext cx="10397807" cy="0"/>
        </a:xfrm>
        <a:prstGeom prst="line">
          <a:avLst/>
        </a:pr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A41BF0-6A89-4C79-B8BF-F65731FD3755}">
      <dsp:nvSpPr>
        <dsp:cNvPr id="0" name=""/>
        <dsp:cNvSpPr/>
      </dsp:nvSpPr>
      <dsp:spPr>
        <a:xfrm>
          <a:off x="0" y="4135178"/>
          <a:ext cx="10397807" cy="0"/>
        </a:xfrm>
        <a:prstGeom prst="line">
          <a:avLst/>
        </a:pr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A531F22-DA2E-41D4-801F-521ED9789BD4}">
      <dsp:nvSpPr>
        <dsp:cNvPr id="0" name=""/>
        <dsp:cNvSpPr/>
      </dsp:nvSpPr>
      <dsp:spPr>
        <a:xfrm>
          <a:off x="0" y="3300261"/>
          <a:ext cx="10397807" cy="0"/>
        </a:xfrm>
        <a:prstGeom prst="line">
          <a:avLst/>
        </a:pr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6C51C97-39C6-48D7-ADFE-2C3791EAC548}">
      <dsp:nvSpPr>
        <dsp:cNvPr id="0" name=""/>
        <dsp:cNvSpPr/>
      </dsp:nvSpPr>
      <dsp:spPr>
        <a:xfrm>
          <a:off x="0" y="2465344"/>
          <a:ext cx="10397807" cy="0"/>
        </a:xfrm>
        <a:prstGeom prst="line">
          <a:avLst/>
        </a:pr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FB92C7-0226-49B1-B2BC-8203CD40D8D2}">
      <dsp:nvSpPr>
        <dsp:cNvPr id="0" name=""/>
        <dsp:cNvSpPr/>
      </dsp:nvSpPr>
      <dsp:spPr>
        <a:xfrm>
          <a:off x="0" y="1630426"/>
          <a:ext cx="10397807" cy="0"/>
        </a:xfrm>
        <a:prstGeom prst="line">
          <a:avLst/>
        </a:pr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DD4271-39EC-4A49-8E98-D679EAFC7077}">
      <dsp:nvSpPr>
        <dsp:cNvPr id="0" name=""/>
        <dsp:cNvSpPr/>
      </dsp:nvSpPr>
      <dsp:spPr>
        <a:xfrm>
          <a:off x="0" y="795509"/>
          <a:ext cx="10397807" cy="0"/>
        </a:xfrm>
        <a:prstGeom prst="line">
          <a:avLst/>
        </a:pr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84877DD-CD42-47E8-8439-ED743875DC3D}">
      <dsp:nvSpPr>
        <dsp:cNvPr id="0" name=""/>
        <dsp:cNvSpPr/>
      </dsp:nvSpPr>
      <dsp:spPr>
        <a:xfrm>
          <a:off x="2703429" y="349"/>
          <a:ext cx="7694377" cy="7951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1C4678-431D-44DB-BC15-91B810396CF4}">
      <dsp:nvSpPr>
        <dsp:cNvPr id="0" name=""/>
        <dsp:cNvSpPr/>
      </dsp:nvSpPr>
      <dsp:spPr>
        <a:xfrm>
          <a:off x="0" y="349"/>
          <a:ext cx="2703429" cy="795159"/>
        </a:xfrm>
        <a:prstGeom prst="round2SameRect">
          <a:avLst>
            <a:gd name="adj1" fmla="val 16670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800" kern="1200" dirty="0" err="1"/>
            <a:t>GetAll</a:t>
          </a:r>
          <a:endParaRPr lang="th-TH" sz="3800" kern="1200" dirty="0"/>
        </a:p>
      </dsp:txBody>
      <dsp:txXfrm>
        <a:off x="38823" y="39172"/>
        <a:ext cx="2625783" cy="756336"/>
      </dsp:txXfrm>
    </dsp:sp>
    <dsp:sp modelId="{D8396105-BA05-495D-835B-4740EC039E78}">
      <dsp:nvSpPr>
        <dsp:cNvPr id="0" name=""/>
        <dsp:cNvSpPr/>
      </dsp:nvSpPr>
      <dsp:spPr>
        <a:xfrm>
          <a:off x="2703429" y="835267"/>
          <a:ext cx="7694377" cy="7951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0BFEAA-44EC-41D3-8D0E-E3FA610AE3B6}">
      <dsp:nvSpPr>
        <dsp:cNvPr id="0" name=""/>
        <dsp:cNvSpPr/>
      </dsp:nvSpPr>
      <dsp:spPr>
        <a:xfrm>
          <a:off x="0" y="835267"/>
          <a:ext cx="2703429" cy="795159"/>
        </a:xfrm>
        <a:prstGeom prst="round2SameRect">
          <a:avLst>
            <a:gd name="adj1" fmla="val 16670"/>
            <a:gd name="adj2" fmla="val 0"/>
          </a:avLst>
        </a:prstGeom>
        <a:solidFill>
          <a:schemeClr val="accent4">
            <a:hueOff val="-1622061"/>
            <a:satOff val="515"/>
            <a:lumOff val="-471"/>
            <a:alphaOff val="0"/>
          </a:schemeClr>
        </a:solidFill>
        <a:ln w="12700" cap="flat" cmpd="sng" algn="ctr">
          <a:solidFill>
            <a:schemeClr val="accent4">
              <a:hueOff val="-1622061"/>
              <a:satOff val="515"/>
              <a:lumOff val="-47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800" kern="1200" dirty="0" err="1"/>
            <a:t>GetById</a:t>
          </a:r>
          <a:endParaRPr lang="th-TH" sz="3800" kern="1200" dirty="0"/>
        </a:p>
      </dsp:txBody>
      <dsp:txXfrm>
        <a:off x="38823" y="874090"/>
        <a:ext cx="2625783" cy="756336"/>
      </dsp:txXfrm>
    </dsp:sp>
    <dsp:sp modelId="{4AA0BA15-B82D-4BEA-BC01-F00F600B0C1B}">
      <dsp:nvSpPr>
        <dsp:cNvPr id="0" name=""/>
        <dsp:cNvSpPr/>
      </dsp:nvSpPr>
      <dsp:spPr>
        <a:xfrm>
          <a:off x="2703429" y="1670184"/>
          <a:ext cx="7694377" cy="7951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8F6573-0157-4D6F-83EC-EDCDBC6265D2}">
      <dsp:nvSpPr>
        <dsp:cNvPr id="0" name=""/>
        <dsp:cNvSpPr/>
      </dsp:nvSpPr>
      <dsp:spPr>
        <a:xfrm>
          <a:off x="0" y="1670184"/>
          <a:ext cx="2703429" cy="795159"/>
        </a:xfrm>
        <a:prstGeom prst="round2SameRect">
          <a:avLst>
            <a:gd name="adj1" fmla="val 16670"/>
            <a:gd name="adj2" fmla="val 0"/>
          </a:avLst>
        </a:prstGeom>
        <a:solidFill>
          <a:schemeClr val="accent4">
            <a:hueOff val="-3244121"/>
            <a:satOff val="1029"/>
            <a:lumOff val="-941"/>
            <a:alphaOff val="0"/>
          </a:schemeClr>
        </a:solidFill>
        <a:ln w="12700" cap="flat" cmpd="sng" algn="ctr">
          <a:solidFill>
            <a:schemeClr val="accent4">
              <a:hueOff val="-3244121"/>
              <a:satOff val="1029"/>
              <a:lumOff val="-94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800" kern="1200" dirty="0"/>
            <a:t>Insert</a:t>
          </a:r>
          <a:endParaRPr lang="th-TH" sz="3800" kern="1200" dirty="0"/>
        </a:p>
      </dsp:txBody>
      <dsp:txXfrm>
        <a:off x="38823" y="1709007"/>
        <a:ext cx="2625783" cy="756336"/>
      </dsp:txXfrm>
    </dsp:sp>
    <dsp:sp modelId="{D5707B2B-F7CD-45F5-8885-2B64FCE28B4F}">
      <dsp:nvSpPr>
        <dsp:cNvPr id="0" name=""/>
        <dsp:cNvSpPr/>
      </dsp:nvSpPr>
      <dsp:spPr>
        <a:xfrm>
          <a:off x="2703429" y="2505101"/>
          <a:ext cx="7694377" cy="7951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F801CDC-6067-4758-81B7-3CF2006585C0}">
      <dsp:nvSpPr>
        <dsp:cNvPr id="0" name=""/>
        <dsp:cNvSpPr/>
      </dsp:nvSpPr>
      <dsp:spPr>
        <a:xfrm>
          <a:off x="0" y="2505101"/>
          <a:ext cx="2703429" cy="795159"/>
        </a:xfrm>
        <a:prstGeom prst="round2SameRect">
          <a:avLst>
            <a:gd name="adj1" fmla="val 16670"/>
            <a:gd name="adj2" fmla="val 0"/>
          </a:avLst>
        </a:prstGeom>
        <a:solidFill>
          <a:schemeClr val="accent4">
            <a:hueOff val="-4866182"/>
            <a:satOff val="1544"/>
            <a:lumOff val="-1412"/>
            <a:alphaOff val="0"/>
          </a:schemeClr>
        </a:solidFill>
        <a:ln w="12700" cap="flat" cmpd="sng" algn="ctr">
          <a:solidFill>
            <a:schemeClr val="accent4">
              <a:hueOff val="-4866182"/>
              <a:satOff val="1544"/>
              <a:lumOff val="-141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800" kern="1200" dirty="0"/>
            <a:t>Update</a:t>
          </a:r>
          <a:endParaRPr lang="th-TH" sz="3800" kern="1200" dirty="0"/>
        </a:p>
      </dsp:txBody>
      <dsp:txXfrm>
        <a:off x="38823" y="2543924"/>
        <a:ext cx="2625783" cy="756336"/>
      </dsp:txXfrm>
    </dsp:sp>
    <dsp:sp modelId="{AF339C25-2F50-44FE-ABC2-63031B768612}">
      <dsp:nvSpPr>
        <dsp:cNvPr id="0" name=""/>
        <dsp:cNvSpPr/>
      </dsp:nvSpPr>
      <dsp:spPr>
        <a:xfrm>
          <a:off x="2703429" y="3340019"/>
          <a:ext cx="7694377" cy="7951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4A35012-C286-4BF5-BC55-BCE1560B9DF9}">
      <dsp:nvSpPr>
        <dsp:cNvPr id="0" name=""/>
        <dsp:cNvSpPr/>
      </dsp:nvSpPr>
      <dsp:spPr>
        <a:xfrm>
          <a:off x="0" y="3340019"/>
          <a:ext cx="2703429" cy="795159"/>
        </a:xfrm>
        <a:prstGeom prst="round2SameRect">
          <a:avLst>
            <a:gd name="adj1" fmla="val 16670"/>
            <a:gd name="adj2" fmla="val 0"/>
          </a:avLst>
        </a:prstGeom>
        <a:solidFill>
          <a:schemeClr val="accent4">
            <a:hueOff val="-6488242"/>
            <a:satOff val="2058"/>
            <a:lumOff val="-1882"/>
            <a:alphaOff val="0"/>
          </a:schemeClr>
        </a:solidFill>
        <a:ln w="12700" cap="flat" cmpd="sng" algn="ctr">
          <a:solidFill>
            <a:schemeClr val="accent4">
              <a:hueOff val="-6488242"/>
              <a:satOff val="2058"/>
              <a:lumOff val="-188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800" kern="1200" dirty="0"/>
            <a:t>Delete</a:t>
          </a:r>
          <a:endParaRPr lang="th-TH" sz="3800" kern="1200" dirty="0"/>
        </a:p>
      </dsp:txBody>
      <dsp:txXfrm>
        <a:off x="38823" y="3378842"/>
        <a:ext cx="2625783" cy="756336"/>
      </dsp:txXfrm>
    </dsp:sp>
    <dsp:sp modelId="{0B2EDEA0-8BB6-47A8-8D43-1FCBD72D99AD}">
      <dsp:nvSpPr>
        <dsp:cNvPr id="0" name=""/>
        <dsp:cNvSpPr/>
      </dsp:nvSpPr>
      <dsp:spPr>
        <a:xfrm>
          <a:off x="2703429" y="4174936"/>
          <a:ext cx="7694377" cy="7951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7F40D5-0870-472B-965A-667D39418BC0}">
      <dsp:nvSpPr>
        <dsp:cNvPr id="0" name=""/>
        <dsp:cNvSpPr/>
      </dsp:nvSpPr>
      <dsp:spPr>
        <a:xfrm>
          <a:off x="0" y="4174936"/>
          <a:ext cx="2703429" cy="795159"/>
        </a:xfrm>
        <a:prstGeom prst="round2SameRect">
          <a:avLst>
            <a:gd name="adj1" fmla="val 16670"/>
            <a:gd name="adj2" fmla="val 0"/>
          </a:avLst>
        </a:prstGeom>
        <a:solidFill>
          <a:schemeClr val="accent4">
            <a:hueOff val="-8110302"/>
            <a:satOff val="2573"/>
            <a:lumOff val="-2353"/>
            <a:alphaOff val="0"/>
          </a:schemeClr>
        </a:solidFill>
        <a:ln w="12700" cap="flat" cmpd="sng" algn="ctr">
          <a:solidFill>
            <a:schemeClr val="accent4">
              <a:hueOff val="-8110302"/>
              <a:satOff val="2573"/>
              <a:lumOff val="-235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800" kern="1200" dirty="0"/>
            <a:t>Search</a:t>
          </a:r>
          <a:endParaRPr lang="th-TH" sz="3800" kern="1200" dirty="0"/>
        </a:p>
      </dsp:txBody>
      <dsp:txXfrm>
        <a:off x="38823" y="4213759"/>
        <a:ext cx="2625783" cy="7563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1/layout/TabList">
  <dgm:title val="Tab List"/>
  <dgm:desc val="Use to show non-sequential or grouped blocks of information. Works well for lists with a small amount of Level 1 text. The first Level 2 displays next to the Level 1 text  and the remaining Level 2 text appears beneath the Level 1 text."/>
  <dgm:catLst>
    <dgm:cat type="list" pri="4500"/>
    <dgm:cat type="officeonline" pri="11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0" srcId="0" destId="10" srcOrd="0" destOrd="0"/>
        <dgm:cxn modelId="41" srcId="10" destId="11" srcOrd="0" destOrd="0"/>
        <dgm:cxn modelId="42" srcId="10" destId="12" srcOrd="0" destOrd="0"/>
        <dgm:cxn modelId="50" srcId="0" destId="20" srcOrd="1" destOrd="0"/>
        <dgm:cxn modelId="51" srcId="20" destId="21" srcOrd="1" destOrd="0"/>
        <dgm:cxn modelId="52" srcId="20" destId="22" srcOrd="1" destOrd="0"/>
        <dgm:cxn modelId="60" srcId="0" destId="30" srcOrd="2" destOrd="0"/>
        <dgm:cxn modelId="61" srcId="30" destId="31" srcOrd="2" destOrd="0"/>
        <dgm:cxn modelId="62" srcId="30" destId="32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/>
      <dgm:chPref val="3"/>
      <dgm:dir/>
      <dgm:animOne val="branch"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w" for="ch" forName="Child" refType="w"/>
      <dgm:constr type="h" for="ch" forName="Child" refType="h" fact="0.6667"/>
      <dgm:constr type="primFontSz" for="des" forName="Parent" op="equ" val="65"/>
      <dgm:constr type="primFontSz" for="des" forName="Child" op="equ" val="65"/>
      <dgm:constr type="primFontSz" for="des" forName="FirstChild" op="equ" val="65"/>
      <dgm:constr type="primFontSz" for="des" forName="Child" refType="primFontSz" refFor="des" refForName="Parent" op="lte"/>
      <dgm:constr type="primFontSz" for="des" forName="FirstChild" refType="primFontSz" refFor="des" refForName="Parent" op="lte"/>
      <dgm:constr type="primFontSz" for="des" forName="Child" refType="primFontSz" refFor="des" refForName="FirstChild" op="lte"/>
      <dgm:constr type="w" for="ch" forName="composite" refType="w"/>
      <dgm:constr type="h" for="ch" forName="composite" refType="h" fact="0.3333"/>
      <dgm:constr type="sp" refType="h" refFor="ch" refForName="composite" op="equ" fact="0.05"/>
      <dgm:constr type="h" for="ch" forName="sibTrans" refType="h" refFor="ch" refForName="composite" op="equ" fact="0.05"/>
      <dgm:constr type="w" for="ch" forName="sibTrans" refType="h" refFor="ch" refForName="sibTrans" op="equ"/>
    </dgm:constrLst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l" for="ch" forName="FirstChild" refType="w" fact="0.26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l" for="ch" forName="Parent" refType="w" fact="0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if>
          <dgm:else name="Name3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r" for="ch" forName="FirstChild" refType="w" fact="0.74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r" for="ch" forName="Parent" refType="w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else>
        </dgm:choose>
        <dgm:layoutNode name="FirstChild" styleLbl="revTx">
          <dgm:varLst>
            <dgm:chMax val="0"/>
            <dgm:chPref val="0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  <dgm:param type="txAnchorVertCh" val="b"/>
                <dgm:param type="parTxRTLAlign" val="l"/>
              </dgm:alg>
            </dgm:if>
            <dgm:else name="Name6">
              <dgm:alg type="tx">
                <dgm:param type="parTxLTRAlign" val="r"/>
                <dgm:param type="shpTxLTRAlignCh" val="r"/>
                <dgm:param type="txAnchorVert" val="b"/>
                <dgm:param type="txAnchorVertCh" val="b"/>
                <dgm:param type="parTxRTLAlign" val="r"/>
              </dgm:alg>
            </dgm:else>
          </dgm:choose>
          <dgm:shape xmlns:r="http://schemas.openxmlformats.org/officeDocument/2006/relationships" type="rect" r:blip="">
            <dgm:adjLst/>
          </dgm:shape>
          <dgm:choose name="Name7">
            <dgm:if name="Name8" axis="ch" ptType="node" func="cnt" op="gte" val="1">
              <dgm:presOf axis="ch desOrSelf" ptType="node node" st="1 1" cnt="1 0"/>
            </dgm:if>
            <dgm:else name="Name9">
              <dgm:presOf/>
            </dgm:else>
          </dgm:choose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Parent" styleLbl="alignNode1">
          <dgm:varLst>
            <dgm:chMax val="3"/>
            <dgm:chPref val="3"/>
            <dgm:bulletEnabled val="1"/>
          </dgm:varLst>
          <dgm:alg type="tx">
            <dgm:param type="shpTxLTRAlignCh" val="ctr"/>
            <dgm:param type="txAnchorVertCh" val="mid"/>
          </dgm:alg>
          <dgm:shape xmlns:r="http://schemas.openxmlformats.org/officeDocument/2006/relationships" type="round2SameRect" r:blip="">
            <dgm:adjLst>
              <dgm:adj idx="1" val="0.1667"/>
              <dgm:adj idx="2" val="0"/>
            </dgm:adjLst>
          </dgm:shape>
          <dgm:presOf axis="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Accent" styleLbl="parChTrans1D1">
          <dgm:alg type="sp"/>
          <dgm:shape xmlns:r="http://schemas.openxmlformats.org/officeDocument/2006/relationships" type="line" r:blip="" zOrderOff="-99999">
            <dgm:adjLst/>
          </dgm:shape>
          <dgm:presOf/>
        </dgm:layoutNode>
      </dgm:layoutNode>
      <dgm:choose name="Name10">
        <dgm:if name="Name11" axis="ch" ptType="node" st="2" cnt="1" func="cnt" op="gte" val="1">
          <dgm:layoutNode name="Child" styleLbl="revTx">
            <dgm:varLst>
              <dgm:chMax val="0"/>
              <dgm:chPref val="0"/>
              <dgm:bulletEnabled val="1"/>
            </dgm:varLst>
            <dgm:choose name="Name12">
              <dgm:if name="Name13" func="var" arg="dir" op="equ" val="norm">
                <dgm:alg type="tx">
                  <dgm:param type="stBulletLvl" val="1"/>
                  <dgm:param type="parTxLTRAlign" val="l"/>
                  <dgm:param type="parTxRTLAlign" val="l"/>
                  <dgm:param type="txAnchorVert" val="t"/>
                </dgm:alg>
              </dgm:if>
              <dgm:else name="Name14">
                <dgm:alg type="tx">
                  <dgm:param type="stBulletLvl" val="1"/>
                  <dgm:param type="parTxLTRAlign" val="r"/>
                  <dgm:param type="shpTxLTRAlignCh" val="r"/>
                  <dgm:param type="txAnchorVert" val="t"/>
                  <dgm:param type="parTxRTLAlign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ch desOrSelf" ptType="node node" st="2 1" cnt="0 0"/>
            <dgm:constrLst>
              <dgm:constr type="lMarg" refType="primFontSz" fact="0.15"/>
              <dgm:constr type="rMarg" refType="primFontSz" fact="0.15"/>
              <dgm:constr type="tMarg" refType="primFontSz" fact="0.15"/>
              <dgm:constr type="bMarg" refType="primFontSz" fact="0.15"/>
            </dgm:constrLst>
            <dgm:ruleLst>
              <dgm:rule type="primFontSz" val="5" fact="NaN" max="NaN"/>
            </dgm:ruleLst>
          </dgm:layoutNode>
        </dgm:if>
        <dgm:else name="Name15"/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1/layout/TabList">
  <dgm:title val="Tab List"/>
  <dgm:desc val="Use to show non-sequential or grouped blocks of information. Works well for lists with a small amount of Level 1 text. The first Level 2 displays next to the Level 1 text  and the remaining Level 2 text appears beneath the Level 1 text."/>
  <dgm:catLst>
    <dgm:cat type="list" pri="4500"/>
    <dgm:cat type="officeonline" pri="11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0" srcId="0" destId="10" srcOrd="0" destOrd="0"/>
        <dgm:cxn modelId="41" srcId="10" destId="11" srcOrd="0" destOrd="0"/>
        <dgm:cxn modelId="42" srcId="10" destId="12" srcOrd="0" destOrd="0"/>
        <dgm:cxn modelId="50" srcId="0" destId="20" srcOrd="1" destOrd="0"/>
        <dgm:cxn modelId="51" srcId="20" destId="21" srcOrd="1" destOrd="0"/>
        <dgm:cxn modelId="52" srcId="20" destId="22" srcOrd="1" destOrd="0"/>
        <dgm:cxn modelId="60" srcId="0" destId="30" srcOrd="2" destOrd="0"/>
        <dgm:cxn modelId="61" srcId="30" destId="31" srcOrd="2" destOrd="0"/>
        <dgm:cxn modelId="62" srcId="30" destId="32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/>
      <dgm:chPref val="3"/>
      <dgm:dir/>
      <dgm:animOne val="branch"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w" for="ch" forName="Child" refType="w"/>
      <dgm:constr type="h" for="ch" forName="Child" refType="h" fact="0.6667"/>
      <dgm:constr type="primFontSz" for="des" forName="Parent" op="equ" val="65"/>
      <dgm:constr type="primFontSz" for="des" forName="Child" op="equ" val="65"/>
      <dgm:constr type="primFontSz" for="des" forName="FirstChild" op="equ" val="65"/>
      <dgm:constr type="primFontSz" for="des" forName="Child" refType="primFontSz" refFor="des" refForName="Parent" op="lte"/>
      <dgm:constr type="primFontSz" for="des" forName="FirstChild" refType="primFontSz" refFor="des" refForName="Parent" op="lte"/>
      <dgm:constr type="primFontSz" for="des" forName="Child" refType="primFontSz" refFor="des" refForName="FirstChild" op="lte"/>
      <dgm:constr type="w" for="ch" forName="composite" refType="w"/>
      <dgm:constr type="h" for="ch" forName="composite" refType="h" fact="0.3333"/>
      <dgm:constr type="sp" refType="h" refFor="ch" refForName="composite" op="equ" fact="0.05"/>
      <dgm:constr type="h" for="ch" forName="sibTrans" refType="h" refFor="ch" refForName="composite" op="equ" fact="0.05"/>
      <dgm:constr type="w" for="ch" forName="sibTrans" refType="h" refFor="ch" refForName="sibTrans" op="equ"/>
    </dgm:constrLst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l" for="ch" forName="FirstChild" refType="w" fact="0.26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l" for="ch" forName="Parent" refType="w" fact="0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if>
          <dgm:else name="Name3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r" for="ch" forName="FirstChild" refType="w" fact="0.74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r" for="ch" forName="Parent" refType="w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else>
        </dgm:choose>
        <dgm:layoutNode name="FirstChild" styleLbl="revTx">
          <dgm:varLst>
            <dgm:chMax val="0"/>
            <dgm:chPref val="0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  <dgm:param type="txAnchorVertCh" val="b"/>
                <dgm:param type="parTxRTLAlign" val="l"/>
              </dgm:alg>
            </dgm:if>
            <dgm:else name="Name6">
              <dgm:alg type="tx">
                <dgm:param type="parTxLTRAlign" val="r"/>
                <dgm:param type="shpTxLTRAlignCh" val="r"/>
                <dgm:param type="txAnchorVert" val="b"/>
                <dgm:param type="txAnchorVertCh" val="b"/>
                <dgm:param type="parTxRTLAlign" val="r"/>
              </dgm:alg>
            </dgm:else>
          </dgm:choose>
          <dgm:shape xmlns:r="http://schemas.openxmlformats.org/officeDocument/2006/relationships" type="rect" r:blip="">
            <dgm:adjLst/>
          </dgm:shape>
          <dgm:choose name="Name7">
            <dgm:if name="Name8" axis="ch" ptType="node" func="cnt" op="gte" val="1">
              <dgm:presOf axis="ch desOrSelf" ptType="node node" st="1 1" cnt="1 0"/>
            </dgm:if>
            <dgm:else name="Name9">
              <dgm:presOf/>
            </dgm:else>
          </dgm:choose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Parent" styleLbl="alignNode1">
          <dgm:varLst>
            <dgm:chMax val="3"/>
            <dgm:chPref val="3"/>
            <dgm:bulletEnabled val="1"/>
          </dgm:varLst>
          <dgm:alg type="tx">
            <dgm:param type="shpTxLTRAlignCh" val="ctr"/>
            <dgm:param type="txAnchorVertCh" val="mid"/>
          </dgm:alg>
          <dgm:shape xmlns:r="http://schemas.openxmlformats.org/officeDocument/2006/relationships" type="round2SameRect" r:blip="">
            <dgm:adjLst>
              <dgm:adj idx="1" val="0.1667"/>
              <dgm:adj idx="2" val="0"/>
            </dgm:adjLst>
          </dgm:shape>
          <dgm:presOf axis="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Accent" styleLbl="parChTrans1D1">
          <dgm:alg type="sp"/>
          <dgm:shape xmlns:r="http://schemas.openxmlformats.org/officeDocument/2006/relationships" type="line" r:blip="" zOrderOff="-99999">
            <dgm:adjLst/>
          </dgm:shape>
          <dgm:presOf/>
        </dgm:layoutNode>
      </dgm:layoutNode>
      <dgm:choose name="Name10">
        <dgm:if name="Name11" axis="ch" ptType="node" st="2" cnt="1" func="cnt" op="gte" val="1">
          <dgm:layoutNode name="Child" styleLbl="revTx">
            <dgm:varLst>
              <dgm:chMax val="0"/>
              <dgm:chPref val="0"/>
              <dgm:bulletEnabled val="1"/>
            </dgm:varLst>
            <dgm:choose name="Name12">
              <dgm:if name="Name13" func="var" arg="dir" op="equ" val="norm">
                <dgm:alg type="tx">
                  <dgm:param type="stBulletLvl" val="1"/>
                  <dgm:param type="parTxLTRAlign" val="l"/>
                  <dgm:param type="parTxRTLAlign" val="l"/>
                  <dgm:param type="txAnchorVert" val="t"/>
                </dgm:alg>
              </dgm:if>
              <dgm:else name="Name14">
                <dgm:alg type="tx">
                  <dgm:param type="stBulletLvl" val="1"/>
                  <dgm:param type="parTxLTRAlign" val="r"/>
                  <dgm:param type="shpTxLTRAlignCh" val="r"/>
                  <dgm:param type="txAnchorVert" val="t"/>
                  <dgm:param type="parTxRTLAlign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ch desOrSelf" ptType="node node" st="2 1" cnt="0 0"/>
            <dgm:constrLst>
              <dgm:constr type="lMarg" refType="primFontSz" fact="0.15"/>
              <dgm:constr type="rMarg" refType="primFontSz" fact="0.15"/>
              <dgm:constr type="tMarg" refType="primFontSz" fact="0.15"/>
              <dgm:constr type="bMarg" refType="primFontSz" fact="0.15"/>
            </dgm:constrLst>
            <dgm:ruleLst>
              <dgm:rule type="primFontSz" val="5" fact="NaN" max="NaN"/>
            </dgm:ruleLst>
          </dgm:layoutNode>
        </dgm:if>
        <dgm:else name="Name15"/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0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1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1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1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#1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#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#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#6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ัวกระดาษ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ตัวแทนวันที่ 2"/>
          <p:cNvSpPr>
            <a:spLocks noGrp="1"/>
          </p:cNvSpPr>
          <p:nvPr>
            <p:ph type="dt" idx="1"/>
          </p:nvPr>
        </p:nvSpPr>
        <p:spPr>
          <a:xfrm>
            <a:off x="5265809" y="0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3458146F-3916-4576-83B5-84F454EE3DC3}" type="datetimeFigureOut">
              <a:rPr lang="th-TH" smtClean="0"/>
              <a:t>30/09/69</a:t>
            </a:fld>
            <a:endParaRPr lang="th-TH"/>
          </a:p>
        </p:txBody>
      </p:sp>
      <p:sp>
        <p:nvSpPr>
          <p:cNvPr id="4" name="ตัวแทนรูปบนภาพนิ่ง 3"/>
          <p:cNvSpPr>
            <a:spLocks noGrp="1" noRot="1" noChangeAspect="1"/>
          </p:cNvSpPr>
          <p:nvPr>
            <p:ph type="sldImg" idx="2"/>
          </p:nvPr>
        </p:nvSpPr>
        <p:spPr>
          <a:xfrm>
            <a:off x="2311400" y="525463"/>
            <a:ext cx="4673600" cy="2628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th-TH"/>
          </a:p>
        </p:txBody>
      </p:sp>
      <p:sp>
        <p:nvSpPr>
          <p:cNvPr id="5" name="ตัวแทนบันทึกย่อ 4"/>
          <p:cNvSpPr>
            <a:spLocks noGrp="1"/>
          </p:cNvSpPr>
          <p:nvPr>
            <p:ph type="body" sz="quarter" idx="3"/>
          </p:nvPr>
        </p:nvSpPr>
        <p:spPr>
          <a:xfrm>
            <a:off x="929640" y="3329940"/>
            <a:ext cx="7437120" cy="31546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4"/>
          </p:nvPr>
        </p:nvSpPr>
        <p:spPr>
          <a:xfrm>
            <a:off x="0" y="6658664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ตัวแทนหมายเลขภาพนิ่ง 6"/>
          <p:cNvSpPr>
            <a:spLocks noGrp="1"/>
          </p:cNvSpPr>
          <p:nvPr>
            <p:ph type="sldNum" sz="quarter" idx="5"/>
          </p:nvPr>
        </p:nvSpPr>
        <p:spPr>
          <a:xfrm>
            <a:off x="5265809" y="6658664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1033B4AC-9830-47E6-AC2B-5355587BA5F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977741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h-TH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488F0F9D-AC58-4BC8-AE00-37649FDB7E70}" type="datetimeFigureOut">
              <a:rPr lang="th-TH" smtClean="0"/>
              <a:t>30/09/69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DD8A71E0-4DA0-4BF2-8D50-13274F9A0DD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436903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F0F9D-AC58-4BC8-AE00-37649FDB7E70}" type="datetimeFigureOut">
              <a:rPr lang="th-TH" smtClean="0"/>
              <a:t>30/09/69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A71E0-4DA0-4BF2-8D50-13274F9A0DD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317023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F0F9D-AC58-4BC8-AE00-37649FDB7E70}" type="datetimeFigureOut">
              <a:rPr lang="th-TH" smtClean="0"/>
              <a:t>30/09/69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A71E0-4DA0-4BF2-8D50-13274F9A0DD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877481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F0F9D-AC58-4BC8-AE00-37649FDB7E70}" type="datetimeFigureOut">
              <a:rPr lang="th-TH" smtClean="0"/>
              <a:t>30/09/69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A71E0-4DA0-4BF2-8D50-13274F9A0DD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509534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F0F9D-AC58-4BC8-AE00-37649FDB7E70}" type="datetimeFigureOut">
              <a:rPr lang="th-TH" smtClean="0"/>
              <a:t>30/09/69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A71E0-4DA0-4BF2-8D50-13274F9A0DD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219862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F0F9D-AC58-4BC8-AE00-37649FDB7E70}" type="datetimeFigureOut">
              <a:rPr lang="th-TH" smtClean="0"/>
              <a:t>30/09/69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A71E0-4DA0-4BF2-8D50-13274F9A0DD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167794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F0F9D-AC58-4BC8-AE00-37649FDB7E70}" type="datetimeFigureOut">
              <a:rPr lang="th-TH" smtClean="0"/>
              <a:t>30/09/69</a:t>
            </a:fld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A71E0-4DA0-4BF2-8D50-13274F9A0DD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501679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F0F9D-AC58-4BC8-AE00-37649FDB7E70}" type="datetimeFigureOut">
              <a:rPr lang="th-TH" smtClean="0"/>
              <a:t>30/09/69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DD8A71E0-4DA0-4BF2-8D50-13274F9A0DD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435858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488F0F9D-AC58-4BC8-AE00-37649FDB7E70}" type="datetimeFigureOut">
              <a:rPr lang="th-TH" smtClean="0"/>
              <a:t>30/09/69</a:t>
            </a:fld>
            <a:endParaRPr lang="th-TH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th-TH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DD8A71E0-4DA0-4BF2-8D50-13274F9A0DD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1970252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F0F9D-AC58-4BC8-AE00-37649FDB7E70}" type="datetimeFigureOut">
              <a:rPr lang="th-TH" smtClean="0"/>
              <a:t>30/09/69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A71E0-4DA0-4BF2-8D50-13274F9A0DD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544127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F0F9D-AC58-4BC8-AE00-37649FDB7E70}" type="datetimeFigureOut">
              <a:rPr lang="th-TH" smtClean="0"/>
              <a:t>30/09/69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A71E0-4DA0-4BF2-8D50-13274F9A0DD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276232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488F0F9D-AC58-4BC8-AE00-37649FDB7E70}" type="datetimeFigureOut">
              <a:rPr lang="th-TH" smtClean="0"/>
              <a:t>30/09/69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DD8A71E0-4DA0-4BF2-8D50-13274F9A0DD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738059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17" r:id="rId1"/>
    <p:sldLayoutId id="2147484218" r:id="rId2"/>
    <p:sldLayoutId id="2147484219" r:id="rId3"/>
    <p:sldLayoutId id="2147484220" r:id="rId4"/>
    <p:sldLayoutId id="2147484221" r:id="rId5"/>
    <p:sldLayoutId id="2147484222" r:id="rId6"/>
    <p:sldLayoutId id="2147484223" r:id="rId7"/>
    <p:sldLayoutId id="2147484224" r:id="rId8"/>
    <p:sldLayoutId id="2147484225" r:id="rId9"/>
    <p:sldLayoutId id="2147484226" r:id="rId10"/>
    <p:sldLayoutId id="214748422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jpe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3" Type="http://schemas.openxmlformats.org/officeDocument/2006/relationships/diagramLayout" Target="../diagrams/layout5.xml"/><Relationship Id="rId7" Type="http://schemas.openxmlformats.org/officeDocument/2006/relationships/image" Target="../media/image24.png"/><Relationship Id="rId12" Type="http://schemas.openxmlformats.org/officeDocument/2006/relationships/image" Target="../media/image31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5.xml"/><Relationship Id="rId11" Type="http://schemas.openxmlformats.org/officeDocument/2006/relationships/image" Target="../media/image30.png"/><Relationship Id="rId5" Type="http://schemas.openxmlformats.org/officeDocument/2006/relationships/diagramColors" Target="../diagrams/colors5.xml"/><Relationship Id="rId10" Type="http://schemas.openxmlformats.org/officeDocument/2006/relationships/image" Target="../media/image29.png"/><Relationship Id="rId4" Type="http://schemas.openxmlformats.org/officeDocument/2006/relationships/diagramQuickStyle" Target="../diagrams/quickStyle5.xml"/><Relationship Id="rId9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8.xml"/><Relationship Id="rId13" Type="http://schemas.openxmlformats.org/officeDocument/2006/relationships/diagramLayout" Target="../diagrams/layout9.xml"/><Relationship Id="rId3" Type="http://schemas.openxmlformats.org/officeDocument/2006/relationships/diagramLayout" Target="../diagrams/layout7.xml"/><Relationship Id="rId7" Type="http://schemas.openxmlformats.org/officeDocument/2006/relationships/diagramData" Target="../diagrams/data8.xml"/><Relationship Id="rId12" Type="http://schemas.openxmlformats.org/officeDocument/2006/relationships/diagramData" Target="../diagrams/data9.xml"/><Relationship Id="rId2" Type="http://schemas.openxmlformats.org/officeDocument/2006/relationships/diagramData" Target="../diagrams/data7.xml"/><Relationship Id="rId16" Type="http://schemas.microsoft.com/office/2007/relationships/diagramDrawing" Target="../diagrams/drawing9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7.xml"/><Relationship Id="rId11" Type="http://schemas.microsoft.com/office/2007/relationships/diagramDrawing" Target="../diagrams/drawing8.xml"/><Relationship Id="rId5" Type="http://schemas.openxmlformats.org/officeDocument/2006/relationships/diagramColors" Target="../diagrams/colors7.xml"/><Relationship Id="rId15" Type="http://schemas.openxmlformats.org/officeDocument/2006/relationships/diagramColors" Target="../diagrams/colors9.xml"/><Relationship Id="rId10" Type="http://schemas.openxmlformats.org/officeDocument/2006/relationships/diagramColors" Target="../diagrams/colors8.xml"/><Relationship Id="rId4" Type="http://schemas.openxmlformats.org/officeDocument/2006/relationships/diagramQuickStyle" Target="../diagrams/quickStyle7.xml"/><Relationship Id="rId9" Type="http://schemas.openxmlformats.org/officeDocument/2006/relationships/diagramQuickStyle" Target="../diagrams/quickStyle8.xml"/><Relationship Id="rId14" Type="http://schemas.openxmlformats.org/officeDocument/2006/relationships/diagramQuickStyle" Target="../diagrams/quickStyle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CD333CBE-B699-4E3B-9F45-C045F773434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h-TH"/>
          </a:p>
        </p:txBody>
      </p:sp>
      <p:pic>
        <p:nvPicPr>
          <p:cNvPr id="7" name="Picture 6" descr="Close-up of chain link">
            <a:extLst>
              <a:ext uri="{FF2B5EF4-FFF2-40B4-BE49-F238E27FC236}">
                <a16:creationId xmlns:a16="http://schemas.microsoft.com/office/drawing/2014/main" xmlns="" id="{5A6E4722-45D8-5276-B161-6003D7D365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1" t="15017" b="837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F78FA41B-9A77-4FFE-A10F-9443EFDE609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657369" y="2265037"/>
            <a:ext cx="7534631" cy="2628694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A760CB07-9FDB-E6D8-E826-FA98490CB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0873" y="2477347"/>
            <a:ext cx="6766928" cy="164592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 spc="-12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React Hook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950F5826-4B1A-37F2-4E4B-7C64C0942F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24882" y="4206876"/>
            <a:ext cx="6702920" cy="530821"/>
          </a:xfrm>
        </p:spPr>
        <p:txBody>
          <a:bodyPr vert="horz" lIns="91440" tIns="45720" rIns="91440" bIns="45720" rtlCol="0">
            <a:normAutofit/>
          </a:bodyPr>
          <a:lstStyle/>
          <a:p>
            <a:endParaRPr lang="en-US" sz="2000">
              <a:solidFill>
                <a:schemeClr val="accent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16153B47-E1CB-8F7C-5DB9-5752076620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9450" y="2520218"/>
            <a:ext cx="1803528" cy="2133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4376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2E13D5C-9A5B-6A15-06C5-0959F6C32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React Hooks</a:t>
            </a:r>
            <a:endParaRPr lang="th-TH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B3C51436-DF79-E1F5-886E-1F75E293AC3F}"/>
              </a:ext>
            </a:extLst>
          </p:cNvPr>
          <p:cNvSpPr txBox="1"/>
          <p:nvPr/>
        </p:nvSpPr>
        <p:spPr>
          <a:xfrm>
            <a:off x="1073698" y="2367577"/>
            <a:ext cx="106306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Hooks are functions that let you "hook into" </a:t>
            </a:r>
            <a:r>
              <a:rPr lang="en-US" b="1" dirty="0">
                <a:solidFill>
                  <a:srgbClr val="FF0000"/>
                </a:solidFill>
              </a:rPr>
              <a:t>React state</a:t>
            </a:r>
            <a:r>
              <a:rPr lang="en-US" b="1" dirty="0"/>
              <a:t> </a:t>
            </a:r>
            <a:r>
              <a:rPr lang="en-US" dirty="0"/>
              <a:t>and lifecycle features from functional components</a:t>
            </a:r>
            <a:endParaRPr lang="th-TH" dirty="0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xmlns="" id="{5B67D0F6-A3A9-4504-0327-75B7196D693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58995360"/>
              </p:ext>
            </p:extLst>
          </p:nvPr>
        </p:nvGraphicFramePr>
        <p:xfrm>
          <a:off x="1073698" y="2965043"/>
          <a:ext cx="6980092" cy="30723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0220772" y="6312930"/>
            <a:ext cx="1483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use…..,   set….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887190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11830E3-D867-85FF-7BED-64F30F212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useState</a:t>
            </a:r>
            <a:endParaRPr lang="th-T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A4E9B2F-7AD7-CCD4-C667-26D6455FC2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solidFill>
                  <a:srgbClr val="FF0000"/>
                </a:solidFill>
              </a:rPr>
              <a:t>useState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Hook allows us to track </a:t>
            </a:r>
            <a:r>
              <a:rPr lang="en-US" b="1" dirty="0">
                <a:solidFill>
                  <a:srgbClr val="FF0000"/>
                </a:solidFill>
              </a:rPr>
              <a:t>state</a:t>
            </a:r>
            <a:r>
              <a:rPr lang="en-US" dirty="0"/>
              <a:t> in a function component</a:t>
            </a:r>
          </a:p>
          <a:p>
            <a:r>
              <a:rPr lang="en-US" dirty="0"/>
              <a:t>State generally refers to </a:t>
            </a:r>
            <a:r>
              <a:rPr lang="en-US" u="sng" dirty="0">
                <a:solidFill>
                  <a:srgbClr val="FF0000"/>
                </a:solidFill>
              </a:rPr>
              <a:t>data</a:t>
            </a:r>
            <a:r>
              <a:rPr lang="en-US" dirty="0"/>
              <a:t> or </a:t>
            </a:r>
            <a:r>
              <a:rPr lang="en-US" u="sng" dirty="0">
                <a:solidFill>
                  <a:srgbClr val="FF0000"/>
                </a:solidFill>
              </a:rPr>
              <a:t>properties</a:t>
            </a:r>
            <a:r>
              <a:rPr lang="en-US" dirty="0"/>
              <a:t> that need to be tracking in an application</a:t>
            </a:r>
            <a:endParaRPr lang="th-TH" dirty="0"/>
          </a:p>
        </p:txBody>
      </p:sp>
      <p:sp>
        <p:nvSpPr>
          <p:cNvPr id="4" name="สี่เหลี่ยมผืนผ้า 3"/>
          <p:cNvSpPr/>
          <p:nvPr/>
        </p:nvSpPr>
        <p:spPr>
          <a:xfrm>
            <a:off x="835739" y="3087353"/>
            <a:ext cx="10181305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/>
              </a:rPr>
              <a:t>function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HookState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() {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[</a:t>
            </a:r>
            <a:r>
              <a:rPr lang="en-US" dirty="0">
                <a:solidFill>
                  <a:srgbClr val="0070C1"/>
                </a:solidFill>
                <a:latin typeface="Consolas"/>
              </a:rPr>
              <a:t>count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, </a:t>
            </a:r>
            <a:r>
              <a:rPr lang="en-US" dirty="0" err="1">
                <a:solidFill>
                  <a:srgbClr val="795E26"/>
                </a:solidFill>
                <a:highlight>
                  <a:srgbClr val="00FF00"/>
                </a:highlight>
                <a:latin typeface="Consolas"/>
              </a:rPr>
              <a:t>setCount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]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b="1" dirty="0" err="1">
                <a:solidFill>
                  <a:srgbClr val="795E26"/>
                </a:solidFill>
                <a:latin typeface="Consolas"/>
              </a:rPr>
              <a:t>useState</a:t>
            </a:r>
            <a:r>
              <a:rPr lang="en-US" b="1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b="1" dirty="0">
                <a:solidFill>
                  <a:srgbClr val="098658"/>
                </a:solidFill>
                <a:latin typeface="Consolas"/>
              </a:rPr>
              <a:t>0</a:t>
            </a:r>
            <a:r>
              <a:rPr lang="en-US" b="1" dirty="0">
                <a:solidFill>
                  <a:srgbClr val="3B3B3B"/>
                </a:solidFill>
                <a:latin typeface="Consolas"/>
              </a:rPr>
              <a:t>);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/>
            </a:r>
            <a:br>
              <a:rPr lang="en-US" dirty="0">
                <a:solidFill>
                  <a:srgbClr val="3B3B3B"/>
                </a:solidFill>
                <a:latin typeface="Consolas"/>
              </a:rPr>
            </a:br>
            <a:r>
              <a:rPr lang="en-US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return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(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</a:t>
            </a:r>
            <a:r>
              <a:rPr lang="en-US" dirty="0">
                <a:solidFill>
                  <a:srgbClr val="800000"/>
                </a:solidFill>
                <a:latin typeface="Consolas"/>
              </a:rPr>
              <a:t>&lt;div&gt;</a:t>
            </a:r>
            <a:endParaRPr lang="en-US" dirty="0">
              <a:solidFill>
                <a:srgbClr val="3B3B3B"/>
              </a:solidFill>
              <a:latin typeface="Consolas"/>
            </a:endParaRP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    </a:t>
            </a:r>
            <a:r>
              <a:rPr lang="en-US" dirty="0">
                <a:solidFill>
                  <a:srgbClr val="800000"/>
                </a:solidFill>
                <a:latin typeface="Consolas"/>
              </a:rPr>
              <a:t>&lt;h2&gt;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Count: 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{</a:t>
            </a:r>
            <a:r>
              <a:rPr lang="en-US" b="1" dirty="0">
                <a:solidFill>
                  <a:srgbClr val="0070C1"/>
                </a:solidFill>
                <a:latin typeface="Consolas"/>
              </a:rPr>
              <a:t>count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}</a:t>
            </a:r>
            <a:r>
              <a:rPr lang="en-US" dirty="0">
                <a:solidFill>
                  <a:srgbClr val="800000"/>
                </a:solidFill>
                <a:latin typeface="Consolas"/>
              </a:rPr>
              <a:t>&lt;/h2&gt;</a:t>
            </a:r>
            <a:endParaRPr lang="en-US" dirty="0">
              <a:solidFill>
                <a:srgbClr val="3B3B3B"/>
              </a:solidFill>
              <a:latin typeface="Consolas"/>
            </a:endParaRP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    </a:t>
            </a:r>
            <a:r>
              <a:rPr lang="en-US" dirty="0">
                <a:solidFill>
                  <a:srgbClr val="800000"/>
                </a:solidFill>
                <a:latin typeface="Consolas"/>
              </a:rPr>
              <a:t>&lt;button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E50000"/>
                </a:solidFill>
                <a:latin typeface="Consolas"/>
              </a:rPr>
              <a:t>onClick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{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() 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=&gt;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1" dirty="0" err="1">
                <a:solidFill>
                  <a:srgbClr val="795E26"/>
                </a:solidFill>
                <a:highlight>
                  <a:srgbClr val="00FF00"/>
                </a:highlight>
                <a:latin typeface="Consolas"/>
              </a:rPr>
              <a:t>setCount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b="1" dirty="0">
                <a:solidFill>
                  <a:srgbClr val="0070C1"/>
                </a:solidFill>
                <a:latin typeface="Consolas"/>
              </a:rPr>
              <a:t>count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+ </a:t>
            </a:r>
            <a:r>
              <a:rPr lang="en-US" b="1" dirty="0">
                <a:solidFill>
                  <a:srgbClr val="098658"/>
                </a:solidFill>
                <a:latin typeface="Consolas"/>
              </a:rPr>
              <a:t>1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)</a:t>
            </a:r>
            <a:r>
              <a:rPr lang="en-US" b="1" dirty="0">
                <a:solidFill>
                  <a:srgbClr val="0000FF"/>
                </a:solidFill>
                <a:latin typeface="Consolas"/>
              </a:rPr>
              <a:t>}</a:t>
            </a:r>
            <a:r>
              <a:rPr lang="en-US" dirty="0">
                <a:solidFill>
                  <a:srgbClr val="800000"/>
                </a:solidFill>
                <a:latin typeface="Consolas"/>
              </a:rPr>
              <a:t>&gt;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Increment</a:t>
            </a:r>
            <a:r>
              <a:rPr lang="en-US" dirty="0">
                <a:solidFill>
                  <a:srgbClr val="800000"/>
                </a:solidFill>
                <a:latin typeface="Consolas"/>
              </a:rPr>
              <a:t>&lt;/button&gt;</a:t>
            </a:r>
            <a:endParaRPr lang="en-US" dirty="0">
              <a:solidFill>
                <a:srgbClr val="3B3B3B"/>
              </a:solidFill>
              <a:latin typeface="Consolas"/>
            </a:endParaRP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    </a:t>
            </a:r>
            <a:r>
              <a:rPr lang="en-US" dirty="0">
                <a:solidFill>
                  <a:srgbClr val="800000"/>
                </a:solidFill>
                <a:latin typeface="Consolas"/>
              </a:rPr>
              <a:t>&lt;button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E50000"/>
                </a:solidFill>
                <a:latin typeface="Consolas"/>
              </a:rPr>
              <a:t>onClick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{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() 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=&gt;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1" dirty="0" err="1">
                <a:solidFill>
                  <a:srgbClr val="795E26"/>
                </a:solidFill>
                <a:highlight>
                  <a:srgbClr val="00FF00"/>
                </a:highlight>
                <a:latin typeface="Consolas"/>
              </a:rPr>
              <a:t>setCount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b="1" dirty="0">
                <a:solidFill>
                  <a:srgbClr val="0070C1"/>
                </a:solidFill>
                <a:latin typeface="Consolas"/>
              </a:rPr>
              <a:t>count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- </a:t>
            </a:r>
            <a:r>
              <a:rPr lang="en-US" b="1" dirty="0">
                <a:solidFill>
                  <a:srgbClr val="098658"/>
                </a:solidFill>
                <a:latin typeface="Consolas"/>
              </a:rPr>
              <a:t>1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)</a:t>
            </a:r>
            <a:r>
              <a:rPr lang="en-US" b="1" dirty="0">
                <a:solidFill>
                  <a:srgbClr val="0000FF"/>
                </a:solidFill>
                <a:latin typeface="Consolas"/>
              </a:rPr>
              <a:t>}</a:t>
            </a:r>
            <a:r>
              <a:rPr lang="en-US" dirty="0">
                <a:solidFill>
                  <a:srgbClr val="800000"/>
                </a:solidFill>
                <a:latin typeface="Consolas"/>
              </a:rPr>
              <a:t>&gt;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Decrement</a:t>
            </a:r>
            <a:r>
              <a:rPr lang="en-US" dirty="0">
                <a:solidFill>
                  <a:srgbClr val="800000"/>
                </a:solidFill>
                <a:latin typeface="Consolas"/>
              </a:rPr>
              <a:t>&lt;/button&gt;</a:t>
            </a:r>
            <a:endParaRPr lang="en-US" dirty="0">
              <a:solidFill>
                <a:srgbClr val="3B3B3B"/>
              </a:solidFill>
              <a:latin typeface="Consolas"/>
            </a:endParaRP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    </a:t>
            </a:r>
            <a:r>
              <a:rPr lang="en-US" dirty="0">
                <a:solidFill>
                  <a:srgbClr val="800000"/>
                </a:solidFill>
                <a:latin typeface="Consolas"/>
              </a:rPr>
              <a:t>&lt;button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E50000"/>
                </a:solidFill>
                <a:latin typeface="Consolas"/>
              </a:rPr>
              <a:t>onClick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{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() 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=&gt;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1" dirty="0" err="1">
                <a:solidFill>
                  <a:srgbClr val="795E26"/>
                </a:solidFill>
                <a:highlight>
                  <a:srgbClr val="00FF00"/>
                </a:highlight>
                <a:latin typeface="Consolas"/>
              </a:rPr>
              <a:t>setCount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b="1" dirty="0">
                <a:solidFill>
                  <a:srgbClr val="098658"/>
                </a:solidFill>
                <a:latin typeface="Consolas"/>
              </a:rPr>
              <a:t>0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)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}</a:t>
            </a:r>
            <a:r>
              <a:rPr lang="en-US" dirty="0">
                <a:solidFill>
                  <a:srgbClr val="800000"/>
                </a:solidFill>
                <a:latin typeface="Consolas"/>
              </a:rPr>
              <a:t>&gt;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Reset</a:t>
            </a:r>
            <a:r>
              <a:rPr lang="en-US" dirty="0">
                <a:solidFill>
                  <a:srgbClr val="800000"/>
                </a:solidFill>
                <a:latin typeface="Consolas"/>
              </a:rPr>
              <a:t>&lt;/button&gt;</a:t>
            </a:r>
            <a:endParaRPr lang="en-US" dirty="0">
              <a:solidFill>
                <a:srgbClr val="3B3B3B"/>
              </a:solidFill>
              <a:latin typeface="Consolas"/>
            </a:endParaRP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</a:t>
            </a:r>
            <a:r>
              <a:rPr lang="en-US" dirty="0">
                <a:solidFill>
                  <a:srgbClr val="800000"/>
                </a:solidFill>
                <a:latin typeface="Consolas"/>
              </a:rPr>
              <a:t>&lt;/div&gt;</a:t>
            </a:r>
            <a:endParaRPr lang="en-US" dirty="0">
              <a:solidFill>
                <a:srgbClr val="3B3B3B"/>
              </a:solidFill>
              <a:latin typeface="Consolas"/>
            </a:endParaRP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);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}</a:t>
            </a:r>
          </a:p>
          <a:p>
            <a:r>
              <a:rPr lang="en-US" dirty="0">
                <a:solidFill>
                  <a:srgbClr val="AF00DB"/>
                </a:solidFill>
                <a:latin typeface="Consolas"/>
              </a:rPr>
              <a:t>export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default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HookState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;</a:t>
            </a:r>
            <a:endParaRPr lang="en-US" b="0" dirty="0">
              <a:solidFill>
                <a:srgbClr val="3B3B3B"/>
              </a:solidFill>
              <a:effectLst/>
              <a:latin typeface="Consolas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3510" y="3087352"/>
            <a:ext cx="2943225" cy="120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10191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C17CA12-B2D5-6BD5-FBCC-ED175B2B4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useEffect</a:t>
            </a:r>
            <a:endParaRPr lang="th-T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4D9DBAF-5085-6BF0-4299-64A923CD04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useEffect</a:t>
            </a:r>
            <a:r>
              <a:rPr lang="en-US" dirty="0"/>
              <a:t> Hook used to handle </a:t>
            </a:r>
            <a:r>
              <a:rPr lang="en-US" dirty="0">
                <a:solidFill>
                  <a:srgbClr val="FF0000"/>
                </a:solidFill>
              </a:rPr>
              <a:t>side effects </a:t>
            </a:r>
            <a:r>
              <a:rPr lang="en-US" dirty="0"/>
              <a:t>in functional components</a:t>
            </a:r>
          </a:p>
          <a:p>
            <a:r>
              <a:rPr lang="en-US" dirty="0"/>
              <a:t>Side effects refer to any </a:t>
            </a:r>
            <a:r>
              <a:rPr lang="en-US" u="sng" dirty="0"/>
              <a:t>operations</a:t>
            </a:r>
            <a:r>
              <a:rPr lang="en-US" dirty="0"/>
              <a:t> that occur in a component </a:t>
            </a:r>
            <a:r>
              <a:rPr lang="en-US" u="sng" dirty="0">
                <a:solidFill>
                  <a:srgbClr val="FF0000"/>
                </a:solidFill>
              </a:rPr>
              <a:t>after rendering</a:t>
            </a:r>
          </a:p>
          <a:p>
            <a:r>
              <a:rPr lang="en-US" dirty="0"/>
              <a:t>React will remember the function you passed (“effect”), and call it later after performing the DOM updates.</a:t>
            </a:r>
            <a:endParaRPr lang="th-TH" dirty="0"/>
          </a:p>
        </p:txBody>
      </p:sp>
      <p:sp>
        <p:nvSpPr>
          <p:cNvPr id="4" name="สี่เหลี่ยมผืนผ้า 3"/>
          <p:cNvSpPr/>
          <p:nvPr/>
        </p:nvSpPr>
        <p:spPr>
          <a:xfrm>
            <a:off x="7765577" y="3485212"/>
            <a:ext cx="3651577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dirty="0" err="1"/>
              <a:t>useEffect</a:t>
            </a:r>
            <a:r>
              <a:rPr lang="en-US" dirty="0"/>
              <a:t>(&lt;function&gt;, &lt;dependency&gt;)</a:t>
            </a:r>
            <a:endParaRPr lang="th-TH" dirty="0"/>
          </a:p>
        </p:txBody>
      </p:sp>
      <p:graphicFrame>
        <p:nvGraphicFramePr>
          <p:cNvPr id="8" name="ไดอะแกรม 7"/>
          <p:cNvGraphicFramePr/>
          <p:nvPr>
            <p:extLst>
              <p:ext uri="{D42A27DB-BD31-4B8C-83A1-F6EECF244321}">
                <p14:modId xmlns:p14="http://schemas.microsoft.com/office/powerpoint/2010/main" val="3230049932"/>
              </p:ext>
            </p:extLst>
          </p:nvPr>
        </p:nvGraphicFramePr>
        <p:xfrm>
          <a:off x="634180" y="3864078"/>
          <a:ext cx="5899355" cy="2333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765578" y="4268104"/>
            <a:ext cx="365157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rgbClr val="1C1E21"/>
                </a:solidFill>
              </a:rPr>
              <a:t>useEffect</a:t>
            </a:r>
            <a:r>
              <a:rPr lang="en-US" dirty="0">
                <a:solidFill>
                  <a:srgbClr val="1C1E21"/>
                </a:solidFill>
              </a:rPr>
              <a:t>(()=&gt;{ ... }, [])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65577" y="5454699"/>
            <a:ext cx="3651576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1C1E21"/>
                </a:solidFill>
              </a:rPr>
              <a:t>useEffect</a:t>
            </a:r>
            <a:r>
              <a:rPr lang="en-US" dirty="0">
                <a:solidFill>
                  <a:srgbClr val="1C1E21"/>
                </a:solidFill>
              </a:rPr>
              <a:t>(()=&gt;{... }, </a:t>
            </a:r>
          </a:p>
          <a:p>
            <a:r>
              <a:rPr lang="en-US" dirty="0">
                <a:solidFill>
                  <a:srgbClr val="1C1E21"/>
                </a:solidFill>
              </a:rPr>
              <a:t>[dependency1, dependency2])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65578" y="4651562"/>
            <a:ext cx="3651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Render after </a:t>
            </a:r>
            <a:r>
              <a:rPr lang="en-US" u="sng" dirty="0">
                <a:solidFill>
                  <a:srgbClr val="FF0000"/>
                </a:solidFill>
              </a:rPr>
              <a:t>first render </a:t>
            </a:r>
            <a:r>
              <a:rPr lang="en-US" dirty="0">
                <a:solidFill>
                  <a:srgbClr val="1C1E21"/>
                </a:solidFill>
              </a:rPr>
              <a:t>only</a:t>
            </a:r>
            <a:endParaRPr lang="th-TH" dirty="0"/>
          </a:p>
        </p:txBody>
      </p:sp>
      <p:sp>
        <p:nvSpPr>
          <p:cNvPr id="15" name="สี่เหลี่ยมผืนผ้า 14"/>
          <p:cNvSpPr/>
          <p:nvPr/>
        </p:nvSpPr>
        <p:spPr>
          <a:xfrm>
            <a:off x="7216501" y="6083062"/>
            <a:ext cx="474972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1C1E21"/>
                </a:solidFill>
              </a:rPr>
              <a:t>Render after first render AND </a:t>
            </a:r>
            <a:r>
              <a:rPr lang="en-US" dirty="0">
                <a:solidFill>
                  <a:srgbClr val="FF0000"/>
                </a:solidFill>
              </a:rPr>
              <a:t>subsequent</a:t>
            </a:r>
            <a:r>
              <a:rPr lang="en-US" dirty="0">
                <a:solidFill>
                  <a:srgbClr val="1C1E21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renders caused by a </a:t>
            </a:r>
            <a:r>
              <a:rPr lang="en-US" b="1" u="sng" dirty="0">
                <a:solidFill>
                  <a:srgbClr val="FF0000"/>
                </a:solidFill>
              </a:rPr>
              <a:t>change</a:t>
            </a:r>
            <a:r>
              <a:rPr lang="en-US" dirty="0">
                <a:solidFill>
                  <a:srgbClr val="FF0000"/>
                </a:solidFill>
              </a:rPr>
              <a:t> in a dependency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C92EE755-2771-E4B8-99E2-96BB70B60D39}"/>
              </a:ext>
            </a:extLst>
          </p:cNvPr>
          <p:cNvSpPr txBox="1"/>
          <p:nvPr/>
        </p:nvSpPr>
        <p:spPr>
          <a:xfrm>
            <a:off x="7765577" y="3954830"/>
            <a:ext cx="1316386" cy="30777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dirty="0"/>
              <a:t>No dependency</a:t>
            </a:r>
            <a:endParaRPr lang="th-TH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E2A674C5-8F7A-44B0-96D6-B38E037E595A}"/>
              </a:ext>
            </a:extLst>
          </p:cNvPr>
          <p:cNvSpPr txBox="1"/>
          <p:nvPr/>
        </p:nvSpPr>
        <p:spPr>
          <a:xfrm>
            <a:off x="7752349" y="5141425"/>
            <a:ext cx="1460656" cy="30777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dirty="0"/>
              <a:t>With dependency</a:t>
            </a:r>
            <a:endParaRPr lang="th-TH" sz="1400" dirty="0"/>
          </a:p>
        </p:txBody>
      </p:sp>
    </p:spTree>
    <p:extLst>
      <p:ext uri="{BB962C8B-B14F-4D97-AF65-F5344CB8AC3E}">
        <p14:creationId xmlns:p14="http://schemas.microsoft.com/office/powerpoint/2010/main" val="1793500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6144A111-0875-4DA5-ED8A-B5C1485EAEC1}"/>
              </a:ext>
            </a:extLst>
          </p:cNvPr>
          <p:cNvSpPr/>
          <p:nvPr/>
        </p:nvSpPr>
        <p:spPr>
          <a:xfrm>
            <a:off x="907902" y="2028651"/>
            <a:ext cx="3268371" cy="97006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TextBox 3"/>
          <p:cNvSpPr txBox="1"/>
          <p:nvPr/>
        </p:nvSpPr>
        <p:spPr>
          <a:xfrm>
            <a:off x="465126" y="426460"/>
            <a:ext cx="3651576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Render after </a:t>
            </a:r>
            <a:r>
              <a:rPr lang="en-US" dirty="0">
                <a:solidFill>
                  <a:srgbClr val="1C1E21"/>
                </a:solidFill>
              </a:rPr>
              <a:t>first render only</a:t>
            </a:r>
            <a:endParaRPr lang="th-TH" dirty="0"/>
          </a:p>
        </p:txBody>
      </p:sp>
      <p:sp>
        <p:nvSpPr>
          <p:cNvPr id="5" name="สี่เหลี่ยมผืนผ้า 4"/>
          <p:cNvSpPr/>
          <p:nvPr/>
        </p:nvSpPr>
        <p:spPr>
          <a:xfrm>
            <a:off x="448472" y="896499"/>
            <a:ext cx="6346723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AF00DB"/>
                </a:solidFill>
                <a:latin typeface="Consolas"/>
              </a:rPr>
              <a:t>import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{ 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useState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}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from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"react"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;</a:t>
            </a:r>
          </a:p>
          <a:p>
            <a:r>
              <a:rPr lang="en-US" dirty="0">
                <a:solidFill>
                  <a:srgbClr val="0000FF"/>
                </a:solidFill>
                <a:latin typeface="Consolas"/>
              </a:rPr>
              <a:t>function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HookTest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() {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[</a:t>
            </a:r>
            <a:r>
              <a:rPr lang="en-US" dirty="0">
                <a:solidFill>
                  <a:srgbClr val="0070C1"/>
                </a:solidFill>
                <a:latin typeface="Consolas"/>
              </a:rPr>
              <a:t>count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, 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setCount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]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useState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098658"/>
                </a:solidFill>
                <a:latin typeface="Consolas"/>
              </a:rPr>
              <a:t>0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/>
            </a:r>
            <a:br>
              <a:rPr lang="en-US" dirty="0">
                <a:solidFill>
                  <a:srgbClr val="3B3B3B"/>
                </a:solidFill>
                <a:latin typeface="Consolas"/>
              </a:rPr>
            </a:br>
            <a:r>
              <a:rPr lang="en-US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setTimeout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(() 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=&gt;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{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setCount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0070C1"/>
                </a:solidFill>
                <a:latin typeface="Consolas"/>
              </a:rPr>
              <a:t>count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+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98658"/>
                </a:solidFill>
                <a:latin typeface="Consolas"/>
              </a:rPr>
              <a:t>1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}, </a:t>
            </a:r>
            <a:r>
              <a:rPr lang="en-US" dirty="0">
                <a:solidFill>
                  <a:srgbClr val="098658"/>
                </a:solidFill>
                <a:latin typeface="Consolas"/>
              </a:rPr>
              <a:t>3000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return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800000"/>
                </a:solidFill>
                <a:latin typeface="Consolas"/>
              </a:rPr>
              <a:t>&lt;h1&gt;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count= 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{</a:t>
            </a:r>
            <a:r>
              <a:rPr lang="en-US" dirty="0">
                <a:solidFill>
                  <a:srgbClr val="0070C1"/>
                </a:solidFill>
                <a:latin typeface="Consolas"/>
              </a:rPr>
              <a:t>count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}</a:t>
            </a:r>
            <a:r>
              <a:rPr lang="en-US" dirty="0">
                <a:solidFill>
                  <a:srgbClr val="800000"/>
                </a:solidFill>
                <a:latin typeface="Consolas"/>
              </a:rPr>
              <a:t>&lt;/h1&gt;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}</a:t>
            </a:r>
          </a:p>
          <a:p>
            <a:r>
              <a:rPr lang="en-US" dirty="0">
                <a:solidFill>
                  <a:srgbClr val="AF00DB"/>
                </a:solidFill>
                <a:latin typeface="Consolas"/>
              </a:rPr>
              <a:t>export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default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HookTest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;</a:t>
            </a:r>
            <a:endParaRPr lang="en-US" b="0" dirty="0">
              <a:solidFill>
                <a:srgbClr val="3B3B3B"/>
              </a:solidFill>
              <a:effectLst/>
              <a:latin typeface="Consolas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 r="19025"/>
          <a:stretch>
            <a:fillRect/>
          </a:stretch>
        </p:blipFill>
        <p:spPr bwMode="auto">
          <a:xfrm>
            <a:off x="8813870" y="368780"/>
            <a:ext cx="1874222" cy="690563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5146" y="1441181"/>
            <a:ext cx="1809750" cy="70485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9" name="ลูกศรลง 8"/>
          <p:cNvSpPr/>
          <p:nvPr/>
        </p:nvSpPr>
        <p:spPr>
          <a:xfrm>
            <a:off x="9587037" y="1070247"/>
            <a:ext cx="327889" cy="38081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0" name="TextBox 9"/>
          <p:cNvSpPr txBox="1"/>
          <p:nvPr/>
        </p:nvSpPr>
        <p:spPr>
          <a:xfrm>
            <a:off x="9994827" y="1130250"/>
            <a:ext cx="65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 sec</a:t>
            </a:r>
            <a:endParaRPr lang="th-TH" dirty="0"/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6265" y="3439907"/>
            <a:ext cx="1971675" cy="71437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13" name="TextBox 12"/>
          <p:cNvSpPr txBox="1"/>
          <p:nvPr/>
        </p:nvSpPr>
        <p:spPr>
          <a:xfrm>
            <a:off x="6560728" y="2152050"/>
            <a:ext cx="1753750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Count up forever</a:t>
            </a:r>
            <a:endParaRPr lang="th-TH" dirty="0"/>
          </a:p>
        </p:txBody>
      </p:sp>
      <p:sp>
        <p:nvSpPr>
          <p:cNvPr id="7" name="ลูกศรโค้ง 6"/>
          <p:cNvSpPr/>
          <p:nvPr/>
        </p:nvSpPr>
        <p:spPr>
          <a:xfrm flipH="1">
            <a:off x="4100047" y="2316258"/>
            <a:ext cx="781665" cy="722477"/>
          </a:xfrm>
          <a:prstGeom prst="bentArrow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942590" y="2600086"/>
            <a:ext cx="655949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3 sec</a:t>
            </a:r>
            <a:endParaRPr lang="th-TH" dirty="0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763508" y="3452854"/>
            <a:ext cx="1257588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First render</a:t>
            </a:r>
            <a:endParaRPr lang="th-TH" dirty="0">
              <a:solidFill>
                <a:srgbClr val="FF0000"/>
              </a:solidFill>
            </a:endParaRPr>
          </a:p>
        </p:txBody>
      </p:sp>
      <p:sp>
        <p:nvSpPr>
          <p:cNvPr id="8" name="ลูกศรลง 7"/>
          <p:cNvSpPr/>
          <p:nvPr/>
        </p:nvSpPr>
        <p:spPr>
          <a:xfrm>
            <a:off x="3576355" y="2600086"/>
            <a:ext cx="374307" cy="589829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8" name="TextBox 17"/>
          <p:cNvSpPr txBox="1"/>
          <p:nvPr/>
        </p:nvSpPr>
        <p:spPr>
          <a:xfrm>
            <a:off x="2641245" y="2777514"/>
            <a:ext cx="904671" cy="30777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Re-render</a:t>
            </a:r>
            <a:endParaRPr lang="th-TH" sz="1400" dirty="0">
              <a:solidFill>
                <a:srgbClr val="FF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283637" y="440587"/>
            <a:ext cx="365157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1C1E21"/>
                </a:solidFill>
              </a:rPr>
              <a:t>useEffect</a:t>
            </a:r>
            <a:r>
              <a:rPr lang="en-US" dirty="0">
                <a:solidFill>
                  <a:srgbClr val="1C1E21"/>
                </a:solidFill>
              </a:rPr>
              <a:t>(</a:t>
            </a:r>
            <a:r>
              <a:rPr lang="en-US" dirty="0">
                <a:solidFill>
                  <a:srgbClr val="FF0000"/>
                </a:solidFill>
              </a:rPr>
              <a:t>()=&gt;{ ... }</a:t>
            </a:r>
            <a:r>
              <a:rPr lang="en-US" dirty="0">
                <a:solidFill>
                  <a:srgbClr val="1C1E21"/>
                </a:solidFill>
              </a:rPr>
              <a:t>, [ ])</a:t>
            </a:r>
          </a:p>
        </p:txBody>
      </p:sp>
      <p:sp>
        <p:nvSpPr>
          <p:cNvPr id="11" name="ลูกศรขวาท้ายขีด 10"/>
          <p:cNvSpPr/>
          <p:nvPr/>
        </p:nvSpPr>
        <p:spPr>
          <a:xfrm rot="5400000">
            <a:off x="9109497" y="2543673"/>
            <a:ext cx="1282971" cy="487688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4" name="สี่เหลี่ยมผืนผ้า 13"/>
          <p:cNvSpPr/>
          <p:nvPr/>
        </p:nvSpPr>
        <p:spPr>
          <a:xfrm>
            <a:off x="448472" y="4762702"/>
            <a:ext cx="4650658" cy="14773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useEffect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(() 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=&gt;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{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setTimeout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(() 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=&gt;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{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    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setCount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0070C1"/>
                </a:solidFill>
                <a:latin typeface="Consolas"/>
              </a:rPr>
              <a:t>count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+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98658"/>
                </a:solidFill>
                <a:latin typeface="Consolas"/>
              </a:rPr>
              <a:t>1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}, </a:t>
            </a:r>
            <a:r>
              <a:rPr lang="en-US" dirty="0">
                <a:solidFill>
                  <a:srgbClr val="098658"/>
                </a:solidFill>
                <a:latin typeface="Consolas"/>
              </a:rPr>
              <a:t>3000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}, []);</a:t>
            </a:r>
            <a:endParaRPr lang="en-US" b="0" dirty="0">
              <a:solidFill>
                <a:srgbClr val="3B3B3B"/>
              </a:solidFill>
              <a:effectLst/>
              <a:latin typeface="Consolas"/>
            </a:endParaRPr>
          </a:p>
        </p:txBody>
      </p:sp>
      <p:sp>
        <p:nvSpPr>
          <p:cNvPr id="17" name="ลูกศรโค้งขวา 16"/>
          <p:cNvSpPr/>
          <p:nvPr/>
        </p:nvSpPr>
        <p:spPr>
          <a:xfrm>
            <a:off x="184388" y="2109606"/>
            <a:ext cx="623332" cy="3011034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>
              <a:solidFill>
                <a:schemeClr val="tx1"/>
              </a:solidFill>
            </a:endParaRPr>
          </a:p>
        </p:txBody>
      </p:sp>
      <p:pic>
        <p:nvPicPr>
          <p:cNvPr id="23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 r="19025"/>
          <a:stretch/>
        </p:blipFill>
        <p:spPr bwMode="auto">
          <a:xfrm>
            <a:off x="5343251" y="4717503"/>
            <a:ext cx="1874222" cy="690563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pic>
        <p:nvPicPr>
          <p:cNvPr id="2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7722" y="5752304"/>
            <a:ext cx="1809750" cy="70485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25" name="ลูกศรลง 24"/>
          <p:cNvSpPr/>
          <p:nvPr/>
        </p:nvSpPr>
        <p:spPr>
          <a:xfrm>
            <a:off x="6103160" y="5507649"/>
            <a:ext cx="530942" cy="38081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6" name="TextBox 25"/>
          <p:cNvSpPr txBox="1"/>
          <p:nvPr/>
        </p:nvSpPr>
        <p:spPr>
          <a:xfrm>
            <a:off x="6686791" y="5445801"/>
            <a:ext cx="65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 sec</a:t>
            </a:r>
            <a:endParaRPr lang="th-TH" dirty="0"/>
          </a:p>
        </p:txBody>
      </p:sp>
      <p:sp>
        <p:nvSpPr>
          <p:cNvPr id="22" name="สี่เหลี่ยมผืนผ้า 21"/>
          <p:cNvSpPr/>
          <p:nvPr/>
        </p:nvSpPr>
        <p:spPr>
          <a:xfrm>
            <a:off x="8276502" y="5439883"/>
            <a:ext cx="3945008" cy="138499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 err="1">
                <a:solidFill>
                  <a:srgbClr val="795E26"/>
                </a:solidFill>
                <a:latin typeface="Consolas"/>
              </a:rPr>
              <a:t>useEffect</a:t>
            </a:r>
            <a:r>
              <a:rPr lang="en-US" sz="1400" dirty="0">
                <a:solidFill>
                  <a:srgbClr val="3B3B3B"/>
                </a:solidFill>
                <a:latin typeface="Consolas"/>
              </a:rPr>
              <a:t>(() </a:t>
            </a:r>
            <a:r>
              <a:rPr lang="en-US" sz="1400" dirty="0">
                <a:solidFill>
                  <a:srgbClr val="0000FF"/>
                </a:solidFill>
                <a:latin typeface="Consolas"/>
              </a:rPr>
              <a:t>=&gt;</a:t>
            </a:r>
            <a:r>
              <a:rPr lang="en-US" sz="1400" dirty="0">
                <a:solidFill>
                  <a:srgbClr val="3B3B3B"/>
                </a:solidFill>
                <a:latin typeface="Consolas"/>
              </a:rPr>
              <a:t> {</a:t>
            </a:r>
          </a:p>
          <a:p>
            <a:r>
              <a:rPr lang="en-US" sz="1400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sz="1400" dirty="0">
                <a:solidFill>
                  <a:srgbClr val="0000FF"/>
                </a:solidFill>
                <a:latin typeface="Consolas"/>
              </a:rPr>
              <a:t>let</a:t>
            </a:r>
            <a:r>
              <a:rPr lang="en-US" sz="1400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001080"/>
                </a:solidFill>
                <a:latin typeface="Consolas"/>
              </a:rPr>
              <a:t>timer</a:t>
            </a:r>
            <a:r>
              <a:rPr lang="en-US" sz="1400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1400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400" dirty="0" err="1">
                <a:solidFill>
                  <a:srgbClr val="795E26"/>
                </a:solidFill>
                <a:latin typeface="Consolas"/>
              </a:rPr>
              <a:t>setTimeout</a:t>
            </a:r>
            <a:r>
              <a:rPr lang="en-US" sz="1400" dirty="0">
                <a:solidFill>
                  <a:srgbClr val="3B3B3B"/>
                </a:solidFill>
                <a:latin typeface="Consolas"/>
              </a:rPr>
              <a:t>(() </a:t>
            </a:r>
            <a:r>
              <a:rPr lang="en-US" sz="1400" dirty="0">
                <a:solidFill>
                  <a:srgbClr val="0000FF"/>
                </a:solidFill>
                <a:latin typeface="Consolas"/>
              </a:rPr>
              <a:t>=&gt;</a:t>
            </a:r>
            <a:r>
              <a:rPr lang="en-US" sz="1400" dirty="0">
                <a:solidFill>
                  <a:srgbClr val="3B3B3B"/>
                </a:solidFill>
                <a:latin typeface="Consolas"/>
              </a:rPr>
              <a:t> {</a:t>
            </a:r>
          </a:p>
          <a:p>
            <a:endParaRPr lang="en-US" sz="1400" dirty="0">
              <a:solidFill>
                <a:srgbClr val="3B3B3B"/>
              </a:solidFill>
              <a:latin typeface="Consolas"/>
            </a:endParaRPr>
          </a:p>
          <a:p>
            <a:r>
              <a:rPr lang="en-US" sz="1400" dirty="0">
                <a:solidFill>
                  <a:srgbClr val="3B3B3B"/>
                </a:solidFill>
                <a:latin typeface="Consolas"/>
              </a:rPr>
              <a:t>    }, </a:t>
            </a:r>
            <a:r>
              <a:rPr lang="en-US" sz="1400" dirty="0">
                <a:solidFill>
                  <a:srgbClr val="098658"/>
                </a:solidFill>
                <a:latin typeface="Consolas"/>
              </a:rPr>
              <a:t>1000</a:t>
            </a:r>
            <a:r>
              <a:rPr lang="en-US" sz="1400" dirty="0">
                <a:solidFill>
                  <a:srgbClr val="3B3B3B"/>
                </a:solidFill>
                <a:latin typeface="Consolas"/>
              </a:rPr>
              <a:t>);</a:t>
            </a:r>
            <a:br>
              <a:rPr lang="en-US" sz="1400" dirty="0">
                <a:solidFill>
                  <a:srgbClr val="3B3B3B"/>
                </a:solidFill>
                <a:latin typeface="Consolas"/>
              </a:rPr>
            </a:br>
            <a:r>
              <a:rPr lang="en-US" sz="1400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sz="1400" b="1" dirty="0">
                <a:solidFill>
                  <a:srgbClr val="AF00DB"/>
                </a:solidFill>
                <a:latin typeface="Consolas"/>
              </a:rPr>
              <a:t>return</a:t>
            </a:r>
            <a:r>
              <a:rPr lang="en-US" sz="1400" b="1" dirty="0">
                <a:solidFill>
                  <a:srgbClr val="3B3B3B"/>
                </a:solidFill>
                <a:latin typeface="Consolas"/>
              </a:rPr>
              <a:t> () </a:t>
            </a:r>
            <a:r>
              <a:rPr lang="en-US" sz="1400" b="1" dirty="0">
                <a:solidFill>
                  <a:srgbClr val="0000FF"/>
                </a:solidFill>
                <a:latin typeface="Consolas"/>
              </a:rPr>
              <a:t>=&gt;</a:t>
            </a:r>
            <a:r>
              <a:rPr lang="en-US" sz="1400" b="1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400" b="1" dirty="0" err="1">
                <a:solidFill>
                  <a:srgbClr val="795E26"/>
                </a:solidFill>
                <a:latin typeface="Consolas"/>
              </a:rPr>
              <a:t>clearTimeout</a:t>
            </a:r>
            <a:r>
              <a:rPr lang="en-US" sz="1400" b="1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sz="1400" b="1" dirty="0">
                <a:solidFill>
                  <a:srgbClr val="001080"/>
                </a:solidFill>
                <a:latin typeface="Consolas"/>
              </a:rPr>
              <a:t>timer</a:t>
            </a:r>
            <a:r>
              <a:rPr lang="en-US" sz="1400" b="1" dirty="0">
                <a:solidFill>
                  <a:srgbClr val="3B3B3B"/>
                </a:solidFill>
                <a:latin typeface="Consolas"/>
              </a:rPr>
              <a:t>)</a:t>
            </a:r>
          </a:p>
          <a:p>
            <a:r>
              <a:rPr lang="en-US" sz="1400" dirty="0">
                <a:solidFill>
                  <a:srgbClr val="3B3B3B"/>
                </a:solidFill>
                <a:latin typeface="Consolas"/>
              </a:rPr>
              <a:t>}, []);</a:t>
            </a:r>
            <a:endParaRPr lang="en-US" sz="1400" b="0" dirty="0">
              <a:solidFill>
                <a:srgbClr val="3B3B3B"/>
              </a:solidFill>
              <a:effectLst/>
              <a:latin typeface="Consola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212029" y="4760610"/>
            <a:ext cx="3945008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Note: Some effects require cleanup </a:t>
            </a:r>
          </a:p>
          <a:p>
            <a:r>
              <a:rPr lang="en-US" dirty="0"/>
              <a:t>to reduce memory leaks</a:t>
            </a:r>
            <a:endParaRPr lang="th-TH" dirty="0"/>
          </a:p>
        </p:txBody>
      </p:sp>
      <p:sp>
        <p:nvSpPr>
          <p:cNvPr id="3" name="ลูกศรขวา 5">
            <a:extLst>
              <a:ext uri="{FF2B5EF4-FFF2-40B4-BE49-F238E27FC236}">
                <a16:creationId xmlns:a16="http://schemas.microsoft.com/office/drawing/2014/main" xmlns="" id="{7F496856-8244-74AE-3B24-B07C1E6D43C9}"/>
              </a:ext>
            </a:extLst>
          </p:cNvPr>
          <p:cNvSpPr/>
          <p:nvPr/>
        </p:nvSpPr>
        <p:spPr>
          <a:xfrm>
            <a:off x="6509711" y="2387069"/>
            <a:ext cx="2202125" cy="722477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241F9096-1FA9-764E-900D-3C093654B5BC}"/>
              </a:ext>
            </a:extLst>
          </p:cNvPr>
          <p:cNvSpPr txBox="1"/>
          <p:nvPr/>
        </p:nvSpPr>
        <p:spPr>
          <a:xfrm>
            <a:off x="4758756" y="5525773"/>
            <a:ext cx="949299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Do once</a:t>
            </a:r>
            <a:endParaRPr lang="th-TH" dirty="0"/>
          </a:p>
        </p:txBody>
      </p:sp>
      <p:sp>
        <p:nvSpPr>
          <p:cNvPr id="28" name="ลูกศรลง 8">
            <a:extLst>
              <a:ext uri="{FF2B5EF4-FFF2-40B4-BE49-F238E27FC236}">
                <a16:creationId xmlns:a16="http://schemas.microsoft.com/office/drawing/2014/main" xmlns="" id="{26EB07E1-4009-ED6B-91CD-7A9D4BC33EC1}"/>
              </a:ext>
            </a:extLst>
          </p:cNvPr>
          <p:cNvSpPr/>
          <p:nvPr/>
        </p:nvSpPr>
        <p:spPr>
          <a:xfrm>
            <a:off x="9615167" y="4147637"/>
            <a:ext cx="327889" cy="38081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9666263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B448C791-37A2-071F-8B5F-B6DBD88750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6811" y="1616524"/>
            <a:ext cx="3268077" cy="83411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xmlns="" id="{26888AE0-A815-2FB1-40C7-47A0DE5868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6811" y="2757525"/>
            <a:ext cx="3268077" cy="92983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xmlns="" id="{E700D4C0-7BF5-3EBA-97C0-5BA6B15237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1506" y="4041722"/>
            <a:ext cx="3213382" cy="87513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xmlns="" id="{F05EF2DC-4DF6-F9F7-D6F5-F74C06CD6C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8854" y="5281053"/>
            <a:ext cx="3186034" cy="85462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สี่เหลี่ยมผืนผ้า 1"/>
          <p:cNvSpPr/>
          <p:nvPr/>
        </p:nvSpPr>
        <p:spPr>
          <a:xfrm>
            <a:off x="623971" y="473195"/>
            <a:ext cx="8461035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1C1E21"/>
                </a:solidFill>
              </a:rPr>
              <a:t>Render after first render AND subsequent renders caused by a change in a dependency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64132" y="1031766"/>
            <a:ext cx="4814797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1C1E21"/>
                </a:solidFill>
              </a:rPr>
              <a:t>useEffect</a:t>
            </a:r>
            <a:r>
              <a:rPr lang="en-US" dirty="0">
                <a:solidFill>
                  <a:srgbClr val="1C1E21"/>
                </a:solidFill>
              </a:rPr>
              <a:t>(()=&gt;{... }, [dependency1, dependency2])</a:t>
            </a:r>
          </a:p>
        </p:txBody>
      </p:sp>
      <p:sp>
        <p:nvSpPr>
          <p:cNvPr id="5" name="ลูกศรลง 4"/>
          <p:cNvSpPr/>
          <p:nvPr/>
        </p:nvSpPr>
        <p:spPr>
          <a:xfrm>
            <a:off x="10258453" y="2485251"/>
            <a:ext cx="316751" cy="29496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0" name="ลูกศรลง 9"/>
          <p:cNvSpPr/>
          <p:nvPr/>
        </p:nvSpPr>
        <p:spPr>
          <a:xfrm>
            <a:off x="10258455" y="4951471"/>
            <a:ext cx="316751" cy="29496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1" name="ลูกศรลง 10"/>
          <p:cNvSpPr/>
          <p:nvPr/>
        </p:nvSpPr>
        <p:spPr>
          <a:xfrm>
            <a:off x="10258454" y="3774388"/>
            <a:ext cx="316751" cy="29496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สี่เหลี่ยมผืนผ้า 5"/>
          <p:cNvSpPr/>
          <p:nvPr/>
        </p:nvSpPr>
        <p:spPr>
          <a:xfrm>
            <a:off x="2492627" y="6351102"/>
            <a:ext cx="744075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 multiple dependencies can included in the array  =&gt;  [count, name]</a:t>
            </a:r>
            <a:endParaRPr lang="th-TH" dirty="0"/>
          </a:p>
        </p:txBody>
      </p:sp>
      <p:sp>
        <p:nvSpPr>
          <p:cNvPr id="25" name="สี่เหลี่ยมผืนผ้า 4">
            <a:extLst>
              <a:ext uri="{FF2B5EF4-FFF2-40B4-BE49-F238E27FC236}">
                <a16:creationId xmlns:a16="http://schemas.microsoft.com/office/drawing/2014/main" xmlns="" id="{887A7ADC-0BDA-E71E-8A6D-0AEE316DC28E}"/>
              </a:ext>
            </a:extLst>
          </p:cNvPr>
          <p:cNvSpPr/>
          <p:nvPr/>
        </p:nvSpPr>
        <p:spPr>
          <a:xfrm>
            <a:off x="521432" y="1108181"/>
            <a:ext cx="9317512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AF00DB"/>
                </a:solidFill>
                <a:latin typeface="Consolas"/>
              </a:rPr>
              <a:t>import</a:t>
            </a:r>
            <a:r>
              <a:rPr lang="en-US" sz="1600" dirty="0">
                <a:solidFill>
                  <a:srgbClr val="3B3B3B"/>
                </a:solidFill>
                <a:latin typeface="Consolas"/>
              </a:rPr>
              <a:t> { </a:t>
            </a:r>
            <a:r>
              <a:rPr lang="en-US" sz="1600" dirty="0" err="1">
                <a:solidFill>
                  <a:srgbClr val="001080"/>
                </a:solidFill>
                <a:latin typeface="Consolas"/>
              </a:rPr>
              <a:t>useState</a:t>
            </a:r>
            <a:r>
              <a:rPr lang="en-US" sz="1600" dirty="0">
                <a:solidFill>
                  <a:srgbClr val="001080"/>
                </a:solidFill>
                <a:latin typeface="Consolas"/>
              </a:rPr>
              <a:t>, </a:t>
            </a:r>
            <a:r>
              <a:rPr lang="en-US" sz="1600" dirty="0" err="1">
                <a:solidFill>
                  <a:srgbClr val="001080"/>
                </a:solidFill>
                <a:latin typeface="Consolas"/>
              </a:rPr>
              <a:t>useEffect</a:t>
            </a:r>
            <a:r>
              <a:rPr lang="en-US" sz="1600" dirty="0">
                <a:solidFill>
                  <a:srgbClr val="3B3B3B"/>
                </a:solidFill>
                <a:latin typeface="Consolas"/>
              </a:rPr>
              <a:t> } </a:t>
            </a:r>
            <a:r>
              <a:rPr lang="en-US" sz="1600" dirty="0">
                <a:solidFill>
                  <a:srgbClr val="AF00DB"/>
                </a:solidFill>
                <a:latin typeface="Consolas"/>
              </a:rPr>
              <a:t>from</a:t>
            </a:r>
            <a:r>
              <a:rPr lang="en-US" sz="1600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"react"</a:t>
            </a:r>
            <a:r>
              <a:rPr lang="en-US" sz="1600" dirty="0">
                <a:solidFill>
                  <a:srgbClr val="3B3B3B"/>
                </a:solidFill>
                <a:latin typeface="Consolas"/>
              </a:rPr>
              <a:t>;</a:t>
            </a:r>
          </a:p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function</a:t>
            </a:r>
            <a:r>
              <a:rPr lang="en-US" sz="1600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600" dirty="0" err="1">
                <a:solidFill>
                  <a:srgbClr val="795E26"/>
                </a:solidFill>
                <a:latin typeface="Consolas"/>
              </a:rPr>
              <a:t>HookTest</a:t>
            </a:r>
            <a:r>
              <a:rPr lang="en-US" sz="1600" dirty="0">
                <a:solidFill>
                  <a:srgbClr val="3B3B3B"/>
                </a:solidFill>
                <a:latin typeface="Consolas"/>
              </a:rPr>
              <a:t>() {</a:t>
            </a:r>
          </a:p>
          <a:p>
            <a:r>
              <a:rPr lang="en-US" sz="1600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sz="1600" dirty="0">
                <a:solidFill>
                  <a:srgbClr val="3B3B3B"/>
                </a:solidFill>
                <a:latin typeface="Consolas"/>
              </a:rPr>
              <a:t> [</a:t>
            </a:r>
            <a:r>
              <a:rPr lang="en-US" sz="1600" dirty="0">
                <a:solidFill>
                  <a:srgbClr val="0070C1"/>
                </a:solidFill>
                <a:latin typeface="Consolas"/>
              </a:rPr>
              <a:t>count</a:t>
            </a:r>
            <a:r>
              <a:rPr lang="en-US" sz="1600" dirty="0">
                <a:solidFill>
                  <a:srgbClr val="3B3B3B"/>
                </a:solidFill>
                <a:latin typeface="Consolas"/>
              </a:rPr>
              <a:t>, </a:t>
            </a:r>
            <a:r>
              <a:rPr lang="en-US" sz="1600" dirty="0" err="1">
                <a:solidFill>
                  <a:srgbClr val="795E26"/>
                </a:solidFill>
                <a:latin typeface="Consolas"/>
              </a:rPr>
              <a:t>setCount</a:t>
            </a:r>
            <a:r>
              <a:rPr lang="en-US" sz="1600" dirty="0">
                <a:solidFill>
                  <a:srgbClr val="3B3B3B"/>
                </a:solidFill>
                <a:latin typeface="Consolas"/>
              </a:rPr>
              <a:t>] 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1600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600" dirty="0" err="1">
                <a:solidFill>
                  <a:srgbClr val="795E26"/>
                </a:solidFill>
                <a:latin typeface="Consolas"/>
              </a:rPr>
              <a:t>useState</a:t>
            </a:r>
            <a:r>
              <a:rPr lang="en-US" sz="1600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0</a:t>
            </a:r>
            <a:r>
              <a:rPr lang="en-US" sz="1600" dirty="0">
                <a:solidFill>
                  <a:srgbClr val="3B3B3B"/>
                </a:solidFill>
                <a:latin typeface="Consolas"/>
              </a:rPr>
              <a:t>);</a:t>
            </a:r>
          </a:p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    const</a:t>
            </a:r>
            <a:r>
              <a:rPr lang="en-US" sz="1600" dirty="0">
                <a:solidFill>
                  <a:srgbClr val="3B3B3B"/>
                </a:solidFill>
                <a:latin typeface="Consolas"/>
              </a:rPr>
              <a:t> [</a:t>
            </a:r>
            <a:r>
              <a:rPr lang="en-US" sz="1600" dirty="0" err="1">
                <a:solidFill>
                  <a:srgbClr val="0070C1"/>
                </a:solidFill>
                <a:latin typeface="Consolas"/>
              </a:rPr>
              <a:t>isCount</a:t>
            </a:r>
            <a:r>
              <a:rPr lang="en-US" sz="1600" dirty="0">
                <a:solidFill>
                  <a:srgbClr val="3B3B3B"/>
                </a:solidFill>
                <a:latin typeface="Consolas"/>
              </a:rPr>
              <a:t>, </a:t>
            </a:r>
            <a:r>
              <a:rPr lang="en-US" sz="1600" dirty="0" err="1">
                <a:solidFill>
                  <a:srgbClr val="795E26"/>
                </a:solidFill>
                <a:latin typeface="Consolas"/>
              </a:rPr>
              <a:t>setIsCount</a:t>
            </a:r>
            <a:r>
              <a:rPr lang="en-US" sz="1600" dirty="0">
                <a:solidFill>
                  <a:srgbClr val="3B3B3B"/>
                </a:solidFill>
                <a:latin typeface="Consolas"/>
              </a:rPr>
              <a:t>] 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1600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600" dirty="0" err="1">
                <a:solidFill>
                  <a:srgbClr val="795E26"/>
                </a:solidFill>
                <a:latin typeface="Consolas"/>
              </a:rPr>
              <a:t>useState</a:t>
            </a:r>
            <a:r>
              <a:rPr lang="en-US" sz="1600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true</a:t>
            </a:r>
            <a:r>
              <a:rPr lang="en-US" sz="1600" dirty="0">
                <a:solidFill>
                  <a:srgbClr val="3B3B3B"/>
                </a:solidFill>
                <a:latin typeface="Consolas"/>
              </a:rPr>
              <a:t>);</a:t>
            </a:r>
          </a:p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    const</a:t>
            </a:r>
            <a:r>
              <a:rPr lang="en-US" sz="1600" dirty="0">
                <a:solidFill>
                  <a:srgbClr val="3B3B3B"/>
                </a:solidFill>
                <a:latin typeface="Consolas"/>
              </a:rPr>
              <a:t> [</a:t>
            </a:r>
            <a:r>
              <a:rPr lang="en-US" sz="1600" dirty="0">
                <a:solidFill>
                  <a:srgbClr val="0070C1"/>
                </a:solidFill>
                <a:latin typeface="Consolas"/>
              </a:rPr>
              <a:t>text</a:t>
            </a:r>
            <a:r>
              <a:rPr lang="en-US" sz="1600" dirty="0">
                <a:solidFill>
                  <a:srgbClr val="3B3B3B"/>
                </a:solidFill>
                <a:latin typeface="Consolas"/>
              </a:rPr>
              <a:t>, </a:t>
            </a:r>
            <a:r>
              <a:rPr lang="en-US" sz="1600" dirty="0" err="1">
                <a:solidFill>
                  <a:srgbClr val="795E26"/>
                </a:solidFill>
                <a:latin typeface="Consolas"/>
              </a:rPr>
              <a:t>setText</a:t>
            </a:r>
            <a:r>
              <a:rPr lang="en-US" sz="1600" dirty="0">
                <a:solidFill>
                  <a:srgbClr val="3B3B3B"/>
                </a:solidFill>
                <a:latin typeface="Consolas"/>
              </a:rPr>
              <a:t>] 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1600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600" dirty="0" err="1">
                <a:solidFill>
                  <a:srgbClr val="795E26"/>
                </a:solidFill>
                <a:latin typeface="Consolas"/>
              </a:rPr>
              <a:t>useState</a:t>
            </a:r>
            <a:r>
              <a:rPr lang="en-US" sz="1600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""</a:t>
            </a:r>
            <a:r>
              <a:rPr lang="en-US" sz="1600" dirty="0">
                <a:solidFill>
                  <a:srgbClr val="3B3B3B"/>
                </a:solidFill>
                <a:latin typeface="Consolas"/>
              </a:rPr>
              <a:t>);</a:t>
            </a:r>
          </a:p>
          <a:p>
            <a:endParaRPr lang="en-US" sz="1600" dirty="0">
              <a:solidFill>
                <a:srgbClr val="3B3B3B"/>
              </a:solidFill>
              <a:latin typeface="Consolas"/>
            </a:endParaRPr>
          </a:p>
          <a:p>
            <a:r>
              <a:rPr lang="en-US" sz="1600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sz="1600" dirty="0" err="1">
                <a:solidFill>
                  <a:srgbClr val="795E26"/>
                </a:solidFill>
                <a:latin typeface="Consolas"/>
              </a:rPr>
              <a:t>useEffect</a:t>
            </a:r>
            <a:r>
              <a:rPr lang="en-US" sz="1600" dirty="0">
                <a:solidFill>
                  <a:srgbClr val="3B3B3B"/>
                </a:solidFill>
                <a:latin typeface="Consolas"/>
              </a:rPr>
              <a:t>(() 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=&gt;</a:t>
            </a:r>
            <a:r>
              <a:rPr lang="en-US" sz="1600" dirty="0">
                <a:solidFill>
                  <a:srgbClr val="3B3B3B"/>
                </a:solidFill>
                <a:latin typeface="Consolas"/>
              </a:rPr>
              <a:t> {</a:t>
            </a:r>
          </a:p>
          <a:p>
            <a:r>
              <a:rPr lang="en-US" sz="1600" dirty="0">
                <a:solidFill>
                  <a:srgbClr val="3B3B3B"/>
                </a:solidFill>
                <a:latin typeface="Consolas"/>
              </a:rPr>
              <a:t>        </a:t>
            </a:r>
            <a:r>
              <a:rPr lang="en-US" sz="1600" dirty="0" err="1">
                <a:solidFill>
                  <a:srgbClr val="795E26"/>
                </a:solidFill>
                <a:highlight>
                  <a:srgbClr val="FFFF00"/>
                </a:highlight>
                <a:latin typeface="Consolas"/>
              </a:rPr>
              <a:t>setIsEvent</a:t>
            </a:r>
            <a:r>
              <a:rPr lang="en-US" sz="1600" dirty="0">
                <a:solidFill>
                  <a:srgbClr val="3B3B3B"/>
                </a:solidFill>
                <a:latin typeface="Consolas"/>
              </a:rPr>
              <a:t>(count%2 == 0);</a:t>
            </a:r>
          </a:p>
          <a:p>
            <a:r>
              <a:rPr lang="en-US" sz="1600" dirty="0">
                <a:solidFill>
                  <a:srgbClr val="3B3B3B"/>
                </a:solidFill>
                <a:latin typeface="Consolas"/>
              </a:rPr>
              <a:t>        </a:t>
            </a:r>
            <a:r>
              <a:rPr lang="en-US" sz="1600" dirty="0" err="1">
                <a:solidFill>
                  <a:srgbClr val="795E26"/>
                </a:solidFill>
                <a:highlight>
                  <a:srgbClr val="FFFF00"/>
                </a:highlight>
                <a:latin typeface="Consolas"/>
              </a:rPr>
              <a:t>setText</a:t>
            </a:r>
            <a:r>
              <a:rPr lang="en-US" sz="1600" dirty="0">
                <a:solidFill>
                  <a:srgbClr val="3B3B3B"/>
                </a:solidFill>
                <a:latin typeface="Consolas"/>
              </a:rPr>
              <a:t>(text+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 "+</a:t>
            </a:r>
            <a:r>
              <a:rPr lang="en-US" sz="1600" dirty="0">
                <a:solidFill>
                  <a:srgbClr val="3B3B3B"/>
                </a:solidFill>
                <a:latin typeface="Consolas"/>
              </a:rPr>
              <a:t>count +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"-"+</a:t>
            </a:r>
            <a:r>
              <a:rPr lang="en-US" sz="1600" dirty="0">
                <a:solidFill>
                  <a:srgbClr val="3B3B3B"/>
                </a:solidFill>
                <a:latin typeface="Consolas"/>
              </a:rPr>
              <a:t> (count%2==0?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 "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even":"odd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1600" dirty="0">
                <a:solidFill>
                  <a:srgbClr val="3B3B3B"/>
                </a:solidFill>
                <a:latin typeface="Consolas"/>
              </a:rPr>
              <a:t>));</a:t>
            </a:r>
          </a:p>
          <a:p>
            <a:r>
              <a:rPr lang="en-US" sz="1600" dirty="0">
                <a:solidFill>
                  <a:srgbClr val="3B3B3B"/>
                </a:solidFill>
                <a:latin typeface="Consolas"/>
              </a:rPr>
              <a:t>    }, [</a:t>
            </a:r>
            <a:r>
              <a:rPr lang="en-US" sz="1600" dirty="0">
                <a:solidFill>
                  <a:srgbClr val="3B3B3B"/>
                </a:solidFill>
                <a:highlight>
                  <a:srgbClr val="00FF00"/>
                </a:highlight>
                <a:latin typeface="Consolas"/>
              </a:rPr>
              <a:t>count</a:t>
            </a:r>
            <a:r>
              <a:rPr lang="en-US" sz="1600" dirty="0">
                <a:solidFill>
                  <a:srgbClr val="3B3B3B"/>
                </a:solidFill>
                <a:latin typeface="Consolas"/>
              </a:rPr>
              <a:t>]);</a:t>
            </a:r>
          </a:p>
          <a:p>
            <a:r>
              <a:rPr lang="en-US" sz="1600" dirty="0">
                <a:solidFill>
                  <a:srgbClr val="3B3B3B"/>
                </a:solidFill>
                <a:latin typeface="Consolas"/>
              </a:rPr>
              <a:t>    </a:t>
            </a:r>
          </a:p>
          <a:p>
            <a:r>
              <a:rPr lang="en-US" sz="1600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sz="1600" dirty="0">
                <a:solidFill>
                  <a:srgbClr val="AF00DB"/>
                </a:solidFill>
                <a:latin typeface="Consolas"/>
              </a:rPr>
              <a:t>return</a:t>
            </a:r>
            <a:r>
              <a:rPr lang="en-US" sz="1600" dirty="0">
                <a:solidFill>
                  <a:srgbClr val="3B3B3B"/>
                </a:solidFill>
                <a:latin typeface="Consolas"/>
              </a:rPr>
              <a:t> (&lt;div&gt;</a:t>
            </a:r>
            <a:r>
              <a:rPr lang="en-US" sz="1600" dirty="0">
                <a:solidFill>
                  <a:srgbClr val="800000"/>
                </a:solidFill>
                <a:latin typeface="Consolas"/>
              </a:rPr>
              <a:t>&lt;h1&gt;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{</a:t>
            </a:r>
            <a:r>
              <a:rPr lang="en-US" sz="1600" dirty="0">
                <a:solidFill>
                  <a:srgbClr val="0070C1"/>
                </a:solidFill>
                <a:latin typeface="Consolas"/>
              </a:rPr>
              <a:t>count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} is {</a:t>
            </a:r>
            <a:r>
              <a:rPr lang="en-US" sz="1600" dirty="0" err="1">
                <a:solidFill>
                  <a:srgbClr val="3B3B3B"/>
                </a:solidFill>
                <a:latin typeface="Consolas"/>
              </a:rPr>
              <a:t>isEvent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? 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even":"odd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} </a:t>
            </a:r>
            <a:r>
              <a:rPr lang="en-US" sz="1600" dirty="0">
                <a:solidFill>
                  <a:srgbClr val="3B3B3B"/>
                </a:solidFill>
                <a:latin typeface="Consolas"/>
              </a:rPr>
              <a:t>number</a:t>
            </a:r>
          </a:p>
          <a:p>
            <a:r>
              <a:rPr lang="en-US" sz="1600" dirty="0">
                <a:solidFill>
                  <a:srgbClr val="800000"/>
                </a:solidFill>
                <a:latin typeface="Consolas"/>
              </a:rPr>
              <a:t>&lt;button </a:t>
            </a:r>
            <a:r>
              <a:rPr lang="en-US" sz="1600" dirty="0" err="1">
                <a:solidFill>
                  <a:srgbClr val="800000"/>
                </a:solidFill>
                <a:highlight>
                  <a:srgbClr val="00FFFF"/>
                </a:highlight>
                <a:latin typeface="Consolas"/>
              </a:rPr>
              <a:t>onClick</a:t>
            </a:r>
            <a:r>
              <a:rPr lang="en-US" sz="1600" dirty="0">
                <a:solidFill>
                  <a:srgbClr val="800000"/>
                </a:solidFill>
                <a:latin typeface="Consolas"/>
              </a:rPr>
              <a:t>={()=&gt;</a:t>
            </a:r>
            <a:r>
              <a:rPr lang="en-US" sz="1600" dirty="0" err="1">
                <a:solidFill>
                  <a:srgbClr val="800000"/>
                </a:solidFill>
                <a:highlight>
                  <a:srgbClr val="00FF00"/>
                </a:highlight>
                <a:latin typeface="Consolas"/>
              </a:rPr>
              <a:t>setCount</a:t>
            </a:r>
            <a:r>
              <a:rPr lang="en-US" sz="1600" dirty="0">
                <a:solidFill>
                  <a:srgbClr val="800000"/>
                </a:solidFill>
                <a:latin typeface="Consolas"/>
              </a:rPr>
              <a:t>(count+1)}Next&lt;/button&gt;&lt;/h1&gt;&lt;p&gt;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{text}</a:t>
            </a:r>
            <a:r>
              <a:rPr lang="en-US" sz="1600" dirty="0">
                <a:solidFill>
                  <a:srgbClr val="800000"/>
                </a:solidFill>
                <a:latin typeface="Consolas"/>
              </a:rPr>
              <a:t>&lt;/p&gt;</a:t>
            </a:r>
          </a:p>
          <a:p>
            <a:r>
              <a:rPr lang="en-US" sz="1600" dirty="0">
                <a:solidFill>
                  <a:srgbClr val="800000"/>
                </a:solidFill>
                <a:latin typeface="Consolas"/>
              </a:rPr>
              <a:t>&lt;/div&gt;)</a:t>
            </a:r>
            <a:r>
              <a:rPr lang="en-US" sz="1600" dirty="0">
                <a:solidFill>
                  <a:srgbClr val="3B3B3B"/>
                </a:solidFill>
                <a:latin typeface="Consolas"/>
              </a:rPr>
              <a:t>;</a:t>
            </a:r>
          </a:p>
          <a:p>
            <a:r>
              <a:rPr lang="en-US" sz="1600" dirty="0">
                <a:solidFill>
                  <a:srgbClr val="3B3B3B"/>
                </a:solidFill>
                <a:latin typeface="Consolas"/>
              </a:rPr>
              <a:t>}</a:t>
            </a:r>
          </a:p>
          <a:p>
            <a:r>
              <a:rPr lang="en-US" sz="1600" dirty="0">
                <a:solidFill>
                  <a:srgbClr val="AF00DB"/>
                </a:solidFill>
                <a:latin typeface="Consolas"/>
              </a:rPr>
              <a:t>export</a:t>
            </a:r>
            <a:r>
              <a:rPr lang="en-US" sz="1600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600" dirty="0">
                <a:solidFill>
                  <a:srgbClr val="AF00DB"/>
                </a:solidFill>
                <a:latin typeface="Consolas"/>
              </a:rPr>
              <a:t>default</a:t>
            </a:r>
            <a:r>
              <a:rPr lang="en-US" sz="1600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600" dirty="0" err="1">
                <a:solidFill>
                  <a:srgbClr val="795E26"/>
                </a:solidFill>
                <a:latin typeface="Consolas"/>
              </a:rPr>
              <a:t>HookTest</a:t>
            </a:r>
            <a:r>
              <a:rPr lang="en-US" sz="1600" dirty="0">
                <a:solidFill>
                  <a:srgbClr val="3B3B3B"/>
                </a:solidFill>
                <a:latin typeface="Consolas"/>
              </a:rPr>
              <a:t>;</a:t>
            </a:r>
            <a:endParaRPr lang="en-US" sz="1600" b="0" dirty="0">
              <a:solidFill>
                <a:srgbClr val="3B3B3B"/>
              </a:solidFill>
              <a:effectLst/>
              <a:latin typeface="Consolas"/>
            </a:endParaRP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xmlns="" id="{2A9B6624-ABFE-C1DF-FAE4-559CA3757755}"/>
              </a:ext>
            </a:extLst>
          </p:cNvPr>
          <p:cNvSpPr/>
          <p:nvPr/>
        </p:nvSpPr>
        <p:spPr>
          <a:xfrm rot="12549643">
            <a:off x="2348140" y="3641525"/>
            <a:ext cx="1176892" cy="265727"/>
          </a:xfrm>
          <a:prstGeom prst="rightArrow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756733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A9A49D7-2E27-D848-7883-E3C80AD35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useContext</a:t>
            </a:r>
            <a:endParaRPr lang="th-T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6C37FEB-F091-54FE-2967-8F72D84C6F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React Context is a way to manage state globally</a:t>
            </a:r>
            <a:endParaRPr lang="th-TH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6625" y="2411977"/>
            <a:ext cx="4905375" cy="1562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สี่เหลี่ยมผืนผ้า 3"/>
          <p:cNvSpPr/>
          <p:nvPr/>
        </p:nvSpPr>
        <p:spPr>
          <a:xfrm>
            <a:off x="513326" y="2535589"/>
            <a:ext cx="6553200" cy="233910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function</a:t>
            </a:r>
            <a:r>
              <a:rPr lang="en-US" sz="1600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600" dirty="0" err="1">
                <a:solidFill>
                  <a:srgbClr val="795E26"/>
                </a:solidFill>
                <a:latin typeface="Consolas"/>
              </a:rPr>
              <a:t>HookContext</a:t>
            </a:r>
            <a:r>
              <a:rPr lang="en-US" sz="1600" dirty="0">
                <a:solidFill>
                  <a:srgbClr val="3B3B3B"/>
                </a:solidFill>
                <a:latin typeface="Consolas"/>
              </a:rPr>
              <a:t>() {</a:t>
            </a:r>
          </a:p>
          <a:p>
            <a:r>
              <a:rPr lang="en-US" sz="1600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sz="1600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sz="1600" dirty="0">
                <a:solidFill>
                  <a:srgbClr val="3B3B3B"/>
                </a:solidFill>
                <a:latin typeface="Consolas"/>
              </a:rPr>
              <a:t>[</a:t>
            </a:r>
            <a:r>
              <a:rPr lang="en-US" sz="1600" dirty="0">
                <a:solidFill>
                  <a:srgbClr val="0070C1"/>
                </a:solidFill>
                <a:latin typeface="Consolas"/>
              </a:rPr>
              <a:t>name</a:t>
            </a:r>
            <a:r>
              <a:rPr lang="en-US" sz="1600" dirty="0">
                <a:solidFill>
                  <a:srgbClr val="3B3B3B"/>
                </a:solidFill>
                <a:latin typeface="Consolas"/>
              </a:rPr>
              <a:t>, </a:t>
            </a:r>
            <a:r>
              <a:rPr lang="en-US" sz="1600" dirty="0" err="1">
                <a:solidFill>
                  <a:srgbClr val="795E26"/>
                </a:solidFill>
                <a:latin typeface="Consolas"/>
              </a:rPr>
              <a:t>setName</a:t>
            </a:r>
            <a:r>
              <a:rPr lang="en-US" sz="1600" dirty="0">
                <a:solidFill>
                  <a:srgbClr val="3B3B3B"/>
                </a:solidFill>
                <a:latin typeface="Consolas"/>
              </a:rPr>
              <a:t>] 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1600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600" dirty="0" err="1">
                <a:solidFill>
                  <a:srgbClr val="795E26"/>
                </a:solidFill>
                <a:latin typeface="Consolas"/>
              </a:rPr>
              <a:t>useState</a:t>
            </a:r>
            <a:r>
              <a:rPr lang="en-US" sz="1600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"John"</a:t>
            </a:r>
            <a:r>
              <a:rPr lang="en-US" sz="1600" dirty="0">
                <a:solidFill>
                  <a:srgbClr val="3B3B3B"/>
                </a:solidFill>
                <a:latin typeface="Consolas"/>
              </a:rPr>
              <a:t>);</a:t>
            </a:r>
          </a:p>
          <a:p>
            <a:r>
              <a:rPr lang="en-US" sz="1600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sz="1600" dirty="0">
                <a:solidFill>
                  <a:srgbClr val="AF00DB"/>
                </a:solidFill>
                <a:latin typeface="Consolas"/>
              </a:rPr>
              <a:t>return</a:t>
            </a:r>
            <a:r>
              <a:rPr lang="en-US" sz="1600" dirty="0">
                <a:solidFill>
                  <a:srgbClr val="3B3B3B"/>
                </a:solidFill>
                <a:latin typeface="Consolas"/>
              </a:rPr>
              <a:t> (</a:t>
            </a:r>
          </a:p>
          <a:p>
            <a:r>
              <a:rPr lang="en-US" sz="1600" dirty="0">
                <a:solidFill>
                  <a:srgbClr val="3B3B3B"/>
                </a:solidFill>
                <a:latin typeface="Consolas"/>
              </a:rPr>
              <a:t>        </a:t>
            </a:r>
            <a:r>
              <a:rPr lang="en-US" sz="1600" dirty="0">
                <a:solidFill>
                  <a:srgbClr val="800000"/>
                </a:solidFill>
                <a:latin typeface="Consolas"/>
              </a:rPr>
              <a:t>&lt;&gt;</a:t>
            </a:r>
            <a:endParaRPr lang="en-US" sz="1600" dirty="0">
              <a:solidFill>
                <a:srgbClr val="3B3B3B"/>
              </a:solidFill>
              <a:latin typeface="Consolas"/>
            </a:endParaRPr>
          </a:p>
          <a:p>
            <a:r>
              <a:rPr lang="en-US" sz="1600" dirty="0">
                <a:solidFill>
                  <a:srgbClr val="3B3B3B"/>
                </a:solidFill>
                <a:latin typeface="Consolas"/>
              </a:rPr>
              <a:t>            </a:t>
            </a:r>
            <a:r>
              <a:rPr lang="en-US" sz="1600" dirty="0">
                <a:solidFill>
                  <a:srgbClr val="800000"/>
                </a:solidFill>
                <a:latin typeface="Consolas"/>
              </a:rPr>
              <a:t>&lt;h1&gt;</a:t>
            </a:r>
            <a:r>
              <a:rPr lang="en-US" sz="1600" dirty="0">
                <a:solidFill>
                  <a:srgbClr val="3B3B3B"/>
                </a:solidFill>
                <a:latin typeface="Consolas"/>
              </a:rPr>
              <a:t>Hook Context Parent = 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{</a:t>
            </a:r>
            <a:r>
              <a:rPr lang="en-US" sz="1600" dirty="0">
                <a:solidFill>
                  <a:srgbClr val="0070C1"/>
                </a:solidFill>
                <a:latin typeface="Consolas"/>
              </a:rPr>
              <a:t>name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}</a:t>
            </a:r>
            <a:r>
              <a:rPr lang="en-US" sz="1600" dirty="0">
                <a:solidFill>
                  <a:srgbClr val="800000"/>
                </a:solidFill>
                <a:latin typeface="Consolas"/>
              </a:rPr>
              <a:t>&lt;/h1&gt;</a:t>
            </a:r>
            <a:endParaRPr lang="en-US" sz="1600" dirty="0">
              <a:solidFill>
                <a:srgbClr val="3B3B3B"/>
              </a:solidFill>
              <a:latin typeface="Consolas"/>
            </a:endParaRPr>
          </a:p>
          <a:p>
            <a:r>
              <a:rPr lang="en-US" sz="1600" dirty="0">
                <a:solidFill>
                  <a:srgbClr val="3B3B3B"/>
                </a:solidFill>
                <a:latin typeface="Consolas"/>
              </a:rPr>
              <a:t>            </a:t>
            </a:r>
            <a:r>
              <a:rPr lang="en-US" sz="1600" dirty="0">
                <a:solidFill>
                  <a:srgbClr val="800000"/>
                </a:solidFill>
                <a:latin typeface="Consolas"/>
              </a:rPr>
              <a:t>&lt;</a:t>
            </a:r>
            <a:r>
              <a:rPr lang="en-US" sz="1600" dirty="0">
                <a:solidFill>
                  <a:srgbClr val="267F99"/>
                </a:solidFill>
                <a:latin typeface="Consolas"/>
              </a:rPr>
              <a:t>HookContextChild1</a:t>
            </a:r>
            <a:r>
              <a:rPr lang="en-US" sz="1600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600" dirty="0">
                <a:solidFill>
                  <a:srgbClr val="E50000"/>
                </a:solidFill>
                <a:latin typeface="Consolas"/>
              </a:rPr>
              <a:t>name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{</a:t>
            </a:r>
            <a:r>
              <a:rPr lang="en-US" sz="1600" dirty="0">
                <a:solidFill>
                  <a:srgbClr val="0070C1"/>
                </a:solidFill>
                <a:latin typeface="Consolas"/>
              </a:rPr>
              <a:t>name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}</a:t>
            </a:r>
            <a:r>
              <a:rPr lang="en-US" sz="1600" dirty="0">
                <a:solidFill>
                  <a:srgbClr val="800000"/>
                </a:solidFill>
                <a:latin typeface="Consolas"/>
              </a:rPr>
              <a:t>/&gt;</a:t>
            </a:r>
            <a:endParaRPr lang="en-US" sz="1600" dirty="0">
              <a:solidFill>
                <a:srgbClr val="3B3B3B"/>
              </a:solidFill>
              <a:latin typeface="Consolas"/>
            </a:endParaRPr>
          </a:p>
          <a:p>
            <a:r>
              <a:rPr lang="en-US" sz="1600" dirty="0">
                <a:solidFill>
                  <a:srgbClr val="3B3B3B"/>
                </a:solidFill>
                <a:latin typeface="Consolas"/>
              </a:rPr>
              <a:t>        </a:t>
            </a:r>
            <a:r>
              <a:rPr lang="en-US" sz="1600" dirty="0">
                <a:solidFill>
                  <a:srgbClr val="800000"/>
                </a:solidFill>
                <a:latin typeface="Consolas"/>
              </a:rPr>
              <a:t>&lt;/&gt;</a:t>
            </a:r>
            <a:endParaRPr lang="en-US" sz="1600" dirty="0">
              <a:solidFill>
                <a:srgbClr val="3B3B3B"/>
              </a:solidFill>
              <a:latin typeface="Consolas"/>
            </a:endParaRPr>
          </a:p>
          <a:p>
            <a:r>
              <a:rPr lang="en-US" sz="1600" dirty="0">
                <a:solidFill>
                  <a:srgbClr val="3B3B3B"/>
                </a:solidFill>
                <a:latin typeface="Consolas"/>
              </a:rPr>
              <a:t>    );</a:t>
            </a:r>
          </a:p>
          <a:p>
            <a:r>
              <a:rPr lang="en-US" sz="1600" dirty="0">
                <a:solidFill>
                  <a:srgbClr val="3B3B3B"/>
                </a:solidFill>
                <a:latin typeface="Consolas"/>
              </a:rPr>
              <a:t>}</a:t>
            </a:r>
            <a:endParaRPr lang="en-US" sz="1600" b="0" dirty="0">
              <a:solidFill>
                <a:srgbClr val="3B3B3B"/>
              </a:solidFill>
              <a:effectLst/>
              <a:latin typeface="Consolas"/>
            </a:endParaRPr>
          </a:p>
        </p:txBody>
      </p:sp>
      <p:sp>
        <p:nvSpPr>
          <p:cNvPr id="5" name="สี่เหลี่ยมผืนผ้า 4"/>
          <p:cNvSpPr/>
          <p:nvPr/>
        </p:nvSpPr>
        <p:spPr>
          <a:xfrm>
            <a:off x="2232003" y="4236773"/>
            <a:ext cx="6001612" cy="23083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function</a:t>
            </a:r>
            <a:r>
              <a:rPr lang="en-US" sz="1600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600" dirty="0">
                <a:solidFill>
                  <a:srgbClr val="795E26"/>
                </a:solidFill>
                <a:latin typeface="Consolas"/>
              </a:rPr>
              <a:t>HookContextChild1</a:t>
            </a:r>
            <a:r>
              <a:rPr lang="en-US" sz="1600" dirty="0">
                <a:solidFill>
                  <a:srgbClr val="3B3B3B"/>
                </a:solidFill>
                <a:latin typeface="Consolas"/>
              </a:rPr>
              <a:t>({</a:t>
            </a:r>
            <a:r>
              <a:rPr lang="en-US" sz="1600" dirty="0">
                <a:solidFill>
                  <a:srgbClr val="001080"/>
                </a:solidFill>
                <a:latin typeface="Consolas"/>
              </a:rPr>
              <a:t>name</a:t>
            </a:r>
            <a:r>
              <a:rPr lang="en-US" sz="1600" dirty="0">
                <a:solidFill>
                  <a:srgbClr val="3B3B3B"/>
                </a:solidFill>
                <a:latin typeface="Consolas"/>
              </a:rPr>
              <a:t>}) {</a:t>
            </a:r>
          </a:p>
          <a:p>
            <a:r>
              <a:rPr lang="en-US" sz="1600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sz="1600" dirty="0">
                <a:solidFill>
                  <a:srgbClr val="AF00DB"/>
                </a:solidFill>
                <a:latin typeface="Consolas"/>
              </a:rPr>
              <a:t>return</a:t>
            </a:r>
            <a:r>
              <a:rPr lang="en-US" sz="1600" dirty="0">
                <a:solidFill>
                  <a:srgbClr val="3B3B3B"/>
                </a:solidFill>
                <a:latin typeface="Consolas"/>
              </a:rPr>
              <a:t> (</a:t>
            </a:r>
          </a:p>
          <a:p>
            <a:r>
              <a:rPr lang="en-US" sz="1600" dirty="0">
                <a:solidFill>
                  <a:srgbClr val="3B3B3B"/>
                </a:solidFill>
                <a:latin typeface="Consolas"/>
              </a:rPr>
              <a:t>        </a:t>
            </a:r>
            <a:r>
              <a:rPr lang="en-US" sz="1600" dirty="0">
                <a:solidFill>
                  <a:srgbClr val="800000"/>
                </a:solidFill>
                <a:latin typeface="Consolas"/>
              </a:rPr>
              <a:t>&lt;&gt;</a:t>
            </a:r>
            <a:endParaRPr lang="en-US" sz="1600" dirty="0">
              <a:solidFill>
                <a:srgbClr val="3B3B3B"/>
              </a:solidFill>
              <a:latin typeface="Consolas"/>
            </a:endParaRPr>
          </a:p>
          <a:p>
            <a:r>
              <a:rPr lang="en-US" sz="1600" dirty="0">
                <a:solidFill>
                  <a:srgbClr val="3B3B3B"/>
                </a:solidFill>
                <a:latin typeface="Consolas"/>
              </a:rPr>
              <a:t>            </a:t>
            </a:r>
            <a:r>
              <a:rPr lang="en-US" sz="1600" dirty="0">
                <a:solidFill>
                  <a:srgbClr val="800000"/>
                </a:solidFill>
                <a:latin typeface="Consolas"/>
              </a:rPr>
              <a:t>&lt;h3&gt;</a:t>
            </a:r>
            <a:r>
              <a:rPr lang="en-US" sz="1600" dirty="0">
                <a:solidFill>
                  <a:srgbClr val="3B3B3B"/>
                </a:solidFill>
                <a:latin typeface="Consolas"/>
              </a:rPr>
              <a:t>Hook Child 1 = 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{</a:t>
            </a:r>
            <a:r>
              <a:rPr lang="en-US" sz="1600" dirty="0">
                <a:solidFill>
                  <a:srgbClr val="001080"/>
                </a:solidFill>
                <a:latin typeface="Consolas"/>
              </a:rPr>
              <a:t>name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}</a:t>
            </a:r>
            <a:r>
              <a:rPr lang="en-US" sz="1600" dirty="0">
                <a:solidFill>
                  <a:srgbClr val="800000"/>
                </a:solidFill>
                <a:latin typeface="Consolas"/>
              </a:rPr>
              <a:t>&lt;/h3&gt;</a:t>
            </a:r>
            <a:endParaRPr lang="en-US" sz="1600" dirty="0">
              <a:solidFill>
                <a:srgbClr val="3B3B3B"/>
              </a:solidFill>
              <a:latin typeface="Consolas"/>
            </a:endParaRPr>
          </a:p>
          <a:p>
            <a:r>
              <a:rPr lang="en-US" sz="1600" dirty="0">
                <a:solidFill>
                  <a:srgbClr val="3B3B3B"/>
                </a:solidFill>
                <a:latin typeface="Consolas"/>
              </a:rPr>
              <a:t>            </a:t>
            </a:r>
            <a:r>
              <a:rPr lang="en-US" sz="1600" dirty="0">
                <a:solidFill>
                  <a:srgbClr val="800000"/>
                </a:solidFill>
                <a:latin typeface="Consolas"/>
              </a:rPr>
              <a:t>&lt;</a:t>
            </a:r>
            <a:r>
              <a:rPr lang="en-US" sz="1600" dirty="0">
                <a:solidFill>
                  <a:srgbClr val="267F99"/>
                </a:solidFill>
                <a:latin typeface="Consolas"/>
              </a:rPr>
              <a:t>HookContextChild2</a:t>
            </a:r>
            <a:r>
              <a:rPr lang="en-US" sz="1600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600" dirty="0">
                <a:solidFill>
                  <a:srgbClr val="E50000"/>
                </a:solidFill>
                <a:latin typeface="Consolas"/>
              </a:rPr>
              <a:t>name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{</a:t>
            </a:r>
            <a:r>
              <a:rPr lang="en-US" sz="1600" dirty="0">
                <a:solidFill>
                  <a:srgbClr val="001080"/>
                </a:solidFill>
                <a:latin typeface="Consolas"/>
              </a:rPr>
              <a:t>name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}</a:t>
            </a:r>
            <a:r>
              <a:rPr lang="en-US" sz="1600" dirty="0">
                <a:solidFill>
                  <a:srgbClr val="800000"/>
                </a:solidFill>
                <a:latin typeface="Consolas"/>
              </a:rPr>
              <a:t>/&gt;</a:t>
            </a:r>
            <a:endParaRPr lang="en-US" sz="1600" dirty="0">
              <a:solidFill>
                <a:srgbClr val="3B3B3B"/>
              </a:solidFill>
              <a:latin typeface="Consolas"/>
            </a:endParaRPr>
          </a:p>
          <a:p>
            <a:r>
              <a:rPr lang="en-US" sz="1600" dirty="0">
                <a:solidFill>
                  <a:srgbClr val="3B3B3B"/>
                </a:solidFill>
                <a:latin typeface="Consolas"/>
              </a:rPr>
              <a:t>        </a:t>
            </a:r>
            <a:r>
              <a:rPr lang="en-US" sz="1600" dirty="0">
                <a:solidFill>
                  <a:srgbClr val="800000"/>
                </a:solidFill>
                <a:latin typeface="Consolas"/>
              </a:rPr>
              <a:t>&lt;/&gt;</a:t>
            </a:r>
            <a:endParaRPr lang="en-US" sz="1600" dirty="0">
              <a:solidFill>
                <a:srgbClr val="3B3B3B"/>
              </a:solidFill>
              <a:latin typeface="Consolas"/>
            </a:endParaRPr>
          </a:p>
          <a:p>
            <a:r>
              <a:rPr lang="en-US" sz="1600" dirty="0">
                <a:solidFill>
                  <a:srgbClr val="3B3B3B"/>
                </a:solidFill>
                <a:latin typeface="Consolas"/>
              </a:rPr>
              <a:t>    );</a:t>
            </a:r>
          </a:p>
          <a:p>
            <a:r>
              <a:rPr lang="en-US" sz="1600" dirty="0">
                <a:solidFill>
                  <a:srgbClr val="3B3B3B"/>
                </a:solidFill>
                <a:latin typeface="Consolas"/>
              </a:rPr>
              <a:t/>
            </a:r>
            <a:br>
              <a:rPr lang="en-US" sz="1600" dirty="0">
                <a:solidFill>
                  <a:srgbClr val="3B3B3B"/>
                </a:solidFill>
                <a:latin typeface="Consolas"/>
              </a:rPr>
            </a:br>
            <a:r>
              <a:rPr lang="en-US" sz="1600" dirty="0">
                <a:solidFill>
                  <a:srgbClr val="3B3B3B"/>
                </a:solidFill>
                <a:latin typeface="Consolas"/>
              </a:rPr>
              <a:t>}</a:t>
            </a:r>
            <a:endParaRPr lang="en-US" sz="1600" b="0" dirty="0">
              <a:solidFill>
                <a:srgbClr val="3B3B3B"/>
              </a:solidFill>
              <a:effectLst/>
              <a:latin typeface="Consolas"/>
            </a:endParaRPr>
          </a:p>
        </p:txBody>
      </p:sp>
      <p:sp>
        <p:nvSpPr>
          <p:cNvPr id="6" name="สี่เหลี่ยมผืนผ้า 5"/>
          <p:cNvSpPr/>
          <p:nvPr/>
        </p:nvSpPr>
        <p:spPr>
          <a:xfrm>
            <a:off x="4067671" y="5817985"/>
            <a:ext cx="5007487" cy="86177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function</a:t>
            </a:r>
            <a:r>
              <a:rPr lang="en-US" sz="1600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600" dirty="0">
                <a:solidFill>
                  <a:srgbClr val="795E26"/>
                </a:solidFill>
                <a:latin typeface="Consolas"/>
              </a:rPr>
              <a:t>HookContextChild2</a:t>
            </a:r>
            <a:r>
              <a:rPr lang="en-US" sz="1600" dirty="0">
                <a:solidFill>
                  <a:srgbClr val="3B3B3B"/>
                </a:solidFill>
                <a:latin typeface="Consolas"/>
              </a:rPr>
              <a:t>({</a:t>
            </a:r>
            <a:r>
              <a:rPr lang="en-US" sz="1600" dirty="0">
                <a:solidFill>
                  <a:srgbClr val="001080"/>
                </a:solidFill>
                <a:latin typeface="Consolas"/>
              </a:rPr>
              <a:t>name</a:t>
            </a:r>
            <a:r>
              <a:rPr lang="en-US" sz="1600" dirty="0">
                <a:solidFill>
                  <a:srgbClr val="3B3B3B"/>
                </a:solidFill>
                <a:latin typeface="Consolas"/>
              </a:rPr>
              <a:t>}) {</a:t>
            </a:r>
          </a:p>
          <a:p>
            <a:r>
              <a:rPr lang="en-US" sz="1600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sz="1600" dirty="0">
                <a:solidFill>
                  <a:srgbClr val="AF00DB"/>
                </a:solidFill>
                <a:latin typeface="Consolas"/>
              </a:rPr>
              <a:t>return</a:t>
            </a:r>
            <a:r>
              <a:rPr lang="en-US" sz="1600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600" dirty="0">
                <a:solidFill>
                  <a:srgbClr val="800000"/>
                </a:solidFill>
                <a:latin typeface="Consolas"/>
              </a:rPr>
              <a:t>&lt;h5&gt;</a:t>
            </a:r>
            <a:r>
              <a:rPr lang="en-US" sz="1600" dirty="0">
                <a:solidFill>
                  <a:srgbClr val="3B3B3B"/>
                </a:solidFill>
                <a:latin typeface="Consolas"/>
              </a:rPr>
              <a:t>Hook Child 2 = 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{</a:t>
            </a:r>
            <a:r>
              <a:rPr lang="en-US" sz="1600" dirty="0">
                <a:solidFill>
                  <a:srgbClr val="001080"/>
                </a:solidFill>
                <a:latin typeface="Consolas"/>
              </a:rPr>
              <a:t>name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}</a:t>
            </a:r>
            <a:r>
              <a:rPr lang="en-US" sz="1600" dirty="0">
                <a:solidFill>
                  <a:srgbClr val="800000"/>
                </a:solidFill>
                <a:latin typeface="Consolas"/>
              </a:rPr>
              <a:t>&lt;/h5&gt;</a:t>
            </a:r>
            <a:r>
              <a:rPr lang="en-US" sz="1600" dirty="0">
                <a:solidFill>
                  <a:srgbClr val="3B3B3B"/>
                </a:solidFill>
                <a:latin typeface="Consolas"/>
              </a:rPr>
              <a:t>;</a:t>
            </a:r>
          </a:p>
          <a:p>
            <a:r>
              <a:rPr lang="en-US" sz="1600" dirty="0">
                <a:solidFill>
                  <a:srgbClr val="3B3B3B"/>
                </a:solidFill>
                <a:latin typeface="Consolas"/>
              </a:rPr>
              <a:t>}</a:t>
            </a:r>
            <a:endParaRPr lang="en-US" sz="1600" b="0" dirty="0">
              <a:solidFill>
                <a:srgbClr val="3B3B3B"/>
              </a:solidFill>
              <a:effectLst/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541795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/>
          <p:cNvSpPr/>
          <p:nvPr/>
        </p:nvSpPr>
        <p:spPr>
          <a:xfrm>
            <a:off x="496529" y="714052"/>
            <a:ext cx="5270090" cy="14773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>
                <a:solidFill>
                  <a:srgbClr val="AF00DB"/>
                </a:solidFill>
                <a:latin typeface="Consolas"/>
              </a:rPr>
              <a:t>import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{ 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createContext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}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from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'react'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/>
            </a:r>
            <a:br>
              <a:rPr lang="en-US" dirty="0">
                <a:solidFill>
                  <a:srgbClr val="3B3B3B"/>
                </a:solidFill>
                <a:latin typeface="Consolas"/>
              </a:rPr>
            </a:br>
            <a:r>
              <a:rPr lang="en-US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70C1"/>
                </a:solidFill>
                <a:latin typeface="Consolas"/>
              </a:rPr>
              <a:t>UserContext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createContext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();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/>
            </a:r>
            <a:br>
              <a:rPr lang="en-US" dirty="0">
                <a:solidFill>
                  <a:srgbClr val="3B3B3B"/>
                </a:solidFill>
                <a:latin typeface="Consolas"/>
              </a:rPr>
            </a:br>
            <a:r>
              <a:rPr lang="en-US" dirty="0">
                <a:solidFill>
                  <a:srgbClr val="AF00DB"/>
                </a:solidFill>
                <a:latin typeface="Consolas"/>
              </a:rPr>
              <a:t>export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default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70C1"/>
                </a:solidFill>
                <a:highlight>
                  <a:srgbClr val="FFFF00"/>
                </a:highlight>
                <a:latin typeface="Consolas"/>
              </a:rPr>
              <a:t>UserContext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;</a:t>
            </a:r>
            <a:endParaRPr lang="en-US" b="0" dirty="0">
              <a:solidFill>
                <a:srgbClr val="3B3B3B"/>
              </a:solidFill>
              <a:effectLst/>
              <a:latin typeface="Consolas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7114" y="374839"/>
            <a:ext cx="5038725" cy="1562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สี่เหลี่ยมผืนผ้า 4"/>
          <p:cNvSpPr/>
          <p:nvPr/>
        </p:nvSpPr>
        <p:spPr>
          <a:xfrm>
            <a:off x="496529" y="2889181"/>
            <a:ext cx="7084142" cy="34163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>
                <a:solidFill>
                  <a:srgbClr val="AF00DB"/>
                </a:solidFill>
                <a:latin typeface="Consolas"/>
              </a:rPr>
              <a:t>import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1080"/>
                </a:solidFill>
                <a:highlight>
                  <a:srgbClr val="FFFF00"/>
                </a:highlight>
                <a:latin typeface="Consolas"/>
              </a:rPr>
              <a:t>UserContext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from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"./</a:t>
            </a:r>
            <a:r>
              <a:rPr lang="en-US" dirty="0" err="1">
                <a:solidFill>
                  <a:srgbClr val="A31515"/>
                </a:solidFill>
                <a:latin typeface="Consolas"/>
              </a:rPr>
              <a:t>UserContext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"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;</a:t>
            </a:r>
          </a:p>
          <a:p>
            <a:r>
              <a:rPr lang="en-US" dirty="0">
                <a:solidFill>
                  <a:srgbClr val="AF00DB"/>
                </a:solidFill>
                <a:latin typeface="Consolas"/>
              </a:rPr>
              <a:t>import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HookContextChild1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from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"./HookContextChild1"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/>
            </a:r>
            <a:br>
              <a:rPr lang="en-US" dirty="0">
                <a:solidFill>
                  <a:srgbClr val="3B3B3B"/>
                </a:solidFill>
                <a:latin typeface="Consolas"/>
              </a:rPr>
            </a:br>
            <a:r>
              <a:rPr lang="en-US" dirty="0">
                <a:solidFill>
                  <a:srgbClr val="0000FF"/>
                </a:solidFill>
                <a:latin typeface="Consolas"/>
              </a:rPr>
              <a:t>function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HookContext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() {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70C1"/>
                </a:solidFill>
                <a:highlight>
                  <a:srgbClr val="00FFFF"/>
                </a:highlight>
                <a:latin typeface="Consolas"/>
              </a:rPr>
              <a:t>userName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"John"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return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(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</a:t>
            </a:r>
            <a:r>
              <a:rPr lang="en-US" b="1" dirty="0">
                <a:solidFill>
                  <a:srgbClr val="800000"/>
                </a:solidFill>
                <a:latin typeface="Consolas"/>
              </a:rPr>
              <a:t>&lt;</a:t>
            </a:r>
            <a:r>
              <a:rPr lang="en-US" b="1" dirty="0" err="1">
                <a:solidFill>
                  <a:srgbClr val="267F99"/>
                </a:solidFill>
                <a:highlight>
                  <a:srgbClr val="FFFF00"/>
                </a:highlight>
                <a:latin typeface="Consolas"/>
              </a:rPr>
              <a:t>UserContext</a:t>
            </a:r>
            <a:r>
              <a:rPr lang="en-US" b="1" dirty="0" err="1">
                <a:solidFill>
                  <a:srgbClr val="267F99"/>
                </a:solidFill>
                <a:latin typeface="Consolas"/>
              </a:rPr>
              <a:t>.</a:t>
            </a:r>
            <a:r>
              <a:rPr lang="en-US" b="1" dirty="0" err="1">
                <a:solidFill>
                  <a:srgbClr val="267F99"/>
                </a:solidFill>
                <a:highlight>
                  <a:srgbClr val="FFFF00"/>
                </a:highlight>
                <a:latin typeface="Consolas"/>
              </a:rPr>
              <a:t>Provider</a:t>
            </a:r>
            <a:r>
              <a:rPr lang="en-US" b="1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b="1" dirty="0">
                <a:solidFill>
                  <a:srgbClr val="E50000"/>
                </a:solidFill>
                <a:latin typeface="Consolas"/>
              </a:rPr>
              <a:t>value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b="1" dirty="0">
                <a:solidFill>
                  <a:srgbClr val="0000FF"/>
                </a:solidFill>
                <a:latin typeface="Consolas"/>
              </a:rPr>
              <a:t>{</a:t>
            </a:r>
            <a:r>
              <a:rPr lang="en-US" b="1" dirty="0" err="1">
                <a:solidFill>
                  <a:srgbClr val="0070C1"/>
                </a:solidFill>
                <a:highlight>
                  <a:srgbClr val="00FFFF"/>
                </a:highlight>
                <a:latin typeface="Consolas"/>
              </a:rPr>
              <a:t>userName</a:t>
            </a:r>
            <a:r>
              <a:rPr lang="en-US" b="1" dirty="0">
                <a:solidFill>
                  <a:srgbClr val="0000FF"/>
                </a:solidFill>
                <a:latin typeface="Consolas"/>
              </a:rPr>
              <a:t>}</a:t>
            </a:r>
            <a:r>
              <a:rPr lang="en-US" b="1" dirty="0">
                <a:solidFill>
                  <a:srgbClr val="800000"/>
                </a:solidFill>
                <a:latin typeface="Consolas"/>
              </a:rPr>
              <a:t>&gt;</a:t>
            </a:r>
            <a:endParaRPr lang="en-US" b="1" dirty="0">
              <a:solidFill>
                <a:srgbClr val="3B3B3B"/>
              </a:solidFill>
              <a:latin typeface="Consolas"/>
            </a:endParaRP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    </a:t>
            </a:r>
            <a:r>
              <a:rPr lang="en-US" dirty="0">
                <a:solidFill>
                  <a:srgbClr val="800000"/>
                </a:solidFill>
                <a:latin typeface="Consolas"/>
              </a:rPr>
              <a:t>&lt;h1&gt;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Hook Context Parent = 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{</a:t>
            </a:r>
            <a:r>
              <a:rPr lang="en-US" dirty="0" err="1">
                <a:solidFill>
                  <a:srgbClr val="0070C1"/>
                </a:solidFill>
                <a:latin typeface="Consolas"/>
              </a:rPr>
              <a:t>userName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}</a:t>
            </a:r>
            <a:r>
              <a:rPr lang="en-US" dirty="0">
                <a:solidFill>
                  <a:srgbClr val="800000"/>
                </a:solidFill>
                <a:latin typeface="Consolas"/>
              </a:rPr>
              <a:t>&lt;/h1&gt;</a:t>
            </a:r>
            <a:endParaRPr lang="en-US" dirty="0">
              <a:solidFill>
                <a:srgbClr val="3B3B3B"/>
              </a:solidFill>
              <a:latin typeface="Consolas"/>
            </a:endParaRP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    </a:t>
            </a:r>
            <a:r>
              <a:rPr lang="en-US" dirty="0">
                <a:solidFill>
                  <a:srgbClr val="800000"/>
                </a:solidFill>
                <a:latin typeface="Consolas"/>
              </a:rPr>
              <a:t>&lt;</a:t>
            </a:r>
            <a:r>
              <a:rPr lang="en-US" dirty="0">
                <a:solidFill>
                  <a:srgbClr val="267F99"/>
                </a:solidFill>
                <a:latin typeface="Consolas"/>
              </a:rPr>
              <a:t>HookContextChild1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800000"/>
                </a:solidFill>
                <a:latin typeface="Consolas"/>
              </a:rPr>
              <a:t>/&gt;</a:t>
            </a:r>
            <a:endParaRPr lang="en-US" dirty="0">
              <a:solidFill>
                <a:srgbClr val="3B3B3B"/>
              </a:solidFill>
              <a:latin typeface="Consolas"/>
            </a:endParaRP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</a:t>
            </a:r>
            <a:r>
              <a:rPr lang="en-US" b="1" dirty="0">
                <a:solidFill>
                  <a:srgbClr val="800000"/>
                </a:solidFill>
                <a:highlight>
                  <a:srgbClr val="FFFF00"/>
                </a:highlight>
                <a:latin typeface="Consolas"/>
              </a:rPr>
              <a:t>&lt;/</a:t>
            </a:r>
            <a:r>
              <a:rPr lang="en-US" b="1" dirty="0" err="1">
                <a:solidFill>
                  <a:srgbClr val="267F99"/>
                </a:solidFill>
                <a:highlight>
                  <a:srgbClr val="FFFF00"/>
                </a:highlight>
                <a:latin typeface="Consolas"/>
              </a:rPr>
              <a:t>UserContext.Provider</a:t>
            </a:r>
            <a:r>
              <a:rPr lang="en-US" b="1" dirty="0">
                <a:solidFill>
                  <a:srgbClr val="800000"/>
                </a:solidFill>
                <a:latin typeface="Consolas"/>
              </a:rPr>
              <a:t>&gt;</a:t>
            </a:r>
            <a:endParaRPr lang="en-US" b="1" dirty="0">
              <a:solidFill>
                <a:srgbClr val="3B3B3B"/>
              </a:solidFill>
              <a:latin typeface="Consolas"/>
            </a:endParaRP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);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}</a:t>
            </a:r>
            <a:endParaRPr lang="en-US" b="0" dirty="0">
              <a:solidFill>
                <a:srgbClr val="3B3B3B"/>
              </a:solidFill>
              <a:effectLst/>
              <a:latin typeface="Consola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19432" y="374839"/>
            <a:ext cx="2151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 Create the Context</a:t>
            </a:r>
            <a:endParaRPr lang="th-TH" dirty="0"/>
          </a:p>
        </p:txBody>
      </p:sp>
      <p:sp>
        <p:nvSpPr>
          <p:cNvPr id="8" name="TextBox 7"/>
          <p:cNvSpPr txBox="1"/>
          <p:nvPr/>
        </p:nvSpPr>
        <p:spPr>
          <a:xfrm>
            <a:off x="505939" y="2519849"/>
            <a:ext cx="2378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2. Providing the context</a:t>
            </a:r>
            <a:endParaRPr lang="th-TH" dirty="0"/>
          </a:p>
        </p:txBody>
      </p:sp>
      <p:sp>
        <p:nvSpPr>
          <p:cNvPr id="9" name="ลูกศรโค้งขวา 8"/>
          <p:cNvSpPr/>
          <p:nvPr/>
        </p:nvSpPr>
        <p:spPr>
          <a:xfrm>
            <a:off x="147484" y="1936939"/>
            <a:ext cx="457200" cy="2900532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67114" y="4400834"/>
            <a:ext cx="2378472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Set context value global</a:t>
            </a:r>
            <a:endParaRPr lang="th-TH" dirty="0"/>
          </a:p>
        </p:txBody>
      </p:sp>
      <p:sp>
        <p:nvSpPr>
          <p:cNvPr id="12" name="สี่เหลี่ยมผืนผ้า 11"/>
          <p:cNvSpPr/>
          <p:nvPr/>
        </p:nvSpPr>
        <p:spPr>
          <a:xfrm>
            <a:off x="7900222" y="2150517"/>
            <a:ext cx="4203290" cy="147732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Creating a context, </a:t>
            </a:r>
          </a:p>
          <a:p>
            <a:r>
              <a:rPr lang="en-US" dirty="0"/>
              <a:t>wrapping everything in a provider, </a:t>
            </a:r>
          </a:p>
          <a:p>
            <a:r>
              <a:rPr lang="en-US" dirty="0"/>
              <a:t>using the </a:t>
            </a:r>
            <a:r>
              <a:rPr lang="en-US" dirty="0" err="1"/>
              <a:t>useContext</a:t>
            </a:r>
            <a:r>
              <a:rPr lang="en-US" dirty="0"/>
              <a:t>() in every consumer </a:t>
            </a:r>
          </a:p>
          <a:p>
            <a:endParaRPr lang="en-US" dirty="0"/>
          </a:p>
          <a:p>
            <a:r>
              <a:rPr lang="en-US" dirty="0"/>
              <a:t>However its increases complexity!!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5960752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สี่เหลี่ยมผืนผ้า 1"/>
          <p:cNvSpPr/>
          <p:nvPr/>
        </p:nvSpPr>
        <p:spPr>
          <a:xfrm>
            <a:off x="1135625" y="719962"/>
            <a:ext cx="6916994" cy="258532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>
                <a:solidFill>
                  <a:srgbClr val="AF00DB"/>
                </a:solidFill>
                <a:latin typeface="Consolas"/>
              </a:rPr>
              <a:t>import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HookContextChild2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from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"./HookContextChild2"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;</a:t>
            </a:r>
          </a:p>
          <a:p>
            <a:r>
              <a:rPr lang="en-US" dirty="0">
                <a:solidFill>
                  <a:srgbClr val="0000FF"/>
                </a:solidFill>
                <a:latin typeface="Consolas"/>
              </a:rPr>
              <a:t>function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795E26"/>
                </a:solidFill>
                <a:highlight>
                  <a:srgbClr val="00FF00"/>
                </a:highlight>
                <a:latin typeface="Consolas"/>
              </a:rPr>
              <a:t>HookContextChild1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() {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return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(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</a:t>
            </a:r>
            <a:r>
              <a:rPr lang="en-US" dirty="0">
                <a:solidFill>
                  <a:srgbClr val="800000"/>
                </a:solidFill>
                <a:latin typeface="Consolas"/>
              </a:rPr>
              <a:t>&lt;&gt;</a:t>
            </a:r>
            <a:endParaRPr lang="en-US" dirty="0">
              <a:solidFill>
                <a:srgbClr val="3B3B3B"/>
              </a:solidFill>
              <a:latin typeface="Consolas"/>
            </a:endParaRP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    </a:t>
            </a:r>
            <a:r>
              <a:rPr lang="en-US" dirty="0">
                <a:solidFill>
                  <a:srgbClr val="800000"/>
                </a:solidFill>
                <a:latin typeface="Consolas"/>
              </a:rPr>
              <a:t>&lt;h3&gt;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Hook Child 1 </a:t>
            </a:r>
            <a:r>
              <a:rPr lang="en-US" dirty="0">
                <a:solidFill>
                  <a:srgbClr val="800000"/>
                </a:solidFill>
                <a:latin typeface="Consolas"/>
              </a:rPr>
              <a:t>&lt;/h3&gt;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       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    </a:t>
            </a:r>
            <a:r>
              <a:rPr lang="en-US" dirty="0">
                <a:solidFill>
                  <a:srgbClr val="800000"/>
                </a:solidFill>
                <a:latin typeface="Consolas"/>
              </a:rPr>
              <a:t>&lt;</a:t>
            </a:r>
            <a:r>
              <a:rPr lang="en-US" b="1" dirty="0">
                <a:solidFill>
                  <a:srgbClr val="267F99"/>
                </a:solidFill>
                <a:highlight>
                  <a:srgbClr val="C0C0C0"/>
                </a:highlight>
                <a:latin typeface="Consolas"/>
              </a:rPr>
              <a:t>HookContextChild2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800000"/>
                </a:solidFill>
                <a:latin typeface="Consolas"/>
              </a:rPr>
              <a:t>/&gt;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  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</a:t>
            </a:r>
            <a:r>
              <a:rPr lang="en-US" dirty="0">
                <a:solidFill>
                  <a:srgbClr val="800000"/>
                </a:solidFill>
                <a:latin typeface="Consolas"/>
              </a:rPr>
              <a:t>&lt;/&gt;</a:t>
            </a:r>
            <a:endParaRPr lang="en-US" dirty="0">
              <a:solidFill>
                <a:srgbClr val="3B3B3B"/>
              </a:solidFill>
              <a:latin typeface="Consolas"/>
            </a:endParaRP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);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}</a:t>
            </a:r>
            <a:endParaRPr lang="en-US" b="0" dirty="0">
              <a:solidFill>
                <a:srgbClr val="3B3B3B"/>
              </a:solidFill>
              <a:effectLst/>
              <a:latin typeface="Consolas"/>
            </a:endParaRPr>
          </a:p>
        </p:txBody>
      </p:sp>
      <p:sp>
        <p:nvSpPr>
          <p:cNvPr id="3" name="สี่เหลี่ยมผืนผ้า 2"/>
          <p:cNvSpPr/>
          <p:nvPr/>
        </p:nvSpPr>
        <p:spPr>
          <a:xfrm>
            <a:off x="1238864" y="4046456"/>
            <a:ext cx="6916994" cy="20313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>
                <a:solidFill>
                  <a:srgbClr val="AF00DB"/>
                </a:solidFill>
                <a:latin typeface="Consolas"/>
              </a:rPr>
              <a:t>import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{ 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useContext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}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from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"react"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;</a:t>
            </a:r>
          </a:p>
          <a:p>
            <a:r>
              <a:rPr lang="en-US" dirty="0">
                <a:solidFill>
                  <a:srgbClr val="AF00DB"/>
                </a:solidFill>
                <a:latin typeface="Consolas"/>
              </a:rPr>
              <a:t>import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1080"/>
                </a:solidFill>
                <a:highlight>
                  <a:srgbClr val="FFFF00"/>
                </a:highlight>
                <a:latin typeface="Consolas"/>
              </a:rPr>
              <a:t>UserContext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from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"./</a:t>
            </a:r>
            <a:r>
              <a:rPr lang="en-US" dirty="0" err="1">
                <a:solidFill>
                  <a:srgbClr val="A31515"/>
                </a:solidFill>
                <a:latin typeface="Consolas"/>
              </a:rPr>
              <a:t>UserContext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"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/>
            </a:r>
            <a:br>
              <a:rPr lang="en-US" dirty="0">
                <a:solidFill>
                  <a:srgbClr val="3B3B3B"/>
                </a:solidFill>
                <a:latin typeface="Consolas"/>
              </a:rPr>
            </a:br>
            <a:r>
              <a:rPr lang="en-US" dirty="0">
                <a:solidFill>
                  <a:srgbClr val="0000FF"/>
                </a:solidFill>
                <a:latin typeface="Consolas"/>
              </a:rPr>
              <a:t>function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b="1" dirty="0">
                <a:solidFill>
                  <a:srgbClr val="795E26"/>
                </a:solidFill>
                <a:highlight>
                  <a:srgbClr val="C0C0C0"/>
                </a:highlight>
                <a:latin typeface="Consolas"/>
              </a:rPr>
              <a:t>HookContextChild2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() {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b="1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b="1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b="1" dirty="0" err="1">
                <a:solidFill>
                  <a:srgbClr val="0070C1"/>
                </a:solidFill>
                <a:highlight>
                  <a:srgbClr val="FFFF00"/>
                </a:highlight>
                <a:latin typeface="Consolas"/>
              </a:rPr>
              <a:t>userName</a:t>
            </a:r>
            <a:r>
              <a:rPr lang="en-US" b="1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b="1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b="1" dirty="0" err="1">
                <a:solidFill>
                  <a:srgbClr val="795E26"/>
                </a:solidFill>
                <a:latin typeface="Consolas"/>
              </a:rPr>
              <a:t>useContext</a:t>
            </a:r>
            <a:r>
              <a:rPr lang="en-US" b="1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b="1" dirty="0" err="1">
                <a:solidFill>
                  <a:srgbClr val="0070C1"/>
                </a:solidFill>
                <a:highlight>
                  <a:srgbClr val="FFFF00"/>
                </a:highlight>
                <a:latin typeface="Consolas"/>
              </a:rPr>
              <a:t>UserContext</a:t>
            </a:r>
            <a:r>
              <a:rPr lang="en-US" b="1" dirty="0">
                <a:solidFill>
                  <a:srgbClr val="3B3B3B"/>
                </a:solidFill>
                <a:latin typeface="Consolas"/>
              </a:rPr>
              <a:t>);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return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800000"/>
                </a:solidFill>
                <a:latin typeface="Consolas"/>
              </a:rPr>
              <a:t>&lt;h5&gt;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Hook Child 2 = 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{</a:t>
            </a:r>
            <a:r>
              <a:rPr lang="en-US" b="1" dirty="0" err="1">
                <a:solidFill>
                  <a:srgbClr val="0070C1"/>
                </a:solidFill>
                <a:highlight>
                  <a:srgbClr val="FFFF00"/>
                </a:highlight>
                <a:latin typeface="Consolas"/>
              </a:rPr>
              <a:t>userName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}</a:t>
            </a:r>
            <a:r>
              <a:rPr lang="en-US" dirty="0">
                <a:solidFill>
                  <a:srgbClr val="800000"/>
                </a:solidFill>
                <a:latin typeface="Consolas"/>
              </a:rPr>
              <a:t>&lt;/h5&gt;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}</a:t>
            </a:r>
            <a:endParaRPr lang="en-US" b="0" dirty="0">
              <a:solidFill>
                <a:srgbClr val="3B3B3B"/>
              </a:solidFill>
              <a:effectLst/>
              <a:latin typeface="Consolas"/>
            </a:endParaRPr>
          </a:p>
        </p:txBody>
      </p:sp>
      <p:sp>
        <p:nvSpPr>
          <p:cNvPr id="4" name="สี่เหลี่ยมผืนผ้า 3"/>
          <p:cNvSpPr/>
          <p:nvPr/>
        </p:nvSpPr>
        <p:spPr>
          <a:xfrm>
            <a:off x="1238864" y="3677124"/>
            <a:ext cx="25529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3. Consuming the context</a:t>
            </a:r>
            <a:endParaRPr lang="th-TH" dirty="0"/>
          </a:p>
        </p:txBody>
      </p:sp>
      <p:sp>
        <p:nvSpPr>
          <p:cNvPr id="5" name="TextBox 4"/>
          <p:cNvSpPr txBox="1"/>
          <p:nvPr/>
        </p:nvSpPr>
        <p:spPr>
          <a:xfrm>
            <a:off x="6857420" y="2935953"/>
            <a:ext cx="11951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 context</a:t>
            </a:r>
            <a:endParaRPr lang="th-TH" dirty="0"/>
          </a:p>
        </p:txBody>
      </p:sp>
      <p:sp>
        <p:nvSpPr>
          <p:cNvPr id="7" name="ลูกศรขวา 6"/>
          <p:cNvSpPr/>
          <p:nvPr/>
        </p:nvSpPr>
        <p:spPr>
          <a:xfrm flipH="1">
            <a:off x="6415257" y="4282429"/>
            <a:ext cx="2079523" cy="40755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8" name="TextBox 7"/>
          <p:cNvSpPr txBox="1"/>
          <p:nvPr/>
        </p:nvSpPr>
        <p:spPr>
          <a:xfrm>
            <a:off x="8672052" y="4320654"/>
            <a:ext cx="15622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Import context</a:t>
            </a:r>
            <a:endParaRPr lang="th-TH" dirty="0"/>
          </a:p>
        </p:txBody>
      </p:sp>
      <p:sp>
        <p:nvSpPr>
          <p:cNvPr id="9" name="TextBox 8"/>
          <p:cNvSpPr txBox="1"/>
          <p:nvPr/>
        </p:nvSpPr>
        <p:spPr>
          <a:xfrm>
            <a:off x="8672052" y="5151333"/>
            <a:ext cx="10617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Get value</a:t>
            </a:r>
            <a:endParaRPr lang="th-TH" dirty="0"/>
          </a:p>
        </p:txBody>
      </p:sp>
      <p:sp>
        <p:nvSpPr>
          <p:cNvPr id="10" name="ลูกศรขวา 9"/>
          <p:cNvSpPr/>
          <p:nvPr/>
        </p:nvSpPr>
        <p:spPr>
          <a:xfrm flipH="1">
            <a:off x="7079166" y="5109687"/>
            <a:ext cx="1415614" cy="40755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4878484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สี่เหลี่ยมผืนผ้า 1"/>
          <p:cNvSpPr/>
          <p:nvPr/>
        </p:nvSpPr>
        <p:spPr>
          <a:xfrm>
            <a:off x="393290" y="726875"/>
            <a:ext cx="9620865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AF00DB"/>
                </a:solidFill>
                <a:latin typeface="Consolas"/>
              </a:rPr>
              <a:t>import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1080"/>
                </a:solidFill>
                <a:highlight>
                  <a:srgbClr val="FFFF00"/>
                </a:highlight>
                <a:latin typeface="Consolas"/>
              </a:rPr>
              <a:t>UserContext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from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"./</a:t>
            </a:r>
            <a:r>
              <a:rPr lang="en-US" dirty="0" err="1">
                <a:solidFill>
                  <a:srgbClr val="A31515"/>
                </a:solidFill>
                <a:latin typeface="Consolas"/>
              </a:rPr>
              <a:t>UserContext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"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;</a:t>
            </a:r>
          </a:p>
          <a:p>
            <a:r>
              <a:rPr lang="en-US" dirty="0">
                <a:solidFill>
                  <a:srgbClr val="AF00DB"/>
                </a:solidFill>
                <a:latin typeface="Consolas"/>
              </a:rPr>
              <a:t>import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{ 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useState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}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from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"react"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;</a:t>
            </a:r>
          </a:p>
          <a:p>
            <a:r>
              <a:rPr lang="en-US" dirty="0">
                <a:solidFill>
                  <a:srgbClr val="AF00DB"/>
                </a:solidFill>
                <a:latin typeface="Consolas"/>
              </a:rPr>
              <a:t>import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HookContextChild1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from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"./HookContextChild1"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/>
            </a:r>
            <a:br>
              <a:rPr lang="en-US" dirty="0">
                <a:solidFill>
                  <a:srgbClr val="3B3B3B"/>
                </a:solidFill>
                <a:latin typeface="Consolas"/>
              </a:rPr>
            </a:br>
            <a:r>
              <a:rPr lang="en-US" dirty="0">
                <a:solidFill>
                  <a:srgbClr val="0000FF"/>
                </a:solidFill>
                <a:latin typeface="Consolas"/>
              </a:rPr>
              <a:t>function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HookContext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() {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70C1"/>
                </a:solidFill>
                <a:latin typeface="Consolas"/>
              </a:rPr>
              <a:t>userName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"John"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[</a:t>
            </a:r>
            <a:r>
              <a:rPr lang="en-US" dirty="0" err="1">
                <a:solidFill>
                  <a:srgbClr val="0070C1"/>
                </a:solidFill>
                <a:latin typeface="Consolas"/>
              </a:rPr>
              <a:t>isAdmin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, 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setIsAdmin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]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useState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true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);</a:t>
            </a:r>
            <a:br>
              <a:rPr lang="en-US" dirty="0">
                <a:solidFill>
                  <a:srgbClr val="3B3B3B"/>
                </a:solidFill>
                <a:latin typeface="Consolas"/>
              </a:rPr>
            </a:br>
            <a:r>
              <a:rPr lang="en-US" b="1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b="1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b="1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b="1" dirty="0" err="1">
                <a:solidFill>
                  <a:srgbClr val="0070C1"/>
                </a:solidFill>
                <a:highlight>
                  <a:srgbClr val="00FFFF"/>
                </a:highlight>
                <a:latin typeface="Consolas"/>
              </a:rPr>
              <a:t>contextValue</a:t>
            </a:r>
            <a:r>
              <a:rPr lang="en-US" b="1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b="1" dirty="0">
                <a:solidFill>
                  <a:srgbClr val="3B3B3B"/>
                </a:solidFill>
                <a:latin typeface="Consolas"/>
              </a:rPr>
              <a:t> {</a:t>
            </a:r>
          </a:p>
          <a:p>
            <a:r>
              <a:rPr lang="en-US" b="1" dirty="0">
                <a:solidFill>
                  <a:srgbClr val="3B3B3B"/>
                </a:solidFill>
                <a:latin typeface="Consolas"/>
              </a:rPr>
              <a:t>        </a:t>
            </a:r>
            <a:r>
              <a:rPr lang="en-US" b="1" dirty="0" err="1">
                <a:solidFill>
                  <a:srgbClr val="001080"/>
                </a:solidFill>
                <a:latin typeface="Consolas"/>
              </a:rPr>
              <a:t>userName</a:t>
            </a:r>
            <a:r>
              <a:rPr lang="en-US" b="1" dirty="0">
                <a:solidFill>
                  <a:srgbClr val="3B3B3B"/>
                </a:solidFill>
                <a:latin typeface="Consolas"/>
              </a:rPr>
              <a:t>,</a:t>
            </a:r>
          </a:p>
          <a:p>
            <a:r>
              <a:rPr lang="en-US" b="1" dirty="0">
                <a:solidFill>
                  <a:srgbClr val="3B3B3B"/>
                </a:solidFill>
                <a:latin typeface="Consolas"/>
              </a:rPr>
              <a:t>        </a:t>
            </a:r>
            <a:r>
              <a:rPr lang="en-US" b="1" dirty="0" err="1">
                <a:solidFill>
                  <a:srgbClr val="001080"/>
                </a:solidFill>
                <a:latin typeface="Consolas"/>
              </a:rPr>
              <a:t>isAdmin</a:t>
            </a:r>
            <a:r>
              <a:rPr lang="en-US" b="1" dirty="0">
                <a:solidFill>
                  <a:srgbClr val="3B3B3B"/>
                </a:solidFill>
                <a:latin typeface="Consolas"/>
              </a:rPr>
              <a:t>,</a:t>
            </a:r>
          </a:p>
          <a:p>
            <a:r>
              <a:rPr lang="en-US" b="1" dirty="0">
                <a:solidFill>
                  <a:srgbClr val="3B3B3B"/>
                </a:solidFill>
                <a:latin typeface="Consolas"/>
              </a:rPr>
              <a:t>        </a:t>
            </a:r>
            <a:r>
              <a:rPr lang="en-US" b="1" dirty="0" err="1">
                <a:solidFill>
                  <a:srgbClr val="795E26"/>
                </a:solidFill>
                <a:latin typeface="Consolas"/>
              </a:rPr>
              <a:t>setIsAdmin</a:t>
            </a:r>
            <a:r>
              <a:rPr lang="en-US" b="1" dirty="0">
                <a:solidFill>
                  <a:srgbClr val="3B3B3B"/>
                </a:solidFill>
                <a:latin typeface="Consolas"/>
              </a:rPr>
              <a:t>,</a:t>
            </a:r>
          </a:p>
          <a:p>
            <a:r>
              <a:rPr lang="en-US" b="1" dirty="0">
                <a:solidFill>
                  <a:srgbClr val="3B3B3B"/>
                </a:solidFill>
                <a:latin typeface="Consolas"/>
              </a:rPr>
              <a:t>    };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/>
            </a:r>
            <a:br>
              <a:rPr lang="en-US" dirty="0">
                <a:solidFill>
                  <a:srgbClr val="3B3B3B"/>
                </a:solidFill>
                <a:latin typeface="Consolas"/>
              </a:rPr>
            </a:br>
            <a:r>
              <a:rPr lang="en-US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return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(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</a:t>
            </a:r>
            <a:r>
              <a:rPr lang="en-US" dirty="0">
                <a:solidFill>
                  <a:srgbClr val="800000"/>
                </a:solidFill>
                <a:latin typeface="Consolas"/>
              </a:rPr>
              <a:t>&lt;</a:t>
            </a:r>
            <a:r>
              <a:rPr lang="en-US" dirty="0" err="1">
                <a:solidFill>
                  <a:srgbClr val="267F99"/>
                </a:solidFill>
                <a:highlight>
                  <a:srgbClr val="FFFF00"/>
                </a:highlight>
                <a:latin typeface="Consolas"/>
              </a:rPr>
              <a:t>UserContext</a:t>
            </a:r>
            <a:r>
              <a:rPr lang="en-US" dirty="0" err="1">
                <a:solidFill>
                  <a:srgbClr val="267F99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267F99"/>
                </a:solidFill>
                <a:highlight>
                  <a:srgbClr val="FFFF00"/>
                </a:highlight>
                <a:latin typeface="Consolas"/>
              </a:rPr>
              <a:t>Provider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E50000"/>
                </a:solidFill>
                <a:latin typeface="Consolas"/>
              </a:rPr>
              <a:t>value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{</a:t>
            </a:r>
            <a:r>
              <a:rPr lang="en-US" b="1" dirty="0" err="1">
                <a:solidFill>
                  <a:srgbClr val="0070C1"/>
                </a:solidFill>
                <a:highlight>
                  <a:srgbClr val="00FFFF"/>
                </a:highlight>
                <a:latin typeface="Consolas"/>
              </a:rPr>
              <a:t>contextValue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}</a:t>
            </a:r>
            <a:r>
              <a:rPr lang="en-US" dirty="0">
                <a:solidFill>
                  <a:srgbClr val="800000"/>
                </a:solidFill>
                <a:latin typeface="Consolas"/>
              </a:rPr>
              <a:t>&gt;</a:t>
            </a:r>
            <a:endParaRPr lang="en-US" dirty="0">
              <a:solidFill>
                <a:srgbClr val="3B3B3B"/>
              </a:solidFill>
              <a:latin typeface="Consolas"/>
            </a:endParaRP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    </a:t>
            </a:r>
            <a:r>
              <a:rPr lang="en-US" dirty="0">
                <a:solidFill>
                  <a:srgbClr val="800000"/>
                </a:solidFill>
                <a:latin typeface="Consolas"/>
              </a:rPr>
              <a:t>&lt;h1&gt;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User = 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{</a:t>
            </a:r>
            <a:r>
              <a:rPr lang="en-US" dirty="0" err="1">
                <a:solidFill>
                  <a:srgbClr val="0070C1"/>
                </a:solidFill>
                <a:latin typeface="Consolas"/>
              </a:rPr>
              <a:t>userName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}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is 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{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!</a:t>
            </a:r>
            <a:r>
              <a:rPr lang="en-US" dirty="0" err="1">
                <a:solidFill>
                  <a:srgbClr val="0070C1"/>
                </a:solidFill>
                <a:latin typeface="Consolas"/>
              </a:rPr>
              <a:t>isAdmin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 ? 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"not"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 : 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""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}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Admin</a:t>
            </a:r>
            <a:r>
              <a:rPr lang="en-US" dirty="0">
                <a:solidFill>
                  <a:srgbClr val="800000"/>
                </a:solidFill>
                <a:latin typeface="Consolas"/>
              </a:rPr>
              <a:t>&lt;/h1&gt;</a:t>
            </a:r>
            <a:endParaRPr lang="en-US" dirty="0">
              <a:solidFill>
                <a:srgbClr val="3B3B3B"/>
              </a:solidFill>
              <a:latin typeface="Consolas"/>
            </a:endParaRP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    </a:t>
            </a:r>
            <a:r>
              <a:rPr lang="en-US" dirty="0">
                <a:solidFill>
                  <a:srgbClr val="800000"/>
                </a:solidFill>
                <a:latin typeface="Consolas"/>
              </a:rPr>
              <a:t>&lt;</a:t>
            </a:r>
            <a:r>
              <a:rPr lang="en-US" dirty="0">
                <a:solidFill>
                  <a:srgbClr val="267F99"/>
                </a:solidFill>
                <a:latin typeface="Consolas"/>
              </a:rPr>
              <a:t>HookContextChild1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800000"/>
                </a:solidFill>
                <a:latin typeface="Consolas"/>
              </a:rPr>
              <a:t>/&gt;</a:t>
            </a:r>
            <a:endParaRPr lang="en-US" dirty="0">
              <a:solidFill>
                <a:srgbClr val="3B3B3B"/>
              </a:solidFill>
              <a:latin typeface="Consolas"/>
            </a:endParaRP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</a:t>
            </a:r>
            <a:r>
              <a:rPr lang="en-US" dirty="0">
                <a:solidFill>
                  <a:srgbClr val="800000"/>
                </a:solidFill>
                <a:latin typeface="Consolas"/>
              </a:rPr>
              <a:t>&lt;/</a:t>
            </a:r>
            <a:r>
              <a:rPr lang="en-US" dirty="0" err="1">
                <a:solidFill>
                  <a:srgbClr val="267F99"/>
                </a:solidFill>
                <a:latin typeface="Consolas"/>
              </a:rPr>
              <a:t>UserContext.Provider</a:t>
            </a:r>
            <a:r>
              <a:rPr lang="en-US" dirty="0">
                <a:solidFill>
                  <a:srgbClr val="800000"/>
                </a:solidFill>
                <a:latin typeface="Consolas"/>
              </a:rPr>
              <a:t>&gt;</a:t>
            </a:r>
            <a:endParaRPr lang="en-US" dirty="0">
              <a:solidFill>
                <a:srgbClr val="3B3B3B"/>
              </a:solidFill>
              <a:latin typeface="Consolas"/>
            </a:endParaRP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);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}</a:t>
            </a:r>
            <a:endParaRPr lang="en-US" b="0" dirty="0">
              <a:solidFill>
                <a:srgbClr val="3B3B3B"/>
              </a:solidFill>
              <a:effectLst/>
              <a:latin typeface="Consolas"/>
            </a:endParaRPr>
          </a:p>
        </p:txBody>
      </p:sp>
      <p:sp>
        <p:nvSpPr>
          <p:cNvPr id="3" name="สี่เหลี่ยมผืนผ้า 2"/>
          <p:cNvSpPr/>
          <p:nvPr/>
        </p:nvSpPr>
        <p:spPr>
          <a:xfrm>
            <a:off x="393290" y="228289"/>
            <a:ext cx="3712779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err="1"/>
              <a:t>useContext</a:t>
            </a:r>
            <a:r>
              <a:rPr lang="en-US" dirty="0"/>
              <a:t> - multiple values</a:t>
            </a:r>
            <a:endParaRPr lang="th-TH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F30C4B75-CF10-8E00-CF34-443FD1CC72AC}"/>
              </a:ext>
            </a:extLst>
          </p:cNvPr>
          <p:cNvSpPr txBox="1"/>
          <p:nvPr/>
        </p:nvSpPr>
        <p:spPr>
          <a:xfrm>
            <a:off x="7004274" y="4364258"/>
            <a:ext cx="2378472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Set context value global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0566260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สี่เหลี่ยมผืนผ้า 1"/>
          <p:cNvSpPr/>
          <p:nvPr/>
        </p:nvSpPr>
        <p:spPr>
          <a:xfrm>
            <a:off x="919317" y="877435"/>
            <a:ext cx="9729018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/>
              </a:rPr>
              <a:t>function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795E26"/>
                </a:solidFill>
                <a:latin typeface="Consolas"/>
              </a:rPr>
              <a:t>HookContextChild2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() {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b="1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b="1" dirty="0">
                <a:solidFill>
                  <a:srgbClr val="3B3B3B"/>
                </a:solidFill>
                <a:latin typeface="Consolas"/>
              </a:rPr>
              <a:t> { </a:t>
            </a:r>
            <a:r>
              <a:rPr lang="en-US" b="1" dirty="0" err="1">
                <a:solidFill>
                  <a:srgbClr val="0070C1"/>
                </a:solidFill>
                <a:highlight>
                  <a:srgbClr val="FFFF00"/>
                </a:highlight>
                <a:latin typeface="Consolas"/>
              </a:rPr>
              <a:t>userName</a:t>
            </a:r>
            <a:r>
              <a:rPr lang="en-US" b="1" dirty="0">
                <a:solidFill>
                  <a:srgbClr val="3B3B3B"/>
                </a:solidFill>
                <a:highlight>
                  <a:srgbClr val="FFFF00"/>
                </a:highlight>
                <a:latin typeface="Consolas"/>
              </a:rPr>
              <a:t>, </a:t>
            </a:r>
            <a:r>
              <a:rPr lang="en-US" b="1" dirty="0" err="1">
                <a:solidFill>
                  <a:srgbClr val="0070C1"/>
                </a:solidFill>
                <a:highlight>
                  <a:srgbClr val="FFFF00"/>
                </a:highlight>
                <a:latin typeface="Consolas"/>
              </a:rPr>
              <a:t>isAdmin</a:t>
            </a:r>
            <a:r>
              <a:rPr lang="en-US" b="1" dirty="0">
                <a:solidFill>
                  <a:srgbClr val="3B3B3B"/>
                </a:solidFill>
                <a:highlight>
                  <a:srgbClr val="FFFF00"/>
                </a:highlight>
                <a:latin typeface="Consolas"/>
              </a:rPr>
              <a:t>, </a:t>
            </a:r>
            <a:r>
              <a:rPr lang="en-US" b="1" dirty="0" err="1">
                <a:solidFill>
                  <a:srgbClr val="0070C1"/>
                </a:solidFill>
                <a:highlight>
                  <a:srgbClr val="FFFF00"/>
                </a:highlight>
                <a:latin typeface="Consolas"/>
              </a:rPr>
              <a:t>setIsAdmin</a:t>
            </a:r>
            <a:r>
              <a:rPr lang="en-US" b="1" dirty="0">
                <a:solidFill>
                  <a:srgbClr val="3B3B3B"/>
                </a:solidFill>
                <a:highlight>
                  <a:srgbClr val="FFFF00"/>
                </a:highlight>
                <a:latin typeface="Consolas"/>
              </a:rPr>
              <a:t> </a:t>
            </a:r>
            <a:r>
              <a:rPr lang="en-US" b="1" dirty="0">
                <a:solidFill>
                  <a:srgbClr val="3B3B3B"/>
                </a:solidFill>
                <a:latin typeface="Consolas"/>
              </a:rPr>
              <a:t>} 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b="1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b="1" dirty="0" err="1">
                <a:solidFill>
                  <a:srgbClr val="795E26"/>
                </a:solidFill>
                <a:latin typeface="Consolas"/>
              </a:rPr>
              <a:t>useContext</a:t>
            </a:r>
            <a:r>
              <a:rPr lang="en-US" b="1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b="1" dirty="0" err="1">
                <a:solidFill>
                  <a:srgbClr val="0070C1"/>
                </a:solidFill>
                <a:highlight>
                  <a:srgbClr val="FFFF00"/>
                </a:highlight>
                <a:latin typeface="Consolas"/>
              </a:rPr>
              <a:t>UserContext</a:t>
            </a:r>
            <a:r>
              <a:rPr lang="en-US" b="1" dirty="0">
                <a:solidFill>
                  <a:srgbClr val="3B3B3B"/>
                </a:solidFill>
                <a:latin typeface="Consolas"/>
              </a:rPr>
              <a:t>);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return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(</a:t>
            </a:r>
            <a:r>
              <a:rPr lang="en-US" dirty="0">
                <a:solidFill>
                  <a:srgbClr val="800000"/>
                </a:solidFill>
                <a:latin typeface="Consolas"/>
              </a:rPr>
              <a:t>&lt;&gt;</a:t>
            </a:r>
            <a:endParaRPr lang="en-US" dirty="0">
              <a:solidFill>
                <a:srgbClr val="3B3B3B"/>
              </a:solidFill>
              <a:latin typeface="Consolas"/>
            </a:endParaRP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</a:t>
            </a:r>
            <a:r>
              <a:rPr lang="en-US" dirty="0">
                <a:solidFill>
                  <a:srgbClr val="800000"/>
                </a:solidFill>
                <a:latin typeface="Consolas"/>
              </a:rPr>
              <a:t>&lt;h5&gt;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Hook Child 2 = 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{</a:t>
            </a:r>
            <a:r>
              <a:rPr lang="en-US" dirty="0" err="1">
                <a:solidFill>
                  <a:srgbClr val="0070C1"/>
                </a:solidFill>
                <a:latin typeface="Consolas"/>
              </a:rPr>
              <a:t>userName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}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is 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{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!</a:t>
            </a:r>
            <a:r>
              <a:rPr lang="en-US" dirty="0" err="1">
                <a:solidFill>
                  <a:srgbClr val="0070C1"/>
                </a:solidFill>
                <a:latin typeface="Consolas"/>
              </a:rPr>
              <a:t>isAdmin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 ? 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"not"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 : 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""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}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Admin</a:t>
            </a:r>
            <a:r>
              <a:rPr lang="en-US" dirty="0">
                <a:solidFill>
                  <a:srgbClr val="800000"/>
                </a:solidFill>
                <a:latin typeface="Consolas"/>
              </a:rPr>
              <a:t>&lt;/h5&gt;</a:t>
            </a:r>
            <a:endParaRPr lang="en-US" dirty="0">
              <a:solidFill>
                <a:srgbClr val="3B3B3B"/>
              </a:solidFill>
              <a:latin typeface="Consolas"/>
            </a:endParaRP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</a:t>
            </a:r>
            <a:r>
              <a:rPr lang="en-US" dirty="0">
                <a:solidFill>
                  <a:srgbClr val="800000"/>
                </a:solidFill>
                <a:latin typeface="Consolas"/>
              </a:rPr>
              <a:t>&lt;button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E50000"/>
                </a:solidFill>
                <a:latin typeface="Consolas"/>
              </a:rPr>
              <a:t>onClick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{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() 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=&gt;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795E26"/>
                </a:solidFill>
                <a:highlight>
                  <a:srgbClr val="00FF00"/>
                </a:highlight>
                <a:latin typeface="Consolas"/>
              </a:rPr>
              <a:t>setIsAdmin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(!</a:t>
            </a:r>
            <a:r>
              <a:rPr lang="en-US" dirty="0" err="1">
                <a:solidFill>
                  <a:srgbClr val="0070C1"/>
                </a:solidFill>
                <a:highlight>
                  <a:srgbClr val="00FF00"/>
                </a:highlight>
                <a:latin typeface="Consolas"/>
              </a:rPr>
              <a:t>isAdmin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)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}</a:t>
            </a:r>
            <a:r>
              <a:rPr lang="en-US" dirty="0">
                <a:solidFill>
                  <a:srgbClr val="800000"/>
                </a:solidFill>
                <a:latin typeface="Consolas"/>
              </a:rPr>
              <a:t>&gt;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Toggle Admin</a:t>
            </a:r>
            <a:r>
              <a:rPr lang="en-US" dirty="0">
                <a:solidFill>
                  <a:srgbClr val="800000"/>
                </a:solidFill>
                <a:latin typeface="Consolas"/>
              </a:rPr>
              <a:t>&lt;/button&gt;</a:t>
            </a:r>
            <a:endParaRPr lang="en-US" dirty="0">
              <a:solidFill>
                <a:srgbClr val="3B3B3B"/>
              </a:solidFill>
              <a:latin typeface="Consolas"/>
            </a:endParaRP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dirty="0">
                <a:solidFill>
                  <a:srgbClr val="800000"/>
                </a:solidFill>
                <a:latin typeface="Consolas"/>
              </a:rPr>
              <a:t>&lt;/&gt;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}</a:t>
            </a:r>
            <a:endParaRPr lang="en-US" b="0" dirty="0">
              <a:solidFill>
                <a:srgbClr val="3B3B3B"/>
              </a:solidFill>
              <a:effectLst/>
              <a:latin typeface="Consolas"/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7385" y="3362633"/>
            <a:ext cx="4657725" cy="210502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317" y="3362633"/>
            <a:ext cx="3790950" cy="216217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3" name="ลูกศรซ้าย-ขวา 2"/>
          <p:cNvSpPr/>
          <p:nvPr/>
        </p:nvSpPr>
        <p:spPr>
          <a:xfrm>
            <a:off x="4832555" y="4219370"/>
            <a:ext cx="1902542" cy="575187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496118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ไดอะแกรม 3"/>
          <p:cNvGraphicFramePr/>
          <p:nvPr>
            <p:extLst>
              <p:ext uri="{D42A27DB-BD31-4B8C-83A1-F6EECF244321}">
                <p14:modId xmlns:p14="http://schemas.microsoft.com/office/powerpoint/2010/main" val="2014403356"/>
              </p:ext>
            </p:extLst>
          </p:nvPr>
        </p:nvGraphicFramePr>
        <p:xfrm>
          <a:off x="1224286" y="4409768"/>
          <a:ext cx="10323701" cy="18877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ชื่อเรื่อง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useContext</a:t>
            </a:r>
            <a:r>
              <a:rPr lang="en-US" dirty="0"/>
              <a:t> - When to Use </a:t>
            </a:r>
            <a:endParaRPr lang="th-TH" dirty="0"/>
          </a:p>
        </p:txBody>
      </p:sp>
      <p:sp>
        <p:nvSpPr>
          <p:cNvPr id="7" name="ตัวแทนเนื้อหา 6"/>
          <p:cNvSpPr>
            <a:spLocks noGrp="1"/>
          </p:cNvSpPr>
          <p:nvPr>
            <p:ph idx="1"/>
          </p:nvPr>
        </p:nvSpPr>
        <p:spPr>
          <a:xfrm>
            <a:off x="676656" y="2011680"/>
            <a:ext cx="10753725" cy="16814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need </a:t>
            </a:r>
            <a:r>
              <a:rPr lang="en-US" b="1" dirty="0">
                <a:solidFill>
                  <a:srgbClr val="FF0000"/>
                </a:solidFill>
              </a:rPr>
              <a:t>global state </a:t>
            </a:r>
            <a:r>
              <a:rPr lang="en-US" dirty="0"/>
              <a:t>management.</a:t>
            </a:r>
          </a:p>
          <a:p>
            <a:r>
              <a:rPr lang="en-US" dirty="0"/>
              <a:t>We want to </a:t>
            </a:r>
            <a:r>
              <a:rPr lang="en-US" u="sng" dirty="0"/>
              <a:t>avoid prop drilling</a:t>
            </a:r>
            <a:r>
              <a:rPr lang="en-US" dirty="0"/>
              <a:t>.</a:t>
            </a:r>
          </a:p>
          <a:p>
            <a:r>
              <a:rPr lang="en-US" dirty="0"/>
              <a:t>We need </a:t>
            </a:r>
            <a:r>
              <a:rPr lang="en-US" u="sng" dirty="0">
                <a:solidFill>
                  <a:srgbClr val="FF0000"/>
                </a:solidFill>
              </a:rPr>
              <a:t>state sharing </a:t>
            </a:r>
            <a:r>
              <a:rPr lang="en-US" dirty="0">
                <a:solidFill>
                  <a:srgbClr val="FF0000"/>
                </a:solidFill>
              </a:rPr>
              <a:t>between multiple components </a:t>
            </a:r>
            <a:r>
              <a:rPr lang="en-US" dirty="0"/>
              <a:t>without a third-party state management library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42418915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useRef</a:t>
            </a:r>
            <a:endParaRPr lang="th-TH" dirty="0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useRef</a:t>
            </a:r>
            <a:r>
              <a:rPr lang="en-US" dirty="0"/>
              <a:t> Hook allows you to </a:t>
            </a:r>
            <a:r>
              <a:rPr lang="en-US" dirty="0">
                <a:solidFill>
                  <a:srgbClr val="FF0000"/>
                </a:solidFill>
              </a:rPr>
              <a:t>persist values</a:t>
            </a:r>
            <a:r>
              <a:rPr lang="en-US" dirty="0"/>
              <a:t> between renders</a:t>
            </a:r>
            <a:endParaRPr lang="th-TH" dirty="0"/>
          </a:p>
        </p:txBody>
      </p:sp>
      <p:sp>
        <p:nvSpPr>
          <p:cNvPr id="4" name="สี่เหลี่ยมผืนผ้า 3"/>
          <p:cNvSpPr/>
          <p:nvPr/>
        </p:nvSpPr>
        <p:spPr>
          <a:xfrm>
            <a:off x="673508" y="2644023"/>
            <a:ext cx="9517627" cy="34163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>
                <a:solidFill>
                  <a:srgbClr val="AF00DB"/>
                </a:solidFill>
                <a:latin typeface="Consolas"/>
              </a:rPr>
              <a:t>import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{ 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useRef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}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from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"react"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;</a:t>
            </a:r>
          </a:p>
          <a:p>
            <a:r>
              <a:rPr lang="en-US" dirty="0">
                <a:solidFill>
                  <a:srgbClr val="AF00DB"/>
                </a:solidFill>
                <a:latin typeface="Consolas"/>
              </a:rPr>
              <a:t>import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{ 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useState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}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from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"react"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;</a:t>
            </a:r>
          </a:p>
          <a:p>
            <a:r>
              <a:rPr lang="en-US" dirty="0">
                <a:solidFill>
                  <a:srgbClr val="0000FF"/>
                </a:solidFill>
                <a:latin typeface="Consolas"/>
              </a:rPr>
              <a:t>function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HookRef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() {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70C1"/>
                </a:solidFill>
                <a:latin typeface="Consolas"/>
              </a:rPr>
              <a:t>countRef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useRef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098658"/>
                </a:solidFill>
                <a:latin typeface="Consolas"/>
              </a:rPr>
              <a:t>0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[</a:t>
            </a:r>
            <a:r>
              <a:rPr lang="en-US" dirty="0">
                <a:solidFill>
                  <a:srgbClr val="0070C1"/>
                </a:solidFill>
                <a:latin typeface="Consolas"/>
              </a:rPr>
              <a:t>trigger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, 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setTrigger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]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useState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true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/>
            </a:r>
            <a:br>
              <a:rPr lang="en-US" dirty="0">
                <a:solidFill>
                  <a:srgbClr val="3B3B3B"/>
                </a:solidFill>
                <a:latin typeface="Consolas"/>
              </a:rPr>
            </a:br>
            <a:r>
              <a:rPr lang="en-US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return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(</a:t>
            </a:r>
            <a:r>
              <a:rPr lang="en-US" dirty="0">
                <a:solidFill>
                  <a:srgbClr val="800000"/>
                </a:solidFill>
                <a:latin typeface="Consolas"/>
              </a:rPr>
              <a:t>&lt;&gt;</a:t>
            </a:r>
            <a:endParaRPr lang="en-US" dirty="0">
              <a:solidFill>
                <a:srgbClr val="3B3B3B"/>
              </a:solidFill>
              <a:latin typeface="Consolas"/>
            </a:endParaRP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</a:t>
            </a:r>
            <a:r>
              <a:rPr lang="en-US" dirty="0">
                <a:solidFill>
                  <a:srgbClr val="800000"/>
                </a:solidFill>
                <a:latin typeface="Consolas"/>
              </a:rPr>
              <a:t>&lt;h1&gt;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Hook Ref 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{</a:t>
            </a:r>
            <a:r>
              <a:rPr lang="en-US" dirty="0" err="1">
                <a:solidFill>
                  <a:srgbClr val="0070C1"/>
                </a:solidFill>
                <a:latin typeface="Consolas"/>
              </a:rPr>
              <a:t>countRef</a:t>
            </a:r>
            <a:r>
              <a:rPr lang="en-US" dirty="0" err="1">
                <a:solidFill>
                  <a:srgbClr val="000000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current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}</a:t>
            </a:r>
            <a:r>
              <a:rPr lang="en-US" dirty="0">
                <a:solidFill>
                  <a:srgbClr val="800000"/>
                </a:solidFill>
                <a:latin typeface="Consolas"/>
              </a:rPr>
              <a:t>&lt;/h1&gt;</a:t>
            </a:r>
            <a:endParaRPr lang="en-US" dirty="0">
              <a:solidFill>
                <a:srgbClr val="3B3B3B"/>
              </a:solidFill>
              <a:latin typeface="Consolas"/>
            </a:endParaRP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</a:t>
            </a:r>
            <a:r>
              <a:rPr lang="en-US" dirty="0">
                <a:solidFill>
                  <a:srgbClr val="800000"/>
                </a:solidFill>
                <a:latin typeface="Consolas"/>
              </a:rPr>
              <a:t>&lt;button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E50000"/>
                </a:solidFill>
                <a:latin typeface="Consolas"/>
              </a:rPr>
              <a:t>onClick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{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() 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=&gt;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70C1"/>
                </a:solidFill>
                <a:latin typeface="Consolas"/>
              </a:rPr>
              <a:t>countRef</a:t>
            </a:r>
            <a:r>
              <a:rPr lang="en-US" dirty="0" err="1">
                <a:solidFill>
                  <a:srgbClr val="000000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current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++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}</a:t>
            </a:r>
            <a:r>
              <a:rPr lang="en-US" dirty="0">
                <a:solidFill>
                  <a:srgbClr val="800000"/>
                </a:solidFill>
                <a:latin typeface="Consolas"/>
              </a:rPr>
              <a:t>&gt;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Increment Ref</a:t>
            </a:r>
            <a:r>
              <a:rPr lang="en-US" dirty="0">
                <a:solidFill>
                  <a:srgbClr val="800000"/>
                </a:solidFill>
                <a:latin typeface="Consolas"/>
              </a:rPr>
              <a:t>&lt;/button&gt;</a:t>
            </a:r>
            <a:endParaRPr lang="en-US" dirty="0">
              <a:solidFill>
                <a:srgbClr val="3B3B3B"/>
              </a:solidFill>
              <a:latin typeface="Consolas"/>
            </a:endParaRP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</a:t>
            </a:r>
            <a:r>
              <a:rPr lang="en-US" dirty="0">
                <a:solidFill>
                  <a:srgbClr val="800000"/>
                </a:solidFill>
                <a:latin typeface="Consolas"/>
              </a:rPr>
              <a:t>&lt;button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E50000"/>
                </a:solidFill>
                <a:latin typeface="Consolas"/>
              </a:rPr>
              <a:t>onClick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{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() 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=&gt;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setTrigger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(!</a:t>
            </a:r>
            <a:r>
              <a:rPr lang="en-US" dirty="0">
                <a:solidFill>
                  <a:srgbClr val="0070C1"/>
                </a:solidFill>
                <a:latin typeface="Consolas"/>
              </a:rPr>
              <a:t>trigger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)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}</a:t>
            </a:r>
            <a:r>
              <a:rPr lang="en-US" dirty="0">
                <a:solidFill>
                  <a:srgbClr val="800000"/>
                </a:solidFill>
                <a:latin typeface="Consolas"/>
              </a:rPr>
              <a:t>&gt;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Show Ref</a:t>
            </a:r>
            <a:r>
              <a:rPr lang="en-US" dirty="0">
                <a:solidFill>
                  <a:srgbClr val="800000"/>
                </a:solidFill>
                <a:latin typeface="Consolas"/>
              </a:rPr>
              <a:t>&lt;/button&gt;</a:t>
            </a:r>
            <a:endParaRPr lang="en-US" dirty="0">
              <a:solidFill>
                <a:srgbClr val="3B3B3B"/>
              </a:solidFill>
              <a:latin typeface="Consolas"/>
            </a:endParaRP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dirty="0">
                <a:solidFill>
                  <a:srgbClr val="800000"/>
                </a:solidFill>
                <a:latin typeface="Consolas"/>
              </a:rPr>
              <a:t>&lt;/&gt;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}</a:t>
            </a:r>
            <a:endParaRPr lang="en-US" b="0" dirty="0">
              <a:solidFill>
                <a:srgbClr val="3B3B3B"/>
              </a:solidFill>
              <a:effectLst/>
              <a:latin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53892" y="6060343"/>
            <a:ext cx="2679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Change value for re-render</a:t>
            </a:r>
            <a:endParaRPr lang="th-TH" dirty="0"/>
          </a:p>
        </p:txBody>
      </p:sp>
      <p:sp>
        <p:nvSpPr>
          <p:cNvPr id="6" name="ลูกศรลง 5"/>
          <p:cNvSpPr/>
          <p:nvPr/>
        </p:nvSpPr>
        <p:spPr>
          <a:xfrm>
            <a:off x="6194323" y="5670443"/>
            <a:ext cx="398206" cy="39052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4356" y="729662"/>
            <a:ext cx="2438400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0556" y="2840063"/>
            <a:ext cx="22860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ลูกศรลง 6"/>
          <p:cNvSpPr/>
          <p:nvPr/>
        </p:nvSpPr>
        <p:spPr>
          <a:xfrm>
            <a:off x="10842522" y="1920287"/>
            <a:ext cx="498987" cy="91977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9" name="ลูกศรขวา 8"/>
          <p:cNvSpPr/>
          <p:nvPr/>
        </p:nvSpPr>
        <p:spPr>
          <a:xfrm>
            <a:off x="5766620" y="1120879"/>
            <a:ext cx="3480620" cy="82890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Increment value but </a:t>
            </a:r>
            <a:r>
              <a:rPr lang="en-US" dirty="0">
                <a:solidFill>
                  <a:srgbClr val="FF0000"/>
                </a:solidFill>
              </a:rPr>
              <a:t>no change</a:t>
            </a:r>
            <a:endParaRPr lang="th-TH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0865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CD333CBE-B699-4E3B-9F45-C045F773434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h-TH"/>
          </a:p>
        </p:txBody>
      </p:sp>
      <p:pic>
        <p:nvPicPr>
          <p:cNvPr id="6" name="Picture 5" descr="A 3D pattern of ring shapes connected by lines">
            <a:extLst>
              <a:ext uri="{FF2B5EF4-FFF2-40B4-BE49-F238E27FC236}">
                <a16:creationId xmlns:a16="http://schemas.microsoft.com/office/drawing/2014/main" xmlns="" id="{81D5D4AE-BB9C-E097-7EA6-5159E37E97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1" t="7362" b="1729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F78FA41B-9A77-4FFE-A10F-9443EFDE609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657369" y="2265037"/>
            <a:ext cx="7534631" cy="2628694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ชื่อเรื่อง 3"/>
          <p:cNvSpPr>
            <a:spLocks noGrp="1"/>
          </p:cNvSpPr>
          <p:nvPr>
            <p:ph type="title"/>
          </p:nvPr>
        </p:nvSpPr>
        <p:spPr>
          <a:xfrm>
            <a:off x="5260873" y="2477347"/>
            <a:ext cx="6766928" cy="164592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 spc="-12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Database Integration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ABC4F2F5-4924-5FC4-31E7-ABCEF0DA82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24882" y="4206876"/>
            <a:ext cx="6702920" cy="530821"/>
          </a:xfrm>
        </p:spPr>
        <p:txBody>
          <a:bodyPr vert="horz" lIns="91440" tIns="45720" rIns="91440" bIns="45720" rtlCol="0">
            <a:normAutofit/>
          </a:bodyPr>
          <a:lstStyle/>
          <a:p>
            <a:endParaRPr lang="en-US" sz="2000">
              <a:solidFill>
                <a:srgbClr val="6E9BC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16722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installation</a:t>
            </a:r>
            <a:endParaRPr lang="th-TH" dirty="0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npm</a:t>
            </a:r>
            <a:r>
              <a:rPr lang="en-US" dirty="0"/>
              <a:t> install mysql2</a:t>
            </a:r>
          </a:p>
        </p:txBody>
      </p:sp>
      <p:pic>
        <p:nvPicPr>
          <p:cNvPr id="1026" name="Picture 2" descr="Node.js คืออะไร เหมาะกับทำเว็บไซต์หรือแอปพลิเคชันที่ฝั่งไหน">
            <a:extLst>
              <a:ext uri="{FF2B5EF4-FFF2-40B4-BE49-F238E27FC236}">
                <a16:creationId xmlns:a16="http://schemas.microsoft.com/office/drawing/2014/main" xmlns="" id="{E3A52F5D-1716-75AA-9150-1D4DEB0A31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1973" y="3744458"/>
            <a:ext cx="2733675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MySQL Database ของ Web hosting คืออะไร">
            <a:extLst>
              <a:ext uri="{FF2B5EF4-FFF2-40B4-BE49-F238E27FC236}">
                <a16:creationId xmlns:a16="http://schemas.microsoft.com/office/drawing/2014/main" xmlns="" id="{EB0E0F10-CBF6-9DCC-CE5F-75AA9A552A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9047" y="3130218"/>
            <a:ext cx="3027807" cy="2014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ลูกศรซ้าย-ขวา 3"/>
          <p:cNvSpPr/>
          <p:nvPr/>
        </p:nvSpPr>
        <p:spPr>
          <a:xfrm>
            <a:off x="6023429" y="4007023"/>
            <a:ext cx="1712685" cy="840748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9094741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65497CC7-5BF3-0307-4CFB-C8E225C64014}"/>
              </a:ext>
            </a:extLst>
          </p:cNvPr>
          <p:cNvSpPr txBox="1"/>
          <p:nvPr/>
        </p:nvSpPr>
        <p:spPr>
          <a:xfrm>
            <a:off x="2452686" y="1303952"/>
            <a:ext cx="5703570" cy="546707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mysql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require(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'mysql2'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con =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mysql.</a:t>
            </a:r>
            <a:r>
              <a:rPr lang="en-US" sz="1600" b="0" dirty="0" err="1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createConnection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</a:t>
            </a:r>
          </a:p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host: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'localhost'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user: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'root'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password: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''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database: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myshop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pPr>
              <a:lnSpc>
                <a:spcPts val="2025"/>
              </a:lnSpc>
              <a:buNone/>
            </a:pP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con.</a:t>
            </a:r>
            <a:r>
              <a:rPr lang="en-US" sz="1600" b="0" dirty="0" err="1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connect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((err)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(err)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err; </a:t>
            </a:r>
          </a:p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console.log(</a:t>
            </a:r>
            <a:r>
              <a:rPr lang="en-US" sz="16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'Connected to the database.'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sql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A31515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'SELECT * FROM customers'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con.</a:t>
            </a:r>
            <a:r>
              <a:rPr lang="en-US" sz="1600" b="0" dirty="0" err="1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query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sql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(err, 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results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(err)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err;</a:t>
            </a:r>
          </a:p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console.log(</a:t>
            </a:r>
            <a:r>
              <a:rPr lang="en-US" sz="1600" b="0" dirty="0">
                <a:solidFill>
                  <a:srgbClr val="A31515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'Data received from Db:'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console.log(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results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con.</a:t>
            </a:r>
            <a:r>
              <a:rPr lang="en-US" sz="1600" b="0" dirty="0" err="1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end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((err)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(err)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err;</a:t>
            </a:r>
          </a:p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console.log(</a:t>
            </a:r>
            <a:r>
              <a:rPr lang="en-US" sz="16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'Connection closed.'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});</a:t>
            </a:r>
          </a:p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});</a:t>
            </a:r>
          </a:p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8B97C975-B05A-31C4-2D27-4B415C2E1BF4}"/>
              </a:ext>
            </a:extLst>
          </p:cNvPr>
          <p:cNvSpPr txBox="1"/>
          <p:nvPr/>
        </p:nvSpPr>
        <p:spPr>
          <a:xfrm>
            <a:off x="8329866" y="3185363"/>
            <a:ext cx="3694484" cy="22467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Connected to the database.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Connected!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Data received from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Db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: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[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  { id: 1, name: 'Donald', address: 'Black Street' },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  { id: 2, name: 'Sunny', address: '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Amaly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Old Town' }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]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Connection closed.</a:t>
            </a:r>
            <a:endParaRPr lang="th-TH" sz="1400" dirty="0">
              <a:highlight>
                <a:srgbClr val="FFFF00"/>
              </a:highlight>
              <a:latin typeface="Courier New" pitchFamily="49" charset="0"/>
            </a:endParaRP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xmlns="" id="{576F3744-B217-E1BC-2F4B-D0FD6EE74D45}"/>
              </a:ext>
            </a:extLst>
          </p:cNvPr>
          <p:cNvSpPr/>
          <p:nvPr/>
        </p:nvSpPr>
        <p:spPr>
          <a:xfrm>
            <a:off x="7113840" y="4098436"/>
            <a:ext cx="1042415" cy="4206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8AFB8DB5-7E70-6902-76C3-181B909403D0}"/>
              </a:ext>
            </a:extLst>
          </p:cNvPr>
          <p:cNvSpPr txBox="1"/>
          <p:nvPr/>
        </p:nvSpPr>
        <p:spPr>
          <a:xfrm>
            <a:off x="10341864" y="248640"/>
            <a:ext cx="1550553" cy="369332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CRUD example</a:t>
            </a:r>
            <a:endParaRPr lang="th-TH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D9A60DD4-5DE3-FE30-7FD0-15848DA676DD}"/>
              </a:ext>
            </a:extLst>
          </p:cNvPr>
          <p:cNvSpPr txBox="1"/>
          <p:nvPr/>
        </p:nvSpPr>
        <p:spPr>
          <a:xfrm>
            <a:off x="1296467" y="1711724"/>
            <a:ext cx="13876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myShopTest.js</a:t>
            </a:r>
          </a:p>
        </p:txBody>
      </p:sp>
      <p:sp>
        <p:nvSpPr>
          <p:cNvPr id="4" name="ชื่อเรื่อง 1">
            <a:extLst>
              <a:ext uri="{FF2B5EF4-FFF2-40B4-BE49-F238E27FC236}">
                <a16:creationId xmlns:a16="http://schemas.microsoft.com/office/drawing/2014/main" xmlns="" id="{BF5518E8-22DF-AC8F-D4FB-BF47B502704E}"/>
              </a:ext>
            </a:extLst>
          </p:cNvPr>
          <p:cNvSpPr txBox="1">
            <a:spLocks/>
          </p:cNvSpPr>
          <p:nvPr/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Simple query from database</a:t>
            </a:r>
            <a:endParaRPr lang="th-TH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6253172F-10F1-962F-0002-FB7BFA6B6148}"/>
              </a:ext>
            </a:extLst>
          </p:cNvPr>
          <p:cNvSpPr txBox="1"/>
          <p:nvPr/>
        </p:nvSpPr>
        <p:spPr>
          <a:xfrm>
            <a:off x="1726205" y="1324992"/>
            <a:ext cx="726481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select</a:t>
            </a:r>
            <a:endParaRPr lang="th-TH" dirty="0"/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xmlns="" id="{4CF839EC-CD28-2156-AD0C-C786CBD966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69493200"/>
              </p:ext>
            </p:extLst>
          </p:nvPr>
        </p:nvGraphicFramePr>
        <p:xfrm>
          <a:off x="861154" y="2073341"/>
          <a:ext cx="1387602" cy="45117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01831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07626" y="598135"/>
            <a:ext cx="1135567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Insert into</a:t>
            </a:r>
            <a:endParaRPr lang="th-TH" dirty="0"/>
          </a:p>
        </p:txBody>
      </p:sp>
      <p:sp>
        <p:nvSpPr>
          <p:cNvPr id="6" name="สี่เหลี่ยมผืนผ้า 5"/>
          <p:cNvSpPr/>
          <p:nvPr/>
        </p:nvSpPr>
        <p:spPr>
          <a:xfrm>
            <a:off x="707627" y="967467"/>
            <a:ext cx="10923541" cy="255454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con.connect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dirty="0">
                <a:solidFill>
                  <a:srgbClr val="005CC5"/>
                </a:solidFill>
                <a:latin typeface="Consolas"/>
              </a:rPr>
              <a:t>function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(err) {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/>
              </a:rPr>
              <a:t>  </a:t>
            </a:r>
            <a:r>
              <a:rPr lang="en-US" sz="1600" dirty="0">
                <a:solidFill>
                  <a:srgbClr val="005CC5"/>
                </a:solidFill>
                <a:latin typeface="Consolas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(err) </a:t>
            </a:r>
            <a:r>
              <a:rPr lang="en-US" sz="1600" dirty="0">
                <a:solidFill>
                  <a:srgbClr val="005CC5"/>
                </a:solidFill>
                <a:latin typeface="Consolas"/>
              </a:rPr>
              <a:t>throw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err;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/>
              </a:rPr>
              <a:t>  console.log(</a:t>
            </a:r>
            <a:r>
              <a:rPr lang="en-US" sz="1600" dirty="0">
                <a:solidFill>
                  <a:srgbClr val="008000"/>
                </a:solidFill>
                <a:latin typeface="Consolas"/>
              </a:rPr>
              <a:t>"Connected!"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);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b="1" dirty="0">
                <a:solidFill>
                  <a:srgbClr val="000000"/>
                </a:solidFill>
                <a:latin typeface="Consolas"/>
              </a:rPr>
              <a:t>  </a:t>
            </a:r>
            <a:r>
              <a:rPr lang="en-US" sz="1600" b="1" dirty="0">
                <a:solidFill>
                  <a:srgbClr val="005CC5"/>
                </a:solidFill>
                <a:latin typeface="Consolas"/>
              </a:rPr>
              <a:t>let</a:t>
            </a:r>
            <a:r>
              <a:rPr lang="en-US" sz="1600" b="1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600" b="1" dirty="0" err="1">
                <a:solidFill>
                  <a:srgbClr val="000000"/>
                </a:solidFill>
                <a:latin typeface="Consolas"/>
              </a:rPr>
              <a:t>sql</a:t>
            </a:r>
            <a:r>
              <a:rPr lang="en-US" sz="1600" b="1" dirty="0">
                <a:solidFill>
                  <a:srgbClr val="000000"/>
                </a:solidFill>
                <a:latin typeface="Consolas"/>
              </a:rPr>
              <a:t> = </a:t>
            </a:r>
            <a:r>
              <a:rPr lang="en-US" sz="1600" b="1" dirty="0">
                <a:solidFill>
                  <a:srgbClr val="008000"/>
                </a:solidFill>
                <a:highlight>
                  <a:srgbClr val="FFFF00"/>
                </a:highlight>
                <a:latin typeface="Consolas"/>
              </a:rPr>
              <a:t>"INSERT INTO customers (name, address) VALUES (?,?)"</a:t>
            </a:r>
            <a:r>
              <a:rPr lang="en-US" sz="1600" b="1" dirty="0">
                <a:solidFill>
                  <a:srgbClr val="000000"/>
                </a:solidFill>
                <a:highlight>
                  <a:srgbClr val="FFFF00"/>
                </a:highlight>
                <a:latin typeface="Consolas"/>
              </a:rPr>
              <a:t>;</a:t>
            </a:r>
          </a:p>
          <a:p>
            <a:r>
              <a:rPr lang="en-US" sz="1600" b="1" dirty="0">
                <a:solidFill>
                  <a:srgbClr val="005CC5"/>
                </a:solidFill>
                <a:latin typeface="Consolas"/>
              </a:rPr>
              <a:t>  let</a:t>
            </a:r>
            <a:r>
              <a:rPr lang="en-US" sz="1600" b="1" dirty="0">
                <a:solidFill>
                  <a:srgbClr val="000000"/>
                </a:solidFill>
                <a:latin typeface="Consolas"/>
              </a:rPr>
              <a:t> values = </a:t>
            </a:r>
            <a:r>
              <a:rPr lang="en-US" sz="1600" b="1" dirty="0">
                <a:solidFill>
                  <a:srgbClr val="008000"/>
                </a:solidFill>
                <a:highlight>
                  <a:srgbClr val="FFFF00"/>
                </a:highlight>
                <a:latin typeface="Consolas"/>
              </a:rPr>
              <a:t>['Company </a:t>
            </a:r>
            <a:r>
              <a:rPr lang="en-US" sz="1600" b="1" dirty="0" err="1">
                <a:solidFill>
                  <a:srgbClr val="008000"/>
                </a:solidFill>
                <a:highlight>
                  <a:srgbClr val="FFFF00"/>
                </a:highlight>
                <a:latin typeface="Consolas"/>
              </a:rPr>
              <a:t>Inc</a:t>
            </a:r>
            <a:r>
              <a:rPr lang="en-US" sz="1600" b="1" dirty="0">
                <a:solidFill>
                  <a:srgbClr val="008000"/>
                </a:solidFill>
                <a:highlight>
                  <a:srgbClr val="FFFF00"/>
                </a:highlight>
                <a:latin typeface="Consolas"/>
              </a:rPr>
              <a:t>', 'Highway 37‘]</a:t>
            </a:r>
            <a:r>
              <a:rPr lang="en-US" sz="1600" b="1" dirty="0">
                <a:solidFill>
                  <a:srgbClr val="000000"/>
                </a:solidFill>
                <a:highlight>
                  <a:srgbClr val="FFFF00"/>
                </a:highlight>
                <a:latin typeface="Consolas"/>
              </a:rPr>
              <a:t>;</a:t>
            </a:r>
            <a:r>
              <a:rPr lang="en-US" sz="1600" b="1" dirty="0">
                <a:solidFill>
                  <a:srgbClr val="000000"/>
                </a:solidFill>
                <a:latin typeface="Consolas"/>
              </a:rPr>
              <a:t/>
            </a:r>
            <a:br>
              <a:rPr lang="en-US" sz="1600" b="1" dirty="0">
                <a:solidFill>
                  <a:srgbClr val="000000"/>
                </a:solidFill>
                <a:latin typeface="Consolas"/>
              </a:rPr>
            </a:br>
            <a:r>
              <a:rPr lang="en-US" sz="1600" dirty="0">
                <a:solidFill>
                  <a:srgbClr val="000000"/>
                </a:solidFill>
                <a:latin typeface="Consolas"/>
              </a:rPr>
              <a:t> 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con.query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b="1" dirty="0" err="1">
                <a:solidFill>
                  <a:srgbClr val="000000"/>
                </a:solidFill>
                <a:highlight>
                  <a:srgbClr val="FFFF00"/>
                </a:highlight>
                <a:latin typeface="Consolas"/>
              </a:rPr>
              <a:t>sql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b="1" dirty="0">
                <a:solidFill>
                  <a:srgbClr val="000000"/>
                </a:solidFill>
                <a:highlight>
                  <a:srgbClr val="FFFF00"/>
                </a:highlight>
                <a:latin typeface="Consolas"/>
              </a:rPr>
              <a:t> values,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600" dirty="0">
                <a:solidFill>
                  <a:srgbClr val="005CC5"/>
                </a:solidFill>
                <a:latin typeface="Consolas"/>
              </a:rPr>
              <a:t>function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(err, result) {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sz="1600" dirty="0">
                <a:solidFill>
                  <a:srgbClr val="005CC5"/>
                </a:solidFill>
                <a:latin typeface="Consolas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(err) </a:t>
            </a:r>
            <a:r>
              <a:rPr lang="en-US" sz="1600" dirty="0">
                <a:solidFill>
                  <a:srgbClr val="005CC5"/>
                </a:solidFill>
                <a:latin typeface="Consolas"/>
              </a:rPr>
              <a:t>throw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err;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/>
              </a:rPr>
              <a:t>    console.log(</a:t>
            </a:r>
            <a:r>
              <a:rPr lang="en-US" sz="1600" dirty="0">
                <a:solidFill>
                  <a:srgbClr val="008000"/>
                </a:solidFill>
                <a:latin typeface="Consolas"/>
              </a:rPr>
              <a:t>"1 record inserted"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);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/>
              </a:rPr>
              <a:t>  });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/>
              </a:rPr>
              <a:t>});</a:t>
            </a:r>
            <a:endParaRPr lang="th-TH" sz="1600" dirty="0"/>
          </a:p>
        </p:txBody>
      </p:sp>
      <p:sp>
        <p:nvSpPr>
          <p:cNvPr id="7" name="สี่เหลี่ยมผืนผ้า 6"/>
          <p:cNvSpPr/>
          <p:nvPr/>
        </p:nvSpPr>
        <p:spPr>
          <a:xfrm>
            <a:off x="7278174" y="2519354"/>
            <a:ext cx="2394155" cy="64633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Connected!</a:t>
            </a:r>
          </a:p>
          <a:p>
            <a:r>
              <a:rPr lang="en-US" dirty="0"/>
              <a:t>1 record inserted</a:t>
            </a:r>
            <a:endParaRPr lang="th-TH" dirty="0"/>
          </a:p>
        </p:txBody>
      </p:sp>
      <p:sp>
        <p:nvSpPr>
          <p:cNvPr id="8" name="สี่เหลี่ยมผืนผ้า 7"/>
          <p:cNvSpPr/>
          <p:nvPr/>
        </p:nvSpPr>
        <p:spPr>
          <a:xfrm>
            <a:off x="707626" y="3966531"/>
            <a:ext cx="10923541" cy="255454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con.connect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dirty="0">
                <a:solidFill>
                  <a:srgbClr val="005CC5"/>
                </a:solidFill>
                <a:latin typeface="Consolas"/>
              </a:rPr>
              <a:t>function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(err) {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/>
              </a:rPr>
              <a:t>  </a:t>
            </a:r>
            <a:r>
              <a:rPr lang="en-US" sz="1600" dirty="0">
                <a:solidFill>
                  <a:srgbClr val="005CC5"/>
                </a:solidFill>
                <a:latin typeface="Consolas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(err) </a:t>
            </a:r>
            <a:r>
              <a:rPr lang="en-US" sz="1600" dirty="0">
                <a:solidFill>
                  <a:srgbClr val="005CC5"/>
                </a:solidFill>
                <a:latin typeface="Consolas"/>
              </a:rPr>
              <a:t>throw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err;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/>
              </a:rPr>
              <a:t>  console.log(</a:t>
            </a:r>
            <a:r>
              <a:rPr lang="en-US" sz="1600" dirty="0">
                <a:solidFill>
                  <a:srgbClr val="008000"/>
                </a:solidFill>
                <a:latin typeface="Consolas"/>
              </a:rPr>
              <a:t>"Connected!"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);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/>
              </a:rPr>
              <a:t>  </a:t>
            </a:r>
            <a:r>
              <a:rPr lang="en-US" sz="1600" dirty="0">
                <a:solidFill>
                  <a:srgbClr val="005CC5"/>
                </a:solidFill>
                <a:latin typeface="Consolas"/>
              </a:rPr>
              <a:t>let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600" b="1" dirty="0" err="1">
                <a:solidFill>
                  <a:srgbClr val="000000"/>
                </a:solidFill>
                <a:latin typeface="Consolas"/>
              </a:rPr>
              <a:t>sql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= </a:t>
            </a:r>
            <a:r>
              <a:rPr lang="en-US" sz="1600" dirty="0">
                <a:solidFill>
                  <a:srgbClr val="008000"/>
                </a:solidFill>
                <a:highlight>
                  <a:srgbClr val="FFFF00"/>
                </a:highlight>
                <a:latin typeface="Consolas"/>
              </a:rPr>
              <a:t>"INSERT INTO customers (name, address) VALUES </a:t>
            </a:r>
            <a:r>
              <a:rPr 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Consolas"/>
              </a:rPr>
              <a:t>?</a:t>
            </a:r>
            <a:r>
              <a:rPr lang="en-US" sz="1600" dirty="0">
                <a:solidFill>
                  <a:srgbClr val="008000"/>
                </a:solidFill>
                <a:highlight>
                  <a:srgbClr val="FFFF00"/>
                </a:highlight>
                <a:latin typeface="Consolas"/>
              </a:rPr>
              <a:t>"</a:t>
            </a:r>
            <a:r>
              <a:rPr lang="en-US" sz="1600" dirty="0">
                <a:solidFill>
                  <a:srgbClr val="000000"/>
                </a:solidFill>
                <a:highlight>
                  <a:srgbClr val="FFFF00"/>
                </a:highlight>
                <a:latin typeface="Consolas"/>
              </a:rPr>
              <a:t>;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/>
              </a:rPr>
              <a:t>  </a:t>
            </a:r>
            <a:r>
              <a:rPr lang="en-US" sz="1600" dirty="0">
                <a:solidFill>
                  <a:srgbClr val="005CC5"/>
                </a:solidFill>
                <a:latin typeface="Consolas"/>
              </a:rPr>
              <a:t>let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600" b="1" dirty="0">
                <a:solidFill>
                  <a:srgbClr val="FF0000"/>
                </a:solidFill>
                <a:latin typeface="Consolas"/>
              </a:rPr>
              <a:t>values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600" dirty="0">
                <a:solidFill>
                  <a:srgbClr val="000000"/>
                </a:solidFill>
                <a:highlight>
                  <a:srgbClr val="FFFF00"/>
                </a:highlight>
                <a:latin typeface="Consolas"/>
              </a:rPr>
              <a:t>[</a:t>
            </a:r>
            <a:r>
              <a:rPr lang="en-US" sz="1600" dirty="0">
                <a:highlight>
                  <a:srgbClr val="FFFF00"/>
                </a:highlight>
              </a:rPr>
              <a:t> </a:t>
            </a:r>
            <a:r>
              <a:rPr lang="en-US" sz="1600" dirty="0">
                <a:solidFill>
                  <a:srgbClr val="000000"/>
                </a:solidFill>
                <a:highlight>
                  <a:srgbClr val="FFFF00"/>
                </a:highlight>
                <a:latin typeface="Consolas"/>
              </a:rPr>
              <a:t>[</a:t>
            </a:r>
            <a:r>
              <a:rPr lang="en-US" sz="1600" dirty="0">
                <a:solidFill>
                  <a:srgbClr val="008000"/>
                </a:solidFill>
                <a:highlight>
                  <a:srgbClr val="FFFF00"/>
                </a:highlight>
                <a:latin typeface="Consolas"/>
              </a:rPr>
              <a:t>'John'</a:t>
            </a:r>
            <a:r>
              <a:rPr lang="en-US" sz="1600" dirty="0">
                <a:solidFill>
                  <a:srgbClr val="000000"/>
                </a:solidFill>
                <a:highlight>
                  <a:srgbClr val="FFFF00"/>
                </a:highlight>
                <a:latin typeface="Consolas"/>
              </a:rPr>
              <a:t>, </a:t>
            </a:r>
            <a:r>
              <a:rPr lang="en-US" sz="1600" dirty="0">
                <a:solidFill>
                  <a:srgbClr val="008000"/>
                </a:solidFill>
                <a:highlight>
                  <a:srgbClr val="FFFF00"/>
                </a:highlight>
                <a:latin typeface="Consolas"/>
              </a:rPr>
              <a:t>'Highway 71'</a:t>
            </a:r>
            <a:r>
              <a:rPr lang="en-US" sz="1600" dirty="0">
                <a:solidFill>
                  <a:srgbClr val="000000"/>
                </a:solidFill>
                <a:highlight>
                  <a:srgbClr val="FFFF00"/>
                </a:highlight>
                <a:latin typeface="Consolas"/>
              </a:rPr>
              <a:t>], [</a:t>
            </a:r>
            <a:r>
              <a:rPr lang="en-US" sz="1600" dirty="0">
                <a:solidFill>
                  <a:srgbClr val="008000"/>
                </a:solidFill>
                <a:highlight>
                  <a:srgbClr val="FFFF00"/>
                </a:highlight>
                <a:latin typeface="Consolas"/>
              </a:rPr>
              <a:t>'Peter'</a:t>
            </a:r>
            <a:r>
              <a:rPr lang="en-US" sz="1600" dirty="0">
                <a:solidFill>
                  <a:srgbClr val="000000"/>
                </a:solidFill>
                <a:highlight>
                  <a:srgbClr val="FFFF00"/>
                </a:highlight>
                <a:latin typeface="Consolas"/>
              </a:rPr>
              <a:t>, </a:t>
            </a:r>
            <a:r>
              <a:rPr lang="en-US" sz="1600" dirty="0">
                <a:solidFill>
                  <a:srgbClr val="008000"/>
                </a:solidFill>
                <a:highlight>
                  <a:srgbClr val="FFFF00"/>
                </a:highlight>
                <a:latin typeface="Consolas"/>
              </a:rPr>
              <a:t>'</a:t>
            </a:r>
            <a:r>
              <a:rPr lang="en-US" sz="1600" dirty="0" err="1">
                <a:solidFill>
                  <a:srgbClr val="008000"/>
                </a:solidFill>
                <a:highlight>
                  <a:srgbClr val="FFFF00"/>
                </a:highlight>
                <a:latin typeface="Consolas"/>
              </a:rPr>
              <a:t>Lowstreet</a:t>
            </a:r>
            <a:r>
              <a:rPr lang="en-US" sz="1600" dirty="0">
                <a:solidFill>
                  <a:srgbClr val="008000"/>
                </a:solidFill>
                <a:highlight>
                  <a:srgbClr val="FFFF00"/>
                </a:highlight>
                <a:latin typeface="Consolas"/>
              </a:rPr>
              <a:t> 4'</a:t>
            </a:r>
            <a:r>
              <a:rPr lang="en-US" sz="1600" dirty="0">
                <a:solidFill>
                  <a:srgbClr val="000000"/>
                </a:solidFill>
                <a:highlight>
                  <a:srgbClr val="FFFF00"/>
                </a:highlight>
                <a:latin typeface="Consolas"/>
              </a:rPr>
              <a:t>],</a:t>
            </a:r>
            <a:r>
              <a:rPr lang="en-US" sz="1600" dirty="0">
                <a:highlight>
                  <a:srgbClr val="FFFF00"/>
                </a:highlight>
              </a:rPr>
              <a:t> </a:t>
            </a:r>
            <a:r>
              <a:rPr lang="en-US" sz="1600" dirty="0">
                <a:solidFill>
                  <a:srgbClr val="000000"/>
                </a:solidFill>
                <a:highlight>
                  <a:srgbClr val="FFFF00"/>
                </a:highlight>
                <a:latin typeface="Consolas"/>
              </a:rPr>
              <a:t>[</a:t>
            </a:r>
            <a:r>
              <a:rPr lang="en-US" sz="1600" dirty="0">
                <a:solidFill>
                  <a:srgbClr val="008000"/>
                </a:solidFill>
                <a:highlight>
                  <a:srgbClr val="FFFF00"/>
                </a:highlight>
                <a:latin typeface="Consolas"/>
              </a:rPr>
              <a:t>'Amy'</a:t>
            </a:r>
            <a:r>
              <a:rPr lang="en-US" sz="1600" dirty="0">
                <a:solidFill>
                  <a:srgbClr val="000000"/>
                </a:solidFill>
                <a:highlight>
                  <a:srgbClr val="FFFF00"/>
                </a:highlight>
                <a:latin typeface="Consolas"/>
              </a:rPr>
              <a:t>, </a:t>
            </a:r>
            <a:r>
              <a:rPr lang="en-US" sz="1600" dirty="0">
                <a:solidFill>
                  <a:srgbClr val="008000"/>
                </a:solidFill>
                <a:highlight>
                  <a:srgbClr val="FFFF00"/>
                </a:highlight>
                <a:latin typeface="Consolas"/>
              </a:rPr>
              <a:t>'Apple </a:t>
            </a:r>
            <a:r>
              <a:rPr lang="en-US" sz="1600" dirty="0" err="1">
                <a:solidFill>
                  <a:srgbClr val="008000"/>
                </a:solidFill>
                <a:highlight>
                  <a:srgbClr val="FFFF00"/>
                </a:highlight>
                <a:latin typeface="Consolas"/>
              </a:rPr>
              <a:t>st</a:t>
            </a:r>
            <a:r>
              <a:rPr lang="en-US" sz="1600" dirty="0">
                <a:solidFill>
                  <a:srgbClr val="008000"/>
                </a:solidFill>
                <a:highlight>
                  <a:srgbClr val="FFFF00"/>
                </a:highlight>
                <a:latin typeface="Consolas"/>
              </a:rPr>
              <a:t> 652'</a:t>
            </a:r>
            <a:r>
              <a:rPr lang="en-US" sz="1600" dirty="0">
                <a:solidFill>
                  <a:srgbClr val="000000"/>
                </a:solidFill>
                <a:highlight>
                  <a:srgbClr val="FFFF00"/>
                </a:highlight>
                <a:latin typeface="Consolas"/>
              </a:rPr>
              <a:t>]];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con.query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b="1" dirty="0" err="1">
                <a:solidFill>
                  <a:srgbClr val="000000"/>
                </a:solidFill>
                <a:highlight>
                  <a:srgbClr val="FFFF00"/>
                </a:highlight>
                <a:latin typeface="Consolas"/>
              </a:rPr>
              <a:t>sql</a:t>
            </a:r>
            <a:r>
              <a:rPr lang="en-US" sz="1600" dirty="0">
                <a:solidFill>
                  <a:srgbClr val="000000"/>
                </a:solidFill>
                <a:highlight>
                  <a:srgbClr val="FFFF00"/>
                </a:highlight>
                <a:latin typeface="Consolas"/>
              </a:rPr>
              <a:t>,</a:t>
            </a:r>
            <a:r>
              <a:rPr lang="en-US" sz="1600" b="1" dirty="0">
                <a:solidFill>
                  <a:srgbClr val="000000"/>
                </a:solidFill>
                <a:highlight>
                  <a:srgbClr val="FFFF00"/>
                </a:highlight>
                <a:latin typeface="Consolas"/>
              </a:rPr>
              <a:t> </a:t>
            </a:r>
            <a:r>
              <a:rPr 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Consolas"/>
              </a:rPr>
              <a:t>[values]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 </a:t>
            </a:r>
            <a:r>
              <a:rPr lang="en-US" sz="1600" dirty="0">
                <a:solidFill>
                  <a:srgbClr val="005CC5"/>
                </a:solidFill>
                <a:latin typeface="Consolas"/>
              </a:rPr>
              <a:t>function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(err, result) {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sz="1600" dirty="0">
                <a:solidFill>
                  <a:srgbClr val="005CC5"/>
                </a:solidFill>
                <a:latin typeface="Consolas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(err) </a:t>
            </a:r>
            <a:r>
              <a:rPr lang="en-US" sz="1600" dirty="0">
                <a:solidFill>
                  <a:srgbClr val="005CC5"/>
                </a:solidFill>
                <a:latin typeface="Consolas"/>
              </a:rPr>
              <a:t>throw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err;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/>
              </a:rPr>
              <a:t>    console.log(</a:t>
            </a:r>
            <a:r>
              <a:rPr lang="en-US" sz="1600" dirty="0">
                <a:solidFill>
                  <a:srgbClr val="008000"/>
                </a:solidFill>
                <a:latin typeface="Consolas"/>
              </a:rPr>
              <a:t>"Number of records inserted: 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+ 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result.affectedRows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);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/>
              </a:rPr>
              <a:t>  });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/>
              </a:rPr>
              <a:t>});</a:t>
            </a:r>
            <a:endParaRPr lang="th-TH" sz="1600" dirty="0"/>
          </a:p>
        </p:txBody>
      </p:sp>
      <p:sp>
        <p:nvSpPr>
          <p:cNvPr id="9" name="TextBox 8"/>
          <p:cNvSpPr txBox="1"/>
          <p:nvPr/>
        </p:nvSpPr>
        <p:spPr>
          <a:xfrm>
            <a:off x="707626" y="3597199"/>
            <a:ext cx="2868991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Insert into – multiple records</a:t>
            </a:r>
            <a:endParaRPr lang="th-TH" dirty="0"/>
          </a:p>
        </p:txBody>
      </p:sp>
      <p:sp>
        <p:nvSpPr>
          <p:cNvPr id="10" name="สี่เหลี่ยมผืนผ้า 9"/>
          <p:cNvSpPr/>
          <p:nvPr/>
        </p:nvSpPr>
        <p:spPr>
          <a:xfrm>
            <a:off x="8323203" y="6089920"/>
            <a:ext cx="3165004" cy="64633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Connected!</a:t>
            </a:r>
          </a:p>
          <a:p>
            <a:r>
              <a:rPr lang="en-US" dirty="0"/>
              <a:t>Number of records inserted: 3</a:t>
            </a:r>
            <a:endParaRPr lang="th-TH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4A1903AE-B87D-7379-A3D9-293E791377EB}"/>
              </a:ext>
            </a:extLst>
          </p:cNvPr>
          <p:cNvSpPr txBox="1"/>
          <p:nvPr/>
        </p:nvSpPr>
        <p:spPr>
          <a:xfrm>
            <a:off x="10341864" y="248640"/>
            <a:ext cx="1550553" cy="369332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CRUD example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5636436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สี่เหลี่ยมผืนผ้า 1"/>
          <p:cNvSpPr/>
          <p:nvPr/>
        </p:nvSpPr>
        <p:spPr>
          <a:xfrm>
            <a:off x="438598" y="353650"/>
            <a:ext cx="1816844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dirty="0"/>
              <a:t>The Result Object</a:t>
            </a:r>
            <a:endParaRPr lang="th-TH" dirty="0"/>
          </a:p>
        </p:txBody>
      </p:sp>
      <p:sp>
        <p:nvSpPr>
          <p:cNvPr id="3" name="สี่เหลี่ยมผืนผ้า 2"/>
          <p:cNvSpPr/>
          <p:nvPr/>
        </p:nvSpPr>
        <p:spPr>
          <a:xfrm>
            <a:off x="2024097" y="1049222"/>
            <a:ext cx="8063800" cy="28623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/>
              </a:rPr>
              <a:t>{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/>
              </a:rPr>
              <a:t>  </a:t>
            </a:r>
            <a:r>
              <a:rPr lang="en-US" dirty="0" err="1">
                <a:solidFill>
                  <a:srgbClr val="000000"/>
                </a:solidFill>
                <a:latin typeface="Consolas"/>
              </a:rPr>
              <a:t>fieldCount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: </a:t>
            </a:r>
            <a:r>
              <a:rPr lang="en-US" dirty="0">
                <a:solidFill>
                  <a:srgbClr val="990055"/>
                </a:solidFill>
                <a:latin typeface="Consolas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/>
              </a:rPr>
              <a:t>  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Consolas"/>
              </a:rPr>
              <a:t>affectedRows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Consolas"/>
              </a:rPr>
              <a:t>: </a:t>
            </a:r>
            <a:r>
              <a:rPr lang="en-US" dirty="0">
                <a:solidFill>
                  <a:srgbClr val="990055"/>
                </a:solidFill>
                <a:highlight>
                  <a:srgbClr val="FFFF00"/>
                </a:highlight>
                <a:latin typeface="Consolas"/>
              </a:rPr>
              <a:t>3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Consolas"/>
              </a:rPr>
              <a:t>,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/>
              </a:rPr>
              <a:t>  </a:t>
            </a:r>
            <a:r>
              <a:rPr lang="en-US" dirty="0" err="1">
                <a:solidFill>
                  <a:srgbClr val="000000"/>
                </a:solidFill>
                <a:latin typeface="Consolas"/>
              </a:rPr>
              <a:t>insertId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: </a:t>
            </a:r>
            <a:r>
              <a:rPr lang="en-US" dirty="0">
                <a:solidFill>
                  <a:srgbClr val="990055"/>
                </a:solidFill>
                <a:latin typeface="Consolas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/>
              </a:rPr>
              <a:t>  </a:t>
            </a:r>
            <a:r>
              <a:rPr lang="en-US" dirty="0" err="1">
                <a:solidFill>
                  <a:srgbClr val="000000"/>
                </a:solidFill>
                <a:latin typeface="Consolas"/>
              </a:rPr>
              <a:t>serverStatus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: </a:t>
            </a:r>
            <a:r>
              <a:rPr lang="en-US" dirty="0">
                <a:solidFill>
                  <a:srgbClr val="990055"/>
                </a:solidFill>
                <a:latin typeface="Consolas"/>
              </a:rPr>
              <a:t>2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/>
              </a:rPr>
              <a:t>  </a:t>
            </a:r>
            <a:r>
              <a:rPr lang="en-US" dirty="0" err="1">
                <a:solidFill>
                  <a:srgbClr val="000000"/>
                </a:solidFill>
                <a:latin typeface="Consolas"/>
              </a:rPr>
              <a:t>warningCount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: </a:t>
            </a:r>
            <a:r>
              <a:rPr lang="en-US" dirty="0">
                <a:solidFill>
                  <a:srgbClr val="990055"/>
                </a:solidFill>
                <a:latin typeface="Consolas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/>
              </a:rPr>
              <a:t>  message: </a:t>
            </a:r>
            <a:r>
              <a:rPr lang="en-US" dirty="0">
                <a:solidFill>
                  <a:srgbClr val="008000"/>
                </a:solidFill>
                <a:latin typeface="Consolas"/>
              </a:rPr>
              <a:t>'\'Records:4  Duplicated: 0  Warnings: 0'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/>
              </a:rPr>
              <a:t>  protocol41: </a:t>
            </a:r>
            <a:r>
              <a:rPr lang="en-US" dirty="0">
                <a:solidFill>
                  <a:srgbClr val="005CC5"/>
                </a:solidFill>
                <a:latin typeface="Consolas"/>
              </a:rPr>
              <a:t>true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/>
              </a:rPr>
              <a:t>  </a:t>
            </a:r>
            <a:r>
              <a:rPr lang="en-US" dirty="0" err="1">
                <a:solidFill>
                  <a:srgbClr val="000000"/>
                </a:solidFill>
                <a:latin typeface="Consolas"/>
              </a:rPr>
              <a:t>changedRows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: </a:t>
            </a:r>
            <a:r>
              <a:rPr lang="en-US" dirty="0">
                <a:solidFill>
                  <a:srgbClr val="990055"/>
                </a:solidFill>
                <a:latin typeface="Consolas"/>
              </a:rPr>
              <a:t>0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/>
              </a:rPr>
              <a:t>}</a:t>
            </a:r>
            <a:endParaRPr lang="th-TH" dirty="0"/>
          </a:p>
        </p:txBody>
      </p:sp>
      <p:sp>
        <p:nvSpPr>
          <p:cNvPr id="4" name="สี่เหลี่ยมผืนผ้า 3"/>
          <p:cNvSpPr/>
          <p:nvPr/>
        </p:nvSpPr>
        <p:spPr>
          <a:xfrm>
            <a:off x="2591683" y="508819"/>
            <a:ext cx="48569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a result object is returned from executing a query, </a:t>
            </a:r>
            <a:endParaRPr lang="th-TH" dirty="0"/>
          </a:p>
        </p:txBody>
      </p:sp>
      <p:sp>
        <p:nvSpPr>
          <p:cNvPr id="5" name="สี่เหลี่ยมผืนผ้า 4"/>
          <p:cNvSpPr/>
          <p:nvPr/>
        </p:nvSpPr>
        <p:spPr>
          <a:xfrm>
            <a:off x="438598" y="4202979"/>
            <a:ext cx="1585499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dirty="0"/>
              <a:t>Get Inserted ID</a:t>
            </a:r>
            <a:endParaRPr lang="th-TH" dirty="0"/>
          </a:p>
        </p:txBody>
      </p:sp>
      <p:sp>
        <p:nvSpPr>
          <p:cNvPr id="6" name="สี่เหลี่ยมผืนผ้า 5"/>
          <p:cNvSpPr/>
          <p:nvPr/>
        </p:nvSpPr>
        <p:spPr>
          <a:xfrm>
            <a:off x="2255442" y="4196904"/>
            <a:ext cx="75817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get the id of the row you just inserted to tables with an auto increment id field</a:t>
            </a:r>
            <a:endParaRPr lang="th-TH" dirty="0"/>
          </a:p>
        </p:txBody>
      </p:sp>
      <p:sp>
        <p:nvSpPr>
          <p:cNvPr id="7" name="สี่เหลี่ยมผืนผ้า 6"/>
          <p:cNvSpPr/>
          <p:nvPr/>
        </p:nvSpPr>
        <p:spPr>
          <a:xfrm>
            <a:off x="5020168" y="4563680"/>
            <a:ext cx="1474891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dirty="0" err="1"/>
              <a:t>result.insertId</a:t>
            </a:r>
            <a:endParaRPr lang="th-TH" dirty="0"/>
          </a:p>
        </p:txBody>
      </p:sp>
      <p:sp>
        <p:nvSpPr>
          <p:cNvPr id="10" name="สี่เหลี่ยมผืนผ้า 9"/>
          <p:cNvSpPr/>
          <p:nvPr/>
        </p:nvSpPr>
        <p:spPr>
          <a:xfrm>
            <a:off x="438598" y="4996849"/>
            <a:ext cx="1164059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/>
              </a:rPr>
              <a:t>  </a:t>
            </a:r>
            <a:r>
              <a:rPr lang="en-US" dirty="0">
                <a:solidFill>
                  <a:srgbClr val="005CC5"/>
                </a:solidFill>
                <a:latin typeface="Consolas"/>
              </a:rPr>
              <a:t>let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/>
              </a:rPr>
              <a:t>sql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 = </a:t>
            </a:r>
            <a:r>
              <a:rPr lang="en-US" dirty="0">
                <a:solidFill>
                  <a:srgbClr val="008000"/>
                </a:solidFill>
                <a:latin typeface="Consolas"/>
              </a:rPr>
              <a:t>"INSERT INTO customers (name, address) VALUES ('Michelle', 'Blue Village 1')"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;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/>
              </a:rPr>
              <a:t>  </a:t>
            </a:r>
            <a:r>
              <a:rPr lang="en-US" dirty="0" err="1">
                <a:solidFill>
                  <a:srgbClr val="000000"/>
                </a:solidFill>
                <a:latin typeface="Consolas"/>
              </a:rPr>
              <a:t>con.query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/>
              </a:rPr>
              <a:t>sql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, </a:t>
            </a:r>
            <a:r>
              <a:rPr lang="en-US" dirty="0">
                <a:solidFill>
                  <a:srgbClr val="005CC5"/>
                </a:solidFill>
                <a:latin typeface="Consolas"/>
              </a:rPr>
              <a:t>function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 (err, result) {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dirty="0">
                <a:solidFill>
                  <a:srgbClr val="005CC5"/>
                </a:solidFill>
                <a:latin typeface="Consolas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 (err) </a:t>
            </a:r>
            <a:r>
              <a:rPr lang="en-US" dirty="0">
                <a:solidFill>
                  <a:srgbClr val="005CC5"/>
                </a:solidFill>
                <a:latin typeface="Consolas"/>
              </a:rPr>
              <a:t>throw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 err;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/>
              </a:rPr>
              <a:t>    console.log(</a:t>
            </a:r>
            <a:r>
              <a:rPr lang="en-US" dirty="0">
                <a:solidFill>
                  <a:srgbClr val="008000"/>
                </a:solidFill>
                <a:latin typeface="Consolas"/>
              </a:rPr>
              <a:t>"1 record inserted, ID: "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 + </a:t>
            </a:r>
            <a:r>
              <a:rPr lang="en-US" b="1" dirty="0" err="1">
                <a:solidFill>
                  <a:srgbClr val="000000"/>
                </a:solidFill>
                <a:highlight>
                  <a:srgbClr val="FFFF00"/>
                </a:highlight>
                <a:latin typeface="Consolas"/>
              </a:rPr>
              <a:t>result.insertId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);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/>
              </a:rPr>
              <a:t>  });</a:t>
            </a:r>
            <a:endParaRPr lang="th-TH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B34C59E-E439-C7FF-EF51-BB78A2E3FF50}"/>
              </a:ext>
            </a:extLst>
          </p:cNvPr>
          <p:cNvSpPr txBox="1"/>
          <p:nvPr/>
        </p:nvSpPr>
        <p:spPr>
          <a:xfrm>
            <a:off x="10341864" y="248640"/>
            <a:ext cx="1550553" cy="369332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CRUD example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4732362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สี่เหลี่ยมผืนผ้า 1"/>
          <p:cNvSpPr/>
          <p:nvPr/>
        </p:nvSpPr>
        <p:spPr>
          <a:xfrm>
            <a:off x="377700" y="570559"/>
            <a:ext cx="1407693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dirty="0"/>
              <a:t>Update Table</a:t>
            </a:r>
            <a:endParaRPr lang="th-TH" dirty="0"/>
          </a:p>
        </p:txBody>
      </p:sp>
      <p:sp>
        <p:nvSpPr>
          <p:cNvPr id="3" name="สี่เหลี่ยมผืนผ้า 2"/>
          <p:cNvSpPr/>
          <p:nvPr/>
        </p:nvSpPr>
        <p:spPr>
          <a:xfrm>
            <a:off x="377700" y="960144"/>
            <a:ext cx="11361175" cy="258532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Consolas"/>
              </a:rPr>
              <a:t>con.connect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dirty="0">
                <a:solidFill>
                  <a:srgbClr val="005CC5"/>
                </a:solidFill>
                <a:latin typeface="Consolas"/>
              </a:rPr>
              <a:t>function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(err) {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/>
              </a:rPr>
              <a:t>  </a:t>
            </a:r>
            <a:r>
              <a:rPr lang="en-US" dirty="0">
                <a:solidFill>
                  <a:srgbClr val="005CC5"/>
                </a:solidFill>
                <a:latin typeface="Consolas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 (err) </a:t>
            </a:r>
            <a:r>
              <a:rPr lang="en-US" dirty="0">
                <a:solidFill>
                  <a:srgbClr val="005CC5"/>
                </a:solidFill>
                <a:latin typeface="Consolas"/>
              </a:rPr>
              <a:t>throw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 err;</a:t>
            </a:r>
            <a:r>
              <a:rPr lang="en-US" dirty="0"/>
              <a:t/>
            </a:r>
            <a:br>
              <a:rPr lang="en-US" dirty="0"/>
            </a:br>
            <a:r>
              <a:rPr lang="en-US" b="1" dirty="0">
                <a:solidFill>
                  <a:srgbClr val="000000"/>
                </a:solidFill>
                <a:latin typeface="Consolas"/>
              </a:rPr>
              <a:t>  </a:t>
            </a:r>
            <a:r>
              <a:rPr lang="en-US" b="1" dirty="0">
                <a:solidFill>
                  <a:srgbClr val="005CC5"/>
                </a:solidFill>
                <a:latin typeface="Consolas"/>
              </a:rPr>
              <a:t>let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b="1" dirty="0" err="1">
                <a:solidFill>
                  <a:srgbClr val="000000"/>
                </a:solidFill>
                <a:latin typeface="Consolas"/>
              </a:rPr>
              <a:t>sql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= </a:t>
            </a:r>
            <a:r>
              <a:rPr lang="en-US" b="1" dirty="0">
                <a:solidFill>
                  <a:srgbClr val="008000"/>
                </a:solidFill>
                <a:latin typeface="Consolas"/>
              </a:rPr>
              <a:t>"</a:t>
            </a:r>
            <a:r>
              <a:rPr lang="en-US" b="1" dirty="0">
                <a:solidFill>
                  <a:srgbClr val="008000"/>
                </a:solidFill>
                <a:highlight>
                  <a:srgbClr val="FFFF00"/>
                </a:highlight>
                <a:latin typeface="Consolas"/>
              </a:rPr>
              <a:t>UPDATE customers SET address = ? WHERE address = ?</a:t>
            </a:r>
            <a:r>
              <a:rPr lang="en-US" b="1" dirty="0">
                <a:solidFill>
                  <a:srgbClr val="008000"/>
                </a:solidFill>
                <a:latin typeface="Consolas"/>
              </a:rPr>
              <a:t>"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b="1" dirty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b="1" dirty="0">
                <a:solidFill>
                  <a:srgbClr val="005CC5"/>
                </a:solidFill>
                <a:latin typeface="Consolas"/>
              </a:rPr>
              <a:t>let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 values = </a:t>
            </a:r>
            <a:r>
              <a:rPr lang="en-US" b="1" dirty="0">
                <a:solidFill>
                  <a:srgbClr val="008000"/>
                </a:solidFill>
                <a:latin typeface="Consolas"/>
              </a:rPr>
              <a:t> </a:t>
            </a:r>
            <a:r>
              <a:rPr lang="en-US" b="1" dirty="0">
                <a:solidFill>
                  <a:srgbClr val="008000"/>
                </a:solidFill>
                <a:highlight>
                  <a:srgbClr val="FFFF00"/>
                </a:highlight>
                <a:latin typeface="Consolas"/>
              </a:rPr>
              <a:t>['Canyon 123' , 'Valley 345‘]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;</a:t>
            </a:r>
            <a:br>
              <a:rPr lang="en-US" b="1" dirty="0">
                <a:solidFill>
                  <a:srgbClr val="000000"/>
                </a:solidFill>
                <a:latin typeface="Consolas"/>
              </a:rPr>
            </a:br>
            <a:r>
              <a:rPr lang="en-US" dirty="0">
                <a:solidFill>
                  <a:srgbClr val="000000"/>
                </a:solidFill>
                <a:latin typeface="Consolas"/>
              </a:rPr>
              <a:t>  </a:t>
            </a:r>
            <a:r>
              <a:rPr lang="en-US" dirty="0" err="1">
                <a:solidFill>
                  <a:srgbClr val="000000"/>
                </a:solidFill>
                <a:latin typeface="Consolas"/>
              </a:rPr>
              <a:t>con.query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b="1" dirty="0" err="1">
                <a:solidFill>
                  <a:srgbClr val="000000"/>
                </a:solidFill>
                <a:highlight>
                  <a:srgbClr val="FFFF00"/>
                </a:highlight>
                <a:latin typeface="Consolas"/>
              </a:rPr>
              <a:t>sql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b="1" dirty="0">
                <a:solidFill>
                  <a:srgbClr val="000000"/>
                </a:solidFill>
                <a:highlight>
                  <a:srgbClr val="FFFF00"/>
                </a:highlight>
                <a:latin typeface="Consolas"/>
              </a:rPr>
              <a:t> values,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dirty="0">
                <a:solidFill>
                  <a:srgbClr val="005CC5"/>
                </a:solidFill>
                <a:latin typeface="Consolas"/>
              </a:rPr>
              <a:t>function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 (err, result) {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dirty="0">
                <a:solidFill>
                  <a:srgbClr val="005CC5"/>
                </a:solidFill>
                <a:latin typeface="Consolas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 (err) </a:t>
            </a:r>
            <a:r>
              <a:rPr lang="en-US" dirty="0">
                <a:solidFill>
                  <a:srgbClr val="005CC5"/>
                </a:solidFill>
                <a:latin typeface="Consolas"/>
              </a:rPr>
              <a:t>throw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 err;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/>
              </a:rPr>
              <a:t>    console.log(</a:t>
            </a:r>
            <a:r>
              <a:rPr lang="en-US" dirty="0" err="1">
                <a:solidFill>
                  <a:srgbClr val="000000"/>
                </a:solidFill>
                <a:latin typeface="Consolas"/>
              </a:rPr>
              <a:t>result.affectedRows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 + </a:t>
            </a:r>
            <a:r>
              <a:rPr lang="en-US" dirty="0">
                <a:solidFill>
                  <a:srgbClr val="008000"/>
                </a:solidFill>
                <a:latin typeface="Consolas"/>
              </a:rPr>
              <a:t>" record(s) updated"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);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/>
              </a:rPr>
              <a:t>  });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/>
              </a:rPr>
              <a:t>});</a:t>
            </a:r>
            <a:endParaRPr lang="th-TH" dirty="0"/>
          </a:p>
        </p:txBody>
      </p:sp>
      <p:sp>
        <p:nvSpPr>
          <p:cNvPr id="4" name="สี่เหลี่ยมผืนผ้า 3"/>
          <p:cNvSpPr/>
          <p:nvPr/>
        </p:nvSpPr>
        <p:spPr>
          <a:xfrm>
            <a:off x="377700" y="3830263"/>
            <a:ext cx="1487202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dirty="0"/>
              <a:t>Delete Record</a:t>
            </a:r>
            <a:endParaRPr lang="th-TH" dirty="0"/>
          </a:p>
        </p:txBody>
      </p:sp>
      <p:sp>
        <p:nvSpPr>
          <p:cNvPr id="5" name="สี่เหลี่ยมผืนผ้า 4"/>
          <p:cNvSpPr/>
          <p:nvPr/>
        </p:nvSpPr>
        <p:spPr>
          <a:xfrm>
            <a:off x="377700" y="4182101"/>
            <a:ext cx="11361175" cy="258532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Consolas"/>
              </a:rPr>
              <a:t>con.connect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dirty="0">
                <a:solidFill>
                  <a:srgbClr val="005CC5"/>
                </a:solidFill>
                <a:latin typeface="Consolas"/>
              </a:rPr>
              <a:t>function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(err) {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/>
              </a:rPr>
              <a:t>  </a:t>
            </a:r>
            <a:r>
              <a:rPr lang="en-US" dirty="0">
                <a:solidFill>
                  <a:srgbClr val="005CC5"/>
                </a:solidFill>
                <a:latin typeface="Consolas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 (err) </a:t>
            </a:r>
            <a:r>
              <a:rPr lang="en-US" dirty="0">
                <a:solidFill>
                  <a:srgbClr val="005CC5"/>
                </a:solidFill>
                <a:latin typeface="Consolas"/>
              </a:rPr>
              <a:t>throw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 err;</a:t>
            </a:r>
            <a:r>
              <a:rPr lang="en-US" dirty="0"/>
              <a:t/>
            </a:r>
            <a:br>
              <a:rPr lang="en-US" dirty="0"/>
            </a:br>
            <a:r>
              <a:rPr lang="en-US" b="1" dirty="0">
                <a:solidFill>
                  <a:srgbClr val="000000"/>
                </a:solidFill>
                <a:latin typeface="Consolas"/>
              </a:rPr>
              <a:t>  </a:t>
            </a:r>
            <a:r>
              <a:rPr lang="en-US" b="1" dirty="0">
                <a:solidFill>
                  <a:srgbClr val="005CC5"/>
                </a:solidFill>
                <a:latin typeface="Consolas"/>
              </a:rPr>
              <a:t>let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b="1" dirty="0" err="1">
                <a:solidFill>
                  <a:srgbClr val="000000"/>
                </a:solidFill>
                <a:latin typeface="Consolas"/>
              </a:rPr>
              <a:t>sql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= </a:t>
            </a:r>
            <a:r>
              <a:rPr lang="en-US" b="1" dirty="0">
                <a:solidFill>
                  <a:srgbClr val="008000"/>
                </a:solidFill>
                <a:latin typeface="Consolas"/>
              </a:rPr>
              <a:t>"</a:t>
            </a:r>
            <a:r>
              <a:rPr lang="en-US" b="1" dirty="0">
                <a:solidFill>
                  <a:srgbClr val="008000"/>
                </a:solidFill>
                <a:highlight>
                  <a:srgbClr val="FFFF00"/>
                </a:highlight>
                <a:latin typeface="Consolas"/>
              </a:rPr>
              <a:t>DELETE FROM customers WHERE address = ?</a:t>
            </a:r>
            <a:r>
              <a:rPr lang="en-US" b="1" dirty="0">
                <a:solidFill>
                  <a:srgbClr val="008000"/>
                </a:solidFill>
                <a:latin typeface="Consolas"/>
              </a:rPr>
              <a:t>"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b="1" dirty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b="1" dirty="0">
                <a:solidFill>
                  <a:srgbClr val="005CC5"/>
                </a:solidFill>
                <a:latin typeface="Consolas"/>
              </a:rPr>
              <a:t>let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 values = [</a:t>
            </a:r>
            <a:r>
              <a:rPr lang="en-US" b="1" dirty="0">
                <a:solidFill>
                  <a:srgbClr val="008000"/>
                </a:solidFill>
                <a:highlight>
                  <a:srgbClr val="FFFF00"/>
                </a:highlight>
                <a:latin typeface="Consolas"/>
              </a:rPr>
              <a:t>'Mountain 21']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;</a:t>
            </a:r>
            <a:br>
              <a:rPr lang="en-US" b="1" dirty="0">
                <a:solidFill>
                  <a:srgbClr val="000000"/>
                </a:solidFill>
                <a:latin typeface="Consolas"/>
              </a:rPr>
            </a:br>
            <a:r>
              <a:rPr lang="en-US" dirty="0">
                <a:solidFill>
                  <a:srgbClr val="000000"/>
                </a:solidFill>
                <a:latin typeface="Consolas"/>
              </a:rPr>
              <a:t>  </a:t>
            </a:r>
            <a:r>
              <a:rPr lang="en-US" dirty="0" err="1">
                <a:solidFill>
                  <a:srgbClr val="000000"/>
                </a:solidFill>
                <a:latin typeface="Consolas"/>
              </a:rPr>
              <a:t>con.query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b="1" dirty="0" err="1">
                <a:solidFill>
                  <a:srgbClr val="000000"/>
                </a:solidFill>
                <a:highlight>
                  <a:srgbClr val="FFFF00"/>
                </a:highlight>
                <a:latin typeface="Consolas"/>
              </a:rPr>
              <a:t>sql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b="1" dirty="0">
                <a:solidFill>
                  <a:srgbClr val="000000"/>
                </a:solidFill>
                <a:highlight>
                  <a:srgbClr val="FFFF00"/>
                </a:highlight>
                <a:latin typeface="Consolas"/>
              </a:rPr>
              <a:t>values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dirty="0">
                <a:solidFill>
                  <a:srgbClr val="005CC5"/>
                </a:solidFill>
                <a:latin typeface="Consolas"/>
              </a:rPr>
              <a:t>function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 (err, result) {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dirty="0">
                <a:solidFill>
                  <a:srgbClr val="005CC5"/>
                </a:solidFill>
                <a:latin typeface="Consolas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 (err) </a:t>
            </a:r>
            <a:r>
              <a:rPr lang="en-US" dirty="0">
                <a:solidFill>
                  <a:srgbClr val="005CC5"/>
                </a:solidFill>
                <a:latin typeface="Consolas"/>
              </a:rPr>
              <a:t>throw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 err;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/>
              </a:rPr>
              <a:t>    console.log(</a:t>
            </a:r>
            <a:r>
              <a:rPr lang="en-US" dirty="0">
                <a:solidFill>
                  <a:srgbClr val="008000"/>
                </a:solidFill>
                <a:latin typeface="Consolas"/>
              </a:rPr>
              <a:t>"Number of records deleted: "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 + </a:t>
            </a:r>
            <a:r>
              <a:rPr lang="en-US" dirty="0" err="1">
                <a:solidFill>
                  <a:srgbClr val="000000"/>
                </a:solidFill>
                <a:latin typeface="Consolas"/>
              </a:rPr>
              <a:t>result.affectedRows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);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/>
              </a:rPr>
              <a:t>  });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/>
              </a:rPr>
              <a:t>});</a:t>
            </a:r>
            <a:endParaRPr lang="th-TH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D3A54206-BDD8-FC72-5946-1DA25C9E680D}"/>
              </a:ext>
            </a:extLst>
          </p:cNvPr>
          <p:cNvSpPr txBox="1"/>
          <p:nvPr/>
        </p:nvSpPr>
        <p:spPr>
          <a:xfrm>
            <a:off x="10341864" y="248640"/>
            <a:ext cx="1550553" cy="369332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CRUD example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0840374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installation</a:t>
            </a:r>
            <a:endParaRPr lang="th-TH" dirty="0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npm</a:t>
            </a:r>
            <a:r>
              <a:rPr lang="en-US" dirty="0"/>
              <a:t> </a:t>
            </a:r>
            <a:r>
              <a:rPr lang="en-US" dirty="0" err="1"/>
              <a:t>init</a:t>
            </a:r>
            <a:r>
              <a:rPr lang="en-US" dirty="0"/>
              <a:t> –y </a:t>
            </a:r>
          </a:p>
          <a:p>
            <a:r>
              <a:rPr lang="en-US" dirty="0" err="1"/>
              <a:t>npm</a:t>
            </a:r>
            <a:r>
              <a:rPr lang="en-US" dirty="0"/>
              <a:t> install express</a:t>
            </a:r>
          </a:p>
          <a:p>
            <a:r>
              <a:rPr lang="en-US" dirty="0" err="1"/>
              <a:t>npm</a:t>
            </a:r>
            <a:r>
              <a:rPr lang="en-US" dirty="0"/>
              <a:t> install mysql2</a:t>
            </a:r>
          </a:p>
        </p:txBody>
      </p:sp>
      <p:pic>
        <p:nvPicPr>
          <p:cNvPr id="1026" name="Picture 2" descr="Node.js คืออะไร เหมาะกับทำเว็บไซต์หรือแอปพลิเคชันที่ฝั่งไหน">
            <a:extLst>
              <a:ext uri="{FF2B5EF4-FFF2-40B4-BE49-F238E27FC236}">
                <a16:creationId xmlns:a16="http://schemas.microsoft.com/office/drawing/2014/main" xmlns="" id="{E3A52F5D-1716-75AA-9150-1D4DEB0A31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116" y="3991200"/>
            <a:ext cx="2733675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eginner's guide to building a server using Express as a Node.js framework  - DEV Community">
            <a:extLst>
              <a:ext uri="{FF2B5EF4-FFF2-40B4-BE49-F238E27FC236}">
                <a16:creationId xmlns:a16="http://schemas.microsoft.com/office/drawing/2014/main" xmlns="" id="{7AE3F736-E3CE-DBFE-8872-49E69E76BB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1756" y="4138837"/>
            <a:ext cx="3305175" cy="1381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MySQL Database ของ Web hosting คืออะไร">
            <a:extLst>
              <a:ext uri="{FF2B5EF4-FFF2-40B4-BE49-F238E27FC236}">
                <a16:creationId xmlns:a16="http://schemas.microsoft.com/office/drawing/2014/main" xmlns="" id="{EB0E0F10-CBF6-9DCC-CE5F-75AA9A552A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2192" y="3505094"/>
            <a:ext cx="3027807" cy="2014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81670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3AFC6F3F-8544-264F-6AC2-715CB87FEEB2}"/>
              </a:ext>
            </a:extLst>
          </p:cNvPr>
          <p:cNvSpPr txBox="1"/>
          <p:nvPr/>
        </p:nvSpPr>
        <p:spPr>
          <a:xfrm>
            <a:off x="283639" y="394150"/>
            <a:ext cx="8350718" cy="623651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express = require(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express'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app = express()</a:t>
            </a:r>
          </a:p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mysql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require(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'mysql2'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port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3000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app.get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'/</a:t>
            </a:r>
            <a:r>
              <a:rPr lang="en-US" sz="16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customers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(req, 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res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con =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mysql.</a:t>
            </a:r>
            <a:r>
              <a:rPr lang="en-US" sz="1600" b="0" dirty="0" err="1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createConnection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</a:t>
            </a:r>
          </a:p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host: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'localhost'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user: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'root'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password: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''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database: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myshop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});</a:t>
            </a:r>
          </a:p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con.</a:t>
            </a:r>
            <a:r>
              <a:rPr lang="en-US" sz="1600" b="0" dirty="0" err="1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connect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((err)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(err) console.log(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"connection err"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err);</a:t>
            </a:r>
          </a:p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sql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'SELECT * FROM customers'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con.</a:t>
            </a:r>
            <a:r>
              <a:rPr lang="en-US" sz="1600" b="0" dirty="0" err="1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query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sql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(err, 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results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(err) console.log(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"query err"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err);</a:t>
            </a:r>
          </a:p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 dirty="0" err="1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res</a:t>
            </a:r>
            <a:r>
              <a:rPr lang="en-US" sz="16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.send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(results);</a:t>
            </a:r>
          </a:p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con.</a:t>
            </a:r>
            <a:r>
              <a:rPr lang="en-US" sz="1600" b="0" dirty="0" err="1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end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((err)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(err) console.log(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"end err"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err);</a:t>
            </a:r>
          </a:p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});</a:t>
            </a:r>
          </a:p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});</a:t>
            </a:r>
          </a:p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});</a:t>
            </a:r>
          </a:p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</a:t>
            </a:r>
          </a:p>
          <a:p>
            <a:pPr>
              <a:lnSpc>
                <a:spcPts val="2025"/>
              </a:lnSpc>
              <a:buNone/>
            </a:pPr>
            <a:r>
              <a:rPr lang="en-US" sz="16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app.listen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(port, ()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console.log(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"server start at port 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port) })</a:t>
            </a:r>
          </a:p>
        </p:txBody>
      </p:sp>
      <p:pic>
        <p:nvPicPr>
          <p:cNvPr id="4" name="Picture 4" descr="Beginner's guide to building a server using Express as a Node.js framework  - DEV Community">
            <a:extLst>
              <a:ext uri="{FF2B5EF4-FFF2-40B4-BE49-F238E27FC236}">
                <a16:creationId xmlns:a16="http://schemas.microsoft.com/office/drawing/2014/main" xmlns="" id="{14F27736-DDB4-8E57-125B-A940A4B926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9135" y="163519"/>
            <a:ext cx="2871545" cy="1199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MySQL Database ของ Web hosting คืออะไร">
            <a:extLst>
              <a:ext uri="{FF2B5EF4-FFF2-40B4-BE49-F238E27FC236}">
                <a16:creationId xmlns:a16="http://schemas.microsoft.com/office/drawing/2014/main" xmlns="" id="{B44399DA-2ACB-602A-8BBA-30AE8FAAFE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47" t="21016" r="11130" b="19430"/>
          <a:stretch>
            <a:fillRect/>
          </a:stretch>
        </p:blipFill>
        <p:spPr bwMode="auto">
          <a:xfrm>
            <a:off x="9288790" y="969510"/>
            <a:ext cx="2484021" cy="133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สี่เหลี่ยมผืนผ้า 1">
            <a:extLst>
              <a:ext uri="{FF2B5EF4-FFF2-40B4-BE49-F238E27FC236}">
                <a16:creationId xmlns:a16="http://schemas.microsoft.com/office/drawing/2014/main" xmlns="" id="{B4F6192B-A93A-71D3-1F74-F06B82B467F9}"/>
              </a:ext>
            </a:extLst>
          </p:cNvPr>
          <p:cNvSpPr/>
          <p:nvPr/>
        </p:nvSpPr>
        <p:spPr>
          <a:xfrm>
            <a:off x="6283457" y="394150"/>
            <a:ext cx="2350900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dirty="0"/>
              <a:t>Node Express Database</a:t>
            </a:r>
            <a:endParaRPr lang="th-TH" dirty="0"/>
          </a:p>
        </p:txBody>
      </p:sp>
      <p:sp>
        <p:nvSpPr>
          <p:cNvPr id="7" name="Arrow: Left-Right 6">
            <a:extLst>
              <a:ext uri="{FF2B5EF4-FFF2-40B4-BE49-F238E27FC236}">
                <a16:creationId xmlns:a16="http://schemas.microsoft.com/office/drawing/2014/main" xmlns="" id="{BC72D6BA-A119-CE2D-C8CF-531A628FE42E}"/>
              </a:ext>
            </a:extLst>
          </p:cNvPr>
          <p:cNvSpPr/>
          <p:nvPr/>
        </p:nvSpPr>
        <p:spPr>
          <a:xfrm>
            <a:off x="4023360" y="4553712"/>
            <a:ext cx="5071670" cy="201168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3098" y="3130271"/>
            <a:ext cx="2135407" cy="35003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สี่เหลี่ยมผืนผ้า 1"/>
          <p:cNvSpPr/>
          <p:nvPr/>
        </p:nvSpPr>
        <p:spPr>
          <a:xfrm>
            <a:off x="8876361" y="2634734"/>
            <a:ext cx="3197094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dirty="0"/>
              <a:t>http://localhost:3000/customers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6875796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CD333CBE-B699-4E3B-9F45-C045F773434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h-T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1E437638-E86C-41B1-BC86-6F186CB35AA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-10287" y="0"/>
            <a:ext cx="12202287" cy="6858000"/>
          </a:xfrm>
          <a:prstGeom prst="rect">
            <a:avLst/>
          </a:prstGeom>
          <a:solidFill>
            <a:srgbClr val="4760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01EC0443-47F6-037F-233A-92B902C90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7738" y="770467"/>
            <a:ext cx="6298065" cy="33528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 spc="-120" baseline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</a:t>
            </a:r>
            <a:r>
              <a:rPr lang="en-US" dirty="0">
                <a:solidFill>
                  <a:srgbClr val="FFFFFF"/>
                </a:solidFill>
              </a:rPr>
              <a:t>ull Stack</a:t>
            </a:r>
            <a:endParaRPr lang="en-US" kern="1200" spc="-120" baseline="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EC4F440-6CFB-BD56-DCD5-8B933E8967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68264" y="4206876"/>
            <a:ext cx="5437067" cy="1645920"/>
          </a:xfrm>
        </p:spPr>
        <p:txBody>
          <a:bodyPr vert="horz" lIns="91440" tIns="45720" rIns="91440" bIns="45720" rtlCol="0">
            <a:normAutofit/>
          </a:bodyPr>
          <a:lstStyle/>
          <a:p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5" name="Picture 4" descr="Person writing on a notepad">
            <a:extLst>
              <a:ext uri="{FF2B5EF4-FFF2-40B4-BE49-F238E27FC236}">
                <a16:creationId xmlns:a16="http://schemas.microsoft.com/office/drawing/2014/main" xmlns="" id="{825BE668-12D0-1940-D743-24EF65ED34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977" r="19591" b="-1"/>
          <a:stretch>
            <a:fillRect/>
          </a:stretch>
        </p:blipFill>
        <p:spPr>
          <a:xfrm>
            <a:off x="-10288" y="10"/>
            <a:ext cx="4628007" cy="6864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5919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2521AA6E-AE30-17C4-4476-38277E497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  <a:endParaRPr lang="th-T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078112A-E009-4B1D-9033-B05F2E38FE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9319" y="2175213"/>
            <a:ext cx="9793264" cy="358033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E42D4BEC-9CAD-8F0A-9C88-DBB2131F8BDF}"/>
              </a:ext>
            </a:extLst>
          </p:cNvPr>
          <p:cNvSpPr txBox="1"/>
          <p:nvPr/>
        </p:nvSpPr>
        <p:spPr>
          <a:xfrm>
            <a:off x="2378466" y="1990547"/>
            <a:ext cx="2526014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/>
              <a:t>Front-end</a:t>
            </a:r>
            <a:endParaRPr lang="th-TH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F83B5B1F-7B96-8975-6706-C19E434B5D5A}"/>
              </a:ext>
            </a:extLst>
          </p:cNvPr>
          <p:cNvSpPr txBox="1"/>
          <p:nvPr/>
        </p:nvSpPr>
        <p:spPr>
          <a:xfrm>
            <a:off x="6059891" y="1984622"/>
            <a:ext cx="2804922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/>
              <a:t>Backend</a:t>
            </a:r>
            <a:endParaRPr lang="th-TH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769C0381-BF0F-3954-8CCE-F62CC88F5C08}"/>
              </a:ext>
            </a:extLst>
          </p:cNvPr>
          <p:cNvSpPr txBox="1"/>
          <p:nvPr/>
        </p:nvSpPr>
        <p:spPr>
          <a:xfrm>
            <a:off x="3176254" y="6488668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dirty="0"/>
              <a:t>https://www.bezkoder.com/react-node-express-mysql/</a:t>
            </a:r>
          </a:p>
        </p:txBody>
      </p:sp>
      <p:pic>
        <p:nvPicPr>
          <p:cNvPr id="1026" name="Picture 2" descr="React Native - Wikipedia">
            <a:extLst>
              <a:ext uri="{FF2B5EF4-FFF2-40B4-BE49-F238E27FC236}">
                <a16:creationId xmlns:a16="http://schemas.microsoft.com/office/drawing/2014/main" xmlns="" id="{74253600-079C-9F35-24F6-238989A998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1619" y="5583538"/>
            <a:ext cx="912324" cy="812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Node.js - Wikipedia">
            <a:extLst>
              <a:ext uri="{FF2B5EF4-FFF2-40B4-BE49-F238E27FC236}">
                <a16:creationId xmlns:a16="http://schemas.microsoft.com/office/drawing/2014/main" xmlns="" id="{BEF5D56B-2A06-72D2-FB77-CC0EDCD5B9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5951" y="5607456"/>
            <a:ext cx="1200585" cy="736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MySQL ที่มีการโฮสต์ - Amazon RDS สำหรับ MySQL - AWS">
            <a:extLst>
              <a:ext uri="{FF2B5EF4-FFF2-40B4-BE49-F238E27FC236}">
                <a16:creationId xmlns:a16="http://schemas.microsoft.com/office/drawing/2014/main" xmlns="" id="{ABC04EF8-378B-E104-F15A-B159638150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1672" y="4218055"/>
            <a:ext cx="999695" cy="515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ความรู้เบื้องต้นเกี่ยวกับ Express.js และการใช้งาน – BorntoDev เริ่มต้นเรียน  เขียนโปรแกรม ขั้นเทพ !">
            <a:extLst>
              <a:ext uri="{FF2B5EF4-FFF2-40B4-BE49-F238E27FC236}">
                <a16:creationId xmlns:a16="http://schemas.microsoft.com/office/drawing/2014/main" xmlns="" id="{30B2D2B0-3531-C119-E6B3-4B05F5042A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8214" y="5583538"/>
            <a:ext cx="1746324" cy="760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76DAB538-4341-7D00-370C-DFB107E6A173}"/>
              </a:ext>
            </a:extLst>
          </p:cNvPr>
          <p:cNvSpPr txBox="1"/>
          <p:nvPr/>
        </p:nvSpPr>
        <p:spPr>
          <a:xfrm>
            <a:off x="9270730" y="1957683"/>
            <a:ext cx="1522359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/>
              <a:t>Database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11358885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B70DB4F3-3A57-8049-18F4-634886552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project</a:t>
            </a:r>
            <a:endParaRPr lang="th-TH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56679EFD-C6F8-1327-ACDD-878F3734FB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/>
              <a:t>Front-end</a:t>
            </a:r>
            <a:endParaRPr lang="th-TH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DB091BDD-123C-7BB1-1CCF-B1033B90BBE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/frontend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Install </a:t>
            </a:r>
            <a:r>
              <a:rPr lang="en-US" dirty="0" err="1">
                <a:solidFill>
                  <a:srgbClr val="FF0000"/>
                </a:solidFill>
              </a:rPr>
              <a:t>ReactJs</a:t>
            </a:r>
            <a:r>
              <a:rPr lang="en-US" dirty="0">
                <a:solidFill>
                  <a:srgbClr val="FF0000"/>
                </a:solidFill>
              </a:rPr>
              <a:t> inside frontend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Install dependencies</a:t>
            </a:r>
            <a:endParaRPr lang="th-TH" dirty="0">
              <a:solidFill>
                <a:srgbClr val="FF0000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xmlns="" id="{1DED6377-A005-5953-B314-5278B48420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/>
              <a:t>Back-end</a:t>
            </a:r>
            <a:endParaRPr lang="th-TH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742BBFAA-8796-B06C-EDE7-8B8FCA5B97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494362"/>
          </a:xfrm>
        </p:spPr>
        <p:txBody>
          <a:bodyPr/>
          <a:lstStyle/>
          <a:p>
            <a:r>
              <a:rPr lang="en-US" dirty="0"/>
              <a:t>/backend</a:t>
            </a:r>
          </a:p>
          <a:p>
            <a:pPr lvl="1"/>
            <a:r>
              <a:rPr lang="en-US" dirty="0"/>
              <a:t>&gt;</a:t>
            </a:r>
            <a:r>
              <a:rPr lang="en-US" dirty="0" err="1"/>
              <a:t>npm</a:t>
            </a:r>
            <a:r>
              <a:rPr lang="en-US" dirty="0"/>
              <a:t> </a:t>
            </a:r>
            <a:r>
              <a:rPr lang="en-US" dirty="0" err="1"/>
              <a:t>init</a:t>
            </a:r>
            <a:r>
              <a:rPr lang="en-US" dirty="0"/>
              <a:t> –y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Install dependencies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xmlns="" id="{7E398ADE-C492-4C06-CCC5-682066822C6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03756507"/>
              </p:ext>
            </p:extLst>
          </p:nvPr>
        </p:nvGraphicFramePr>
        <p:xfrm>
          <a:off x="7210754" y="187860"/>
          <a:ext cx="4763532" cy="16989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9" name="Picture 2" descr="React Native - Wikipedia">
            <a:extLst>
              <a:ext uri="{FF2B5EF4-FFF2-40B4-BE49-F238E27FC236}">
                <a16:creationId xmlns:a16="http://schemas.microsoft.com/office/drawing/2014/main" xmlns="" id="{E3C29BDF-258F-0185-01BA-8832FFD53D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953" y="4304801"/>
            <a:ext cx="1148184" cy="1022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8" descr="ความรู้เบื้องต้นเกี่ยวกับ Express.js และการใช้งาน – BorntoDev เริ่มต้นเรียน  เขียนโปรแกรม ขั้นเทพ !">
            <a:extLst>
              <a:ext uri="{FF2B5EF4-FFF2-40B4-BE49-F238E27FC236}">
                <a16:creationId xmlns:a16="http://schemas.microsoft.com/office/drawing/2014/main" xmlns="" id="{22195A0A-BE82-F69A-645A-D7D6ABFA23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2032" y="4041202"/>
            <a:ext cx="1659511" cy="722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nodemon - npm">
            <a:extLst>
              <a:ext uri="{FF2B5EF4-FFF2-40B4-BE49-F238E27FC236}">
                <a16:creationId xmlns:a16="http://schemas.microsoft.com/office/drawing/2014/main" xmlns="" id="{55F6122F-ACF9-4403-BA88-3F50E66462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3403" y="4076054"/>
            <a:ext cx="691608" cy="790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Prisma ORM. As modern applications become more… | by matthew mekita | Medium">
            <a:extLst>
              <a:ext uri="{FF2B5EF4-FFF2-40B4-BE49-F238E27FC236}">
                <a16:creationId xmlns:a16="http://schemas.microsoft.com/office/drawing/2014/main" xmlns="" id="{ADA0C662-013E-C423-7230-357F672995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73" t="29001" r="6663" b="27745"/>
          <a:stretch>
            <a:fillRect/>
          </a:stretch>
        </p:blipFill>
        <p:spPr bwMode="auto">
          <a:xfrm>
            <a:off x="10211376" y="4922810"/>
            <a:ext cx="1760755" cy="662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CB84FF1B-95B9-E4C0-6E43-BE18DDA007F0}"/>
              </a:ext>
            </a:extLst>
          </p:cNvPr>
          <p:cNvSpPr txBox="1"/>
          <p:nvPr/>
        </p:nvSpPr>
        <p:spPr>
          <a:xfrm>
            <a:off x="6377577" y="5026686"/>
            <a:ext cx="1608420" cy="70788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4000" b="1" dirty="0"/>
              <a:t>cores</a:t>
            </a:r>
            <a:endParaRPr lang="th-TH" sz="4000" b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2343DB52-EB8B-7109-BDD4-8DB8013D064B}"/>
              </a:ext>
            </a:extLst>
          </p:cNvPr>
          <p:cNvSpPr/>
          <p:nvPr/>
        </p:nvSpPr>
        <p:spPr>
          <a:xfrm>
            <a:off x="6007608" y="3868038"/>
            <a:ext cx="4153634" cy="1979592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82793FC7-FBCF-13E6-8ED3-FAD27EA03B45}"/>
              </a:ext>
            </a:extLst>
          </p:cNvPr>
          <p:cNvSpPr/>
          <p:nvPr/>
        </p:nvSpPr>
        <p:spPr>
          <a:xfrm>
            <a:off x="656969" y="3868038"/>
            <a:ext cx="4453128" cy="1979592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FC7E5620-2735-0E53-E744-F2779F10C084}"/>
              </a:ext>
            </a:extLst>
          </p:cNvPr>
          <p:cNvSpPr txBox="1"/>
          <p:nvPr/>
        </p:nvSpPr>
        <p:spPr>
          <a:xfrm>
            <a:off x="6284631" y="6081120"/>
            <a:ext cx="3783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Cores -&gt; Cross-Origin Resource Sharing</a:t>
            </a:r>
            <a:endParaRPr lang="th-TH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xmlns="" id="{2A29D956-D98E-CDC7-EBFF-607CEBCD7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7021" y="4402390"/>
            <a:ext cx="2270381" cy="1128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337F252B-240C-0F4F-E0A6-A7904488612C}"/>
              </a:ext>
            </a:extLst>
          </p:cNvPr>
          <p:cNvSpPr txBox="1"/>
          <p:nvPr/>
        </p:nvSpPr>
        <p:spPr>
          <a:xfrm>
            <a:off x="1657045" y="6265786"/>
            <a:ext cx="2587760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 err="1"/>
              <a:t>npm</a:t>
            </a:r>
            <a:r>
              <a:rPr lang="en-US" dirty="0"/>
              <a:t> install  [dependency]</a:t>
            </a:r>
            <a:endParaRPr lang="th-TH" dirty="0"/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9748" y="5000483"/>
            <a:ext cx="1718919" cy="7602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2764" y="4273172"/>
            <a:ext cx="1719367" cy="6009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10711542" y="3755181"/>
            <a:ext cx="1025409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database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1974685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CD333CBE-B699-4E3B-9F45-C045F773434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h-TH"/>
          </a:p>
        </p:txBody>
      </p:sp>
      <p:pic>
        <p:nvPicPr>
          <p:cNvPr id="11" name="Picture 10" descr="Close up of white horse at night">
            <a:extLst>
              <a:ext uri="{FF2B5EF4-FFF2-40B4-BE49-F238E27FC236}">
                <a16:creationId xmlns:a16="http://schemas.microsoft.com/office/drawing/2014/main" xmlns="" id="{BD0EC54A-4640-A3E4-D28D-196174FE83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1" t="21537" b="156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xmlns="" id="{F78FA41B-9A77-4FFE-A10F-9443EFDE609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657369" y="2265037"/>
            <a:ext cx="7534631" cy="2628694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xmlns="" id="{5B18708B-8778-154B-FF8A-208BA1E78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0873" y="2477347"/>
            <a:ext cx="6766928" cy="164592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 spc="-12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Backend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xmlns="" id="{340E4037-DE7D-56AA-2865-4AC1A3B885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24882" y="4206876"/>
            <a:ext cx="6702920" cy="530821"/>
          </a:xfrm>
        </p:spPr>
        <p:txBody>
          <a:bodyPr vert="horz" lIns="91440" tIns="45720" rIns="91440" bIns="45720" rtlCol="0">
            <a:normAutofit/>
          </a:bodyPr>
          <a:lstStyle/>
          <a:p>
            <a:endParaRPr lang="en-US" sz="200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1380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xmlns="" id="{481DCF05-B3D0-129C-069B-EBCF75E01F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09290184"/>
              </p:ext>
            </p:extLst>
          </p:nvPr>
        </p:nvGraphicFramePr>
        <p:xfrm>
          <a:off x="899594" y="1033718"/>
          <a:ext cx="10726348" cy="28645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526710E3-E28E-01A3-3741-B079C99B1360}"/>
              </a:ext>
            </a:extLst>
          </p:cNvPr>
          <p:cNvSpPr txBox="1"/>
          <p:nvPr/>
        </p:nvSpPr>
        <p:spPr>
          <a:xfrm>
            <a:off x="3707961" y="3528878"/>
            <a:ext cx="4035264" cy="304698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th-TH" sz="16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backend/</a:t>
            </a:r>
          </a:p>
          <a:p>
            <a:pPr marL="0" marR="0" indent="0" algn="l">
              <a:buNone/>
            </a:pPr>
            <a:r>
              <a:rPr lang="th-TH" sz="16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├── </a:t>
            </a:r>
            <a:r>
              <a:rPr lang="th-TH" sz="1600" b="0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</a:rPr>
              <a:t>src</a:t>
            </a:r>
            <a:r>
              <a:rPr lang="th-TH" sz="16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/</a:t>
            </a:r>
          </a:p>
          <a:p>
            <a:pPr marL="0" marR="0" indent="0" algn="l">
              <a:buNone/>
            </a:pPr>
            <a:r>
              <a:rPr lang="th-TH" sz="16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│   ├── controllers/</a:t>
            </a:r>
          </a:p>
          <a:p>
            <a:pPr marL="0" marR="0" indent="0" algn="l">
              <a:buNone/>
            </a:pPr>
            <a:r>
              <a:rPr lang="th-TH" sz="16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│   │   └── userController.js</a:t>
            </a:r>
          </a:p>
          <a:p>
            <a:pPr marL="0" marR="0" indent="0" algn="l">
              <a:buNone/>
            </a:pPr>
            <a:r>
              <a:rPr lang="th-TH" sz="16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│   ├── db/</a:t>
            </a:r>
          </a:p>
          <a:p>
            <a:pPr marL="0" marR="0" indent="0" algn="l">
              <a:buNone/>
            </a:pPr>
            <a:r>
              <a:rPr lang="th-TH" sz="16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│   │   └── pool.js</a:t>
            </a:r>
          </a:p>
          <a:p>
            <a:pPr marL="0" marR="0" indent="0" algn="l">
              <a:buNone/>
            </a:pPr>
            <a:r>
              <a:rPr lang="th-TH" sz="16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│   ├── routes/</a:t>
            </a:r>
          </a:p>
          <a:p>
            <a:pPr marL="0" marR="0" indent="0" algn="l">
              <a:buNone/>
            </a:pPr>
            <a:r>
              <a:rPr lang="th-TH" sz="16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│   │   └── userRoutes.js</a:t>
            </a:r>
          </a:p>
          <a:p>
            <a:pPr marL="0" marR="0" indent="0" algn="l">
              <a:buNone/>
            </a:pPr>
            <a:r>
              <a:rPr lang="th-TH" sz="16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│   ├── app.js</a:t>
            </a:r>
          </a:p>
          <a:p>
            <a:pPr marL="0" marR="0" indent="0" algn="l">
              <a:buNone/>
            </a:pPr>
            <a:r>
              <a:rPr lang="th-TH" sz="16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│   └── server.js</a:t>
            </a:r>
          </a:p>
          <a:p>
            <a:pPr marL="0" marR="0" indent="0" algn="l">
              <a:buNone/>
            </a:pPr>
            <a:r>
              <a:rPr lang="th-TH" sz="16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├── .env</a:t>
            </a:r>
          </a:p>
          <a:p>
            <a:pPr marL="0" marR="0" indent="0" algn="l">
              <a:buNone/>
            </a:pPr>
            <a:r>
              <a:rPr lang="th-TH" sz="16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└── package.json</a:t>
            </a:r>
            <a:endParaRPr lang="th-TH" sz="900" b="0" i="0" dirty="0">
              <a:solidFill>
                <a:srgbClr val="24292E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140EFBA6-A0D2-DC2B-B5AC-F95DD2EE1541}"/>
              </a:ext>
            </a:extLst>
          </p:cNvPr>
          <p:cNvSpPr txBox="1"/>
          <p:nvPr/>
        </p:nvSpPr>
        <p:spPr>
          <a:xfrm>
            <a:off x="899594" y="536381"/>
            <a:ext cx="8171835" cy="64633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err="1">
                <a:latin typeface="Courier New" panose="02070309020205020404" pitchFamily="49" charset="0"/>
              </a:rPr>
              <a:t>npm</a:t>
            </a:r>
            <a:r>
              <a:rPr lang="en-US" dirty="0">
                <a:latin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</a:rPr>
              <a:t>init</a:t>
            </a:r>
            <a:r>
              <a:rPr lang="en-US" dirty="0">
                <a:latin typeface="Courier New" panose="02070309020205020404" pitchFamily="49" charset="0"/>
              </a:rPr>
              <a:t> –y</a:t>
            </a:r>
          </a:p>
          <a:p>
            <a:r>
              <a:rPr lang="en-US" dirty="0" err="1">
                <a:latin typeface="Courier New" panose="02070309020205020404" pitchFamily="49" charset="0"/>
              </a:rPr>
              <a:t>npm</a:t>
            </a:r>
            <a:r>
              <a:rPr lang="en-US" dirty="0">
                <a:latin typeface="Courier New" panose="02070309020205020404" pitchFamily="49" charset="0"/>
              </a:rPr>
              <a:t> install express </a:t>
            </a:r>
            <a:r>
              <a:rPr lang="en-US" dirty="0" err="1">
                <a:latin typeface="Courier New" panose="02070309020205020404" pitchFamily="49" charset="0"/>
              </a:rPr>
              <a:t>cors</a:t>
            </a:r>
            <a:r>
              <a:rPr lang="en-US" dirty="0">
                <a:latin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</a:rPr>
              <a:t>dotenv</a:t>
            </a:r>
            <a:r>
              <a:rPr lang="en-US" dirty="0">
                <a:latin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</a:rPr>
              <a:t>nodemon</a:t>
            </a:r>
            <a:r>
              <a:rPr lang="en-US" dirty="0">
                <a:latin typeface="Courier New" panose="02070309020205020404" pitchFamily="49" charset="0"/>
              </a:rPr>
              <a:t> mysql2</a:t>
            </a:r>
            <a:endParaRPr lang="th-TH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8671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6725E87-2F23-29E6-3064-31CD59E71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b="1" dirty="0"/>
              <a:t>backend/.env</a:t>
            </a:r>
            <a:endParaRPr lang="th-TH" dirty="0"/>
          </a:p>
        </p:txBody>
      </p:sp>
      <p:sp>
        <p:nvSpPr>
          <p:cNvPr id="3" name="สี่เหลี่ยมผืนผ้า 2"/>
          <p:cNvSpPr/>
          <p:nvPr/>
        </p:nvSpPr>
        <p:spPr>
          <a:xfrm>
            <a:off x="2423885" y="2381855"/>
            <a:ext cx="7126514" cy="286232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>
                <a:solidFill>
                  <a:srgbClr val="001080"/>
                </a:solidFill>
                <a:latin typeface="Consolas"/>
              </a:rPr>
              <a:t>DB_HOST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localhost</a:t>
            </a:r>
            <a:endParaRPr lang="en-US" dirty="0">
              <a:solidFill>
                <a:srgbClr val="3B3B3B"/>
              </a:solidFill>
              <a:latin typeface="Consolas"/>
            </a:endParaRPr>
          </a:p>
          <a:p>
            <a:r>
              <a:rPr lang="en-US" dirty="0">
                <a:solidFill>
                  <a:srgbClr val="001080"/>
                </a:solidFill>
                <a:latin typeface="Consolas"/>
              </a:rPr>
              <a:t>DB_PORT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098658"/>
                </a:solidFill>
                <a:latin typeface="Consolas"/>
              </a:rPr>
              <a:t>3306</a:t>
            </a:r>
            <a:endParaRPr lang="en-US" dirty="0">
              <a:solidFill>
                <a:srgbClr val="3B3B3B"/>
              </a:solidFill>
              <a:latin typeface="Consolas"/>
            </a:endParaRPr>
          </a:p>
          <a:p>
            <a:r>
              <a:rPr lang="en-US" dirty="0">
                <a:solidFill>
                  <a:srgbClr val="001080"/>
                </a:solidFill>
                <a:latin typeface="Consolas"/>
              </a:rPr>
              <a:t>DB_USER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root</a:t>
            </a:r>
          </a:p>
          <a:p>
            <a:r>
              <a:rPr lang="en-US" dirty="0">
                <a:solidFill>
                  <a:srgbClr val="001080"/>
                </a:solidFill>
                <a:latin typeface="Consolas"/>
              </a:rPr>
              <a:t>DB_PASSWORD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endParaRPr lang="en-US" dirty="0">
              <a:solidFill>
                <a:srgbClr val="3B3B3B"/>
              </a:solidFill>
              <a:latin typeface="Consolas"/>
            </a:endParaRPr>
          </a:p>
          <a:p>
            <a:r>
              <a:rPr lang="en-US" dirty="0">
                <a:solidFill>
                  <a:srgbClr val="001080"/>
                </a:solidFill>
                <a:latin typeface="Consolas"/>
              </a:rPr>
              <a:t>DB_NAME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myshop</a:t>
            </a:r>
            <a:endParaRPr lang="en-US" dirty="0">
              <a:solidFill>
                <a:srgbClr val="3B3B3B"/>
              </a:solidFill>
              <a:latin typeface="Consolas"/>
            </a:endParaRP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/>
            </a:r>
            <a:br>
              <a:rPr lang="en-US" dirty="0">
                <a:solidFill>
                  <a:srgbClr val="3B3B3B"/>
                </a:solidFill>
                <a:latin typeface="Consolas"/>
              </a:rPr>
            </a:br>
            <a:r>
              <a:rPr lang="en-US" dirty="0">
                <a:solidFill>
                  <a:srgbClr val="001080"/>
                </a:solidFill>
                <a:latin typeface="Consolas"/>
              </a:rPr>
              <a:t>PORT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098658"/>
                </a:solidFill>
                <a:latin typeface="Consolas"/>
              </a:rPr>
              <a:t>5000</a:t>
            </a:r>
            <a:endParaRPr lang="en-US" dirty="0">
              <a:solidFill>
                <a:srgbClr val="3B3B3B"/>
              </a:solidFill>
              <a:latin typeface="Consolas"/>
            </a:endParaRP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/>
            </a:r>
            <a:br>
              <a:rPr lang="en-US" dirty="0">
                <a:solidFill>
                  <a:srgbClr val="3B3B3B"/>
                </a:solidFill>
                <a:latin typeface="Consolas"/>
              </a:rPr>
            </a:br>
            <a:r>
              <a:rPr lang="en-US" dirty="0">
                <a:solidFill>
                  <a:srgbClr val="3B3B3B"/>
                </a:solidFill>
                <a:latin typeface="Consolas"/>
              </a:rPr>
              <a:t/>
            </a:r>
            <a:br>
              <a:rPr lang="en-US" dirty="0">
                <a:solidFill>
                  <a:srgbClr val="3B3B3B"/>
                </a:solidFill>
                <a:latin typeface="Consolas"/>
              </a:rPr>
            </a:br>
            <a:r>
              <a:rPr lang="en-US" dirty="0">
                <a:solidFill>
                  <a:srgbClr val="001080"/>
                </a:solidFill>
                <a:latin typeface="Consolas"/>
              </a:rPr>
              <a:t>DATABASE_URL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"</a:t>
            </a:r>
            <a:r>
              <a:rPr lang="en-US" dirty="0" err="1">
                <a:solidFill>
                  <a:srgbClr val="A31515"/>
                </a:solidFill>
                <a:latin typeface="Consolas"/>
              </a:rPr>
              <a:t>mysql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://root:@localhost:3306/</a:t>
            </a:r>
            <a:r>
              <a:rPr lang="en-US" dirty="0" err="1">
                <a:solidFill>
                  <a:srgbClr val="A31515"/>
                </a:solidFill>
                <a:latin typeface="Consolas"/>
              </a:rPr>
              <a:t>myshop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"</a:t>
            </a:r>
            <a:endParaRPr lang="en-US" b="0" dirty="0">
              <a:solidFill>
                <a:srgbClr val="3B3B3B"/>
              </a:solidFill>
              <a:effectLst/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41726339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34E9CEC-3EEF-EDEA-B506-C1FF713CE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b="1" dirty="0"/>
              <a:t>backend/db/pool.js</a:t>
            </a:r>
            <a:endParaRPr lang="th-TH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4C758D56-6474-6B32-E191-D2D1B2051066}"/>
              </a:ext>
            </a:extLst>
          </p:cNvPr>
          <p:cNvSpPr txBox="1"/>
          <p:nvPr/>
        </p:nvSpPr>
        <p:spPr>
          <a:xfrm>
            <a:off x="1988456" y="1799652"/>
            <a:ext cx="6357257" cy="447481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12500"/>
              </a:lnSpc>
              <a:buNone/>
            </a:pPr>
            <a:r>
              <a:rPr lang="th-TH" b="0" dirty="0">
                <a:solidFill>
                  <a:srgbClr val="0000FF"/>
                </a:solidFill>
                <a:effectLst/>
                <a:latin typeface="Courier New" pitchFamily="49" charset="0"/>
              </a:rPr>
              <a:t>const</a:t>
            </a:r>
            <a:r>
              <a:rPr lang="th-TH" b="0" dirty="0">
                <a:solidFill>
                  <a:srgbClr val="000000"/>
                </a:solidFill>
                <a:effectLst/>
                <a:latin typeface="Courier New" pitchFamily="49" charset="0"/>
              </a:rPr>
              <a:t> mysql = require(</a:t>
            </a:r>
            <a:r>
              <a:rPr lang="th-TH" b="0" dirty="0">
                <a:solidFill>
                  <a:srgbClr val="A31515"/>
                </a:solidFill>
                <a:effectLst/>
                <a:latin typeface="Courier New" pitchFamily="49" charset="0"/>
              </a:rPr>
              <a:t>'mysql2/promise'</a:t>
            </a:r>
            <a:r>
              <a:rPr lang="th-TH" b="0" dirty="0">
                <a:solidFill>
                  <a:srgbClr val="000000"/>
                </a:solidFill>
                <a:effectLst/>
                <a:latin typeface="Courier New" pitchFamily="49" charset="0"/>
              </a:rPr>
              <a:t>);</a:t>
            </a:r>
          </a:p>
          <a:p>
            <a:pPr>
              <a:lnSpc>
                <a:spcPct val="112500"/>
              </a:lnSpc>
              <a:buNone/>
            </a:pPr>
            <a:r>
              <a:rPr lang="th-TH" b="0" dirty="0" err="1">
                <a:solidFill>
                  <a:srgbClr val="000000"/>
                </a:solidFill>
                <a:effectLst/>
                <a:latin typeface="Courier New" pitchFamily="49" charset="0"/>
              </a:rPr>
              <a:t>require</a:t>
            </a:r>
            <a:r>
              <a:rPr lang="th-TH" b="0" dirty="0">
                <a:solidFill>
                  <a:srgbClr val="000000"/>
                </a:solidFill>
                <a:effectLst/>
                <a:latin typeface="Courier New" pitchFamily="49" charset="0"/>
              </a:rPr>
              <a:t>(</a:t>
            </a:r>
            <a:r>
              <a:rPr lang="th-TH" b="0" dirty="0">
                <a:solidFill>
                  <a:srgbClr val="A31515"/>
                </a:solidFill>
                <a:effectLst/>
                <a:latin typeface="Courier New" pitchFamily="49" charset="0"/>
              </a:rPr>
              <a:t>'dotenv'</a:t>
            </a:r>
            <a:r>
              <a:rPr lang="th-TH" b="0" dirty="0">
                <a:solidFill>
                  <a:srgbClr val="000000"/>
                </a:solidFill>
                <a:effectLst/>
                <a:latin typeface="Courier New" pitchFamily="49" charset="0"/>
              </a:rPr>
              <a:t>).config();</a:t>
            </a:r>
          </a:p>
          <a:p>
            <a:pPr>
              <a:lnSpc>
                <a:spcPct val="112500"/>
              </a:lnSpc>
              <a:buNone/>
            </a:pPr>
            <a:endParaRPr lang="th-TH" b="0" dirty="0">
              <a:solidFill>
                <a:srgbClr val="000000"/>
              </a:solidFill>
              <a:effectLst/>
              <a:latin typeface="Courier New" pitchFamily="49" charset="0"/>
            </a:endParaRPr>
          </a:p>
          <a:p>
            <a:pPr>
              <a:lnSpc>
                <a:spcPct val="112500"/>
              </a:lnSpc>
              <a:buNone/>
            </a:pPr>
            <a:r>
              <a:rPr lang="th-TH" b="0" dirty="0">
                <a:solidFill>
                  <a:srgbClr val="0000FF"/>
                </a:solidFill>
                <a:effectLst/>
                <a:latin typeface="Courier New" pitchFamily="49" charset="0"/>
              </a:rPr>
              <a:t>const</a:t>
            </a:r>
            <a:r>
              <a:rPr lang="th-TH" b="0" dirty="0">
                <a:solidFill>
                  <a:srgbClr val="000000"/>
                </a:solidFill>
                <a:effectLst/>
                <a:latin typeface="Courier New" pitchFamily="49" charset="0"/>
              </a:rPr>
              <a:t> pool = mysql.createPool({</a:t>
            </a:r>
          </a:p>
          <a:p>
            <a:pPr>
              <a:lnSpc>
                <a:spcPct val="112500"/>
              </a:lnSpc>
              <a:buNone/>
            </a:pPr>
            <a:r>
              <a:rPr lang="th-TH" b="0" dirty="0">
                <a:solidFill>
                  <a:srgbClr val="000000"/>
                </a:solidFill>
                <a:effectLst/>
                <a:latin typeface="Courier New" pitchFamily="49" charset="0"/>
              </a:rPr>
              <a:t>    host: process.env.DB_HOST,</a:t>
            </a:r>
          </a:p>
          <a:p>
            <a:pPr>
              <a:lnSpc>
                <a:spcPct val="112500"/>
              </a:lnSpc>
              <a:buNone/>
            </a:pPr>
            <a:r>
              <a:rPr lang="th-TH" b="0" dirty="0">
                <a:solidFill>
                  <a:srgbClr val="000000"/>
                </a:solidFill>
                <a:effectLst/>
                <a:latin typeface="Courier New" pitchFamily="49" charset="0"/>
              </a:rPr>
              <a:t>    user: process.env.DB_USER,</a:t>
            </a:r>
          </a:p>
          <a:p>
            <a:pPr>
              <a:lnSpc>
                <a:spcPct val="112500"/>
              </a:lnSpc>
              <a:buNone/>
            </a:pPr>
            <a:r>
              <a:rPr lang="th-TH" b="0" dirty="0">
                <a:solidFill>
                  <a:srgbClr val="000000"/>
                </a:solidFill>
                <a:effectLst/>
                <a:latin typeface="Courier New" pitchFamily="49" charset="0"/>
              </a:rPr>
              <a:t>    password: process.env.DB_PASSWORD,</a:t>
            </a:r>
          </a:p>
          <a:p>
            <a:pPr>
              <a:lnSpc>
                <a:spcPct val="112500"/>
              </a:lnSpc>
              <a:buNone/>
            </a:pPr>
            <a:r>
              <a:rPr lang="th-TH" b="0" dirty="0">
                <a:solidFill>
                  <a:srgbClr val="000000"/>
                </a:solidFill>
                <a:effectLst/>
                <a:latin typeface="Courier New" pitchFamily="49" charset="0"/>
              </a:rPr>
              <a:t>    database: process.env.DB_NAME,</a:t>
            </a:r>
          </a:p>
          <a:p>
            <a:pPr>
              <a:lnSpc>
                <a:spcPct val="112500"/>
              </a:lnSpc>
              <a:buNone/>
            </a:pPr>
            <a:r>
              <a:rPr lang="th-TH" b="0" dirty="0">
                <a:solidFill>
                  <a:srgbClr val="000000"/>
                </a:solidFill>
                <a:effectLst/>
                <a:latin typeface="Courier New" pitchFamily="49" charset="0"/>
              </a:rPr>
              <a:t>              </a:t>
            </a:r>
            <a:r>
              <a:rPr lang="th-TH" b="0" dirty="0" err="1">
                <a:solidFill>
                  <a:srgbClr val="000000"/>
                </a:solidFill>
                <a:effectLst/>
                <a:latin typeface="Courier New" pitchFamily="49" charset="0"/>
              </a:rPr>
              <a:t>waitForConnections</a:t>
            </a:r>
            <a:r>
              <a:rPr lang="th-TH" b="0" dirty="0">
                <a:solidFill>
                  <a:srgbClr val="000000"/>
                </a:solidFill>
                <a:effectLst/>
                <a:latin typeface="Courier New" pitchFamily="49" charset="0"/>
              </a:rPr>
              <a:t>: </a:t>
            </a:r>
            <a:r>
              <a:rPr lang="th-TH" b="0" dirty="0">
                <a:solidFill>
                  <a:srgbClr val="0000FF"/>
                </a:solidFill>
                <a:effectLst/>
                <a:latin typeface="Courier New" pitchFamily="49" charset="0"/>
              </a:rPr>
              <a:t>true</a:t>
            </a:r>
            <a:r>
              <a:rPr lang="th-TH" b="0" dirty="0">
                <a:solidFill>
                  <a:srgbClr val="000000"/>
                </a:solidFill>
                <a:effectLst/>
                <a:latin typeface="Courier New" pitchFamily="49" charset="0"/>
              </a:rPr>
              <a:t>,</a:t>
            </a:r>
          </a:p>
          <a:p>
            <a:pPr>
              <a:lnSpc>
                <a:spcPct val="112500"/>
              </a:lnSpc>
              <a:buNone/>
            </a:pPr>
            <a:r>
              <a:rPr lang="th-TH" b="0" dirty="0">
                <a:solidFill>
                  <a:srgbClr val="000000"/>
                </a:solidFill>
                <a:effectLst/>
                <a:latin typeface="Courier New" pitchFamily="49" charset="0"/>
              </a:rPr>
              <a:t>    connectionLimit: </a:t>
            </a:r>
            <a:r>
              <a:rPr lang="th-TH" b="0" dirty="0">
                <a:solidFill>
                  <a:srgbClr val="098658"/>
                </a:solidFill>
                <a:effectLst/>
                <a:latin typeface="Courier New" pitchFamily="49" charset="0"/>
              </a:rPr>
              <a:t>10</a:t>
            </a:r>
            <a:r>
              <a:rPr lang="th-TH" b="0" dirty="0">
                <a:solidFill>
                  <a:srgbClr val="000000"/>
                </a:solidFill>
                <a:effectLst/>
                <a:latin typeface="Courier New" pitchFamily="49" charset="0"/>
              </a:rPr>
              <a:t>,</a:t>
            </a:r>
          </a:p>
          <a:p>
            <a:pPr>
              <a:lnSpc>
                <a:spcPct val="112500"/>
              </a:lnSpc>
              <a:buNone/>
            </a:pPr>
            <a:r>
              <a:rPr lang="th-TH" b="0" dirty="0">
                <a:solidFill>
                  <a:srgbClr val="000000"/>
                </a:solidFill>
                <a:effectLst/>
                <a:latin typeface="Courier New" pitchFamily="49" charset="0"/>
              </a:rPr>
              <a:t>    queueLimit: </a:t>
            </a:r>
            <a:r>
              <a:rPr lang="th-TH" b="0" dirty="0">
                <a:solidFill>
                  <a:srgbClr val="098658"/>
                </a:solidFill>
                <a:effectLst/>
                <a:latin typeface="Courier New" pitchFamily="49" charset="0"/>
              </a:rPr>
              <a:t>0</a:t>
            </a:r>
            <a:endParaRPr lang="th-TH" b="0" dirty="0">
              <a:solidFill>
                <a:srgbClr val="000000"/>
              </a:solidFill>
              <a:effectLst/>
              <a:latin typeface="Courier New" pitchFamily="49" charset="0"/>
            </a:endParaRPr>
          </a:p>
          <a:p>
            <a:pPr>
              <a:lnSpc>
                <a:spcPct val="112500"/>
              </a:lnSpc>
              <a:buNone/>
            </a:pPr>
            <a:r>
              <a:rPr lang="th-TH" b="0" dirty="0">
                <a:solidFill>
                  <a:srgbClr val="000000"/>
                </a:solidFill>
                <a:effectLst/>
                <a:latin typeface="Courier New" pitchFamily="49" charset="0"/>
              </a:rPr>
              <a:t>});</a:t>
            </a:r>
          </a:p>
          <a:p>
            <a:pPr>
              <a:lnSpc>
                <a:spcPct val="112500"/>
              </a:lnSpc>
              <a:buNone/>
            </a:pPr>
            <a:endParaRPr lang="th-TH" b="0" dirty="0">
              <a:solidFill>
                <a:srgbClr val="000000"/>
              </a:solidFill>
              <a:effectLst/>
              <a:latin typeface="Courier New" pitchFamily="49" charset="0"/>
            </a:endParaRPr>
          </a:p>
          <a:p>
            <a:pPr>
              <a:lnSpc>
                <a:spcPct val="112500"/>
              </a:lnSpc>
              <a:buNone/>
            </a:pPr>
            <a:r>
              <a:rPr lang="th-TH" b="0" dirty="0">
                <a:solidFill>
                  <a:srgbClr val="000000"/>
                </a:solidFill>
                <a:effectLst/>
                <a:latin typeface="Courier New" pitchFamily="49" charset="0"/>
              </a:rPr>
              <a:t>module.exports = pool;</a:t>
            </a:r>
          </a:p>
        </p:txBody>
      </p:sp>
      <p:sp>
        <p:nvSpPr>
          <p:cNvPr id="3" name="สี่เหลี่ยมผืนผ้า 2"/>
          <p:cNvSpPr/>
          <p:nvPr/>
        </p:nvSpPr>
        <p:spPr>
          <a:xfrm>
            <a:off x="9071428" y="1868399"/>
            <a:ext cx="14591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/>
              <a:t>Async</a:t>
            </a:r>
            <a:r>
              <a:rPr lang="en-US" b="1" dirty="0"/>
              <a:t> / Await</a:t>
            </a:r>
            <a:r>
              <a:rPr lang="en-US" dirty="0"/>
              <a:t> </a:t>
            </a:r>
            <a:endParaRPr lang="th-TH" dirty="0"/>
          </a:p>
        </p:txBody>
      </p:sp>
      <p:sp>
        <p:nvSpPr>
          <p:cNvPr id="4" name="ลูกศรขวา 3"/>
          <p:cNvSpPr/>
          <p:nvPr/>
        </p:nvSpPr>
        <p:spPr>
          <a:xfrm>
            <a:off x="7547427" y="1875265"/>
            <a:ext cx="1422402" cy="36246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217138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E4B1C685-8DBD-C4AE-7F81-D1CCA75FD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API</a:t>
            </a:r>
            <a:endParaRPr lang="th-TH" dirty="0"/>
          </a:p>
        </p:txBody>
      </p:sp>
      <p:graphicFrame>
        <p:nvGraphicFramePr>
          <p:cNvPr id="2" name="ไดอะแกรม 1"/>
          <p:cNvGraphicFramePr/>
          <p:nvPr>
            <p:extLst>
              <p:ext uri="{D42A27DB-BD31-4B8C-83A1-F6EECF244321}">
                <p14:modId xmlns:p14="http://schemas.microsoft.com/office/powerpoint/2010/main" val="2880985337"/>
              </p:ext>
            </p:extLst>
          </p:nvPr>
        </p:nvGraphicFramePr>
        <p:xfrm>
          <a:off x="6047014" y="914401"/>
          <a:ext cx="5675086" cy="53666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ไดอะแกรม 4"/>
          <p:cNvGraphicFramePr/>
          <p:nvPr>
            <p:extLst>
              <p:ext uri="{D42A27DB-BD31-4B8C-83A1-F6EECF244321}">
                <p14:modId xmlns:p14="http://schemas.microsoft.com/office/powerpoint/2010/main" val="3010625380"/>
              </p:ext>
            </p:extLst>
          </p:nvPr>
        </p:nvGraphicFramePr>
        <p:xfrm>
          <a:off x="4189186" y="914401"/>
          <a:ext cx="1538514" cy="53666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6" name="ไดอะแกรม 5"/>
          <p:cNvGraphicFramePr/>
          <p:nvPr>
            <p:extLst>
              <p:ext uri="{D42A27DB-BD31-4B8C-83A1-F6EECF244321}">
                <p14:modId xmlns:p14="http://schemas.microsoft.com/office/powerpoint/2010/main" val="4260052379"/>
              </p:ext>
            </p:extLst>
          </p:nvPr>
        </p:nvGraphicFramePr>
        <p:xfrm>
          <a:off x="2512786" y="889001"/>
          <a:ext cx="1538514" cy="53666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</p:spTree>
    <p:extLst>
      <p:ext uri="{BB962C8B-B14F-4D97-AF65-F5344CB8AC3E}">
        <p14:creationId xmlns:p14="http://schemas.microsoft.com/office/powerpoint/2010/main" val="19844441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F785A9C-87CD-3BF6-7A3E-58900BEDB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b="1" dirty="0"/>
              <a:t>backend/src/controllers/userController.js</a:t>
            </a:r>
            <a:endParaRPr lang="th-TH" dirty="0"/>
          </a:p>
        </p:txBody>
      </p:sp>
      <p:sp>
        <p:nvSpPr>
          <p:cNvPr id="5" name="สี่เหลี่ยมผืนผ้า 4"/>
          <p:cNvSpPr/>
          <p:nvPr/>
        </p:nvSpPr>
        <p:spPr>
          <a:xfrm>
            <a:off x="1724478" y="2410763"/>
            <a:ext cx="9405257" cy="313932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70C1"/>
                </a:solidFill>
                <a:latin typeface="Consolas"/>
              </a:rPr>
              <a:t>pool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795E26"/>
                </a:solidFill>
                <a:latin typeface="Consolas"/>
              </a:rPr>
              <a:t>require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'../</a:t>
            </a:r>
            <a:r>
              <a:rPr lang="en-US" dirty="0" err="1">
                <a:solidFill>
                  <a:srgbClr val="A31515"/>
                </a:solidFill>
                <a:latin typeface="Consolas"/>
              </a:rPr>
              <a:t>db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/pool'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);</a:t>
            </a:r>
          </a:p>
          <a:p>
            <a:r>
              <a:rPr lang="th-TH" dirty="0">
                <a:solidFill>
                  <a:srgbClr val="3B3B3B"/>
                </a:solidFill>
                <a:latin typeface="Consolas"/>
              </a:rPr>
              <a:t/>
            </a:r>
            <a:br>
              <a:rPr lang="th-TH" dirty="0">
                <a:solidFill>
                  <a:srgbClr val="3B3B3B"/>
                </a:solidFill>
                <a:latin typeface="Consolas"/>
              </a:rPr>
            </a:br>
            <a:r>
              <a:rPr lang="en-US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getUsers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Consolas"/>
              </a:rPr>
              <a:t>async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(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req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, 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res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 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=&gt;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{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try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{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</a:t>
            </a:r>
            <a:r>
              <a:rPr lang="en-US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[</a:t>
            </a:r>
            <a:r>
              <a:rPr lang="en-US" dirty="0">
                <a:solidFill>
                  <a:srgbClr val="0070C1"/>
                </a:solidFill>
                <a:latin typeface="Consolas"/>
              </a:rPr>
              <a:t>rows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]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await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70C1"/>
                </a:solidFill>
                <a:latin typeface="Consolas"/>
              </a:rPr>
              <a:t>pool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query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'SELECT * FROM users'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res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json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0070C1"/>
                </a:solidFill>
                <a:latin typeface="Consolas"/>
              </a:rPr>
              <a:t>rows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}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catch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(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err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 {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console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error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'Error fetching users:'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, 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err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res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status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098658"/>
                </a:solidFill>
                <a:latin typeface="Consolas"/>
              </a:rPr>
              <a:t>500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json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({ 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error: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'Database error'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});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}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};</a:t>
            </a:r>
            <a:endParaRPr lang="en-US" b="0" dirty="0">
              <a:solidFill>
                <a:srgbClr val="3B3B3B"/>
              </a:solidFill>
              <a:effectLst/>
              <a:latin typeface="Consolas"/>
            </a:endParaRPr>
          </a:p>
        </p:txBody>
      </p:sp>
      <p:sp>
        <p:nvSpPr>
          <p:cNvPr id="6" name="สี่เหลี่ยมผืนผ้า 5"/>
          <p:cNvSpPr/>
          <p:nvPr/>
        </p:nvSpPr>
        <p:spPr>
          <a:xfrm>
            <a:off x="10106477" y="0"/>
            <a:ext cx="2046515" cy="42091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getAll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13434701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สี่เหลี่ยมผืนผ้า 1"/>
          <p:cNvSpPr/>
          <p:nvPr/>
        </p:nvSpPr>
        <p:spPr>
          <a:xfrm>
            <a:off x="783770" y="1681486"/>
            <a:ext cx="10827659" cy="369331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getUserById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Consolas"/>
              </a:rPr>
              <a:t>async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(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req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, 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res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 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=&gt;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{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{ </a:t>
            </a:r>
            <a:r>
              <a:rPr lang="en-US" dirty="0">
                <a:solidFill>
                  <a:srgbClr val="0070C1"/>
                </a:solidFill>
                <a:latin typeface="Consolas"/>
              </a:rPr>
              <a:t>id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}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req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params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try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{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</a:t>
            </a:r>
            <a:r>
              <a:rPr lang="en-US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[</a:t>
            </a:r>
            <a:r>
              <a:rPr lang="en-US" dirty="0">
                <a:solidFill>
                  <a:srgbClr val="0070C1"/>
                </a:solidFill>
                <a:latin typeface="Consolas"/>
              </a:rPr>
              <a:t>rows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]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await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70C1"/>
                </a:solidFill>
                <a:latin typeface="Consolas"/>
              </a:rPr>
              <a:t>pool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query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'SELECT * FROM users WHERE id = ?'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, [</a:t>
            </a:r>
            <a:r>
              <a:rPr lang="en-US" dirty="0">
                <a:solidFill>
                  <a:srgbClr val="0070C1"/>
                </a:solidFill>
                <a:latin typeface="Consolas"/>
              </a:rPr>
              <a:t>id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]);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if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(</a:t>
            </a:r>
            <a:r>
              <a:rPr lang="en-US" dirty="0" err="1">
                <a:solidFill>
                  <a:srgbClr val="0070C1"/>
                </a:solidFill>
                <a:latin typeface="Consolas"/>
              </a:rPr>
              <a:t>rows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length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===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98658"/>
                </a:solidFill>
                <a:latin typeface="Consolas"/>
              </a:rPr>
              <a:t>0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 {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   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return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res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status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098658"/>
                </a:solidFill>
                <a:latin typeface="Consolas"/>
              </a:rPr>
              <a:t>404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json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({ 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error: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'User not found'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});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}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res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json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0070C1"/>
                </a:solidFill>
                <a:latin typeface="Consolas"/>
              </a:rPr>
              <a:t>rows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[</a:t>
            </a:r>
            <a:r>
              <a:rPr lang="en-US" dirty="0">
                <a:solidFill>
                  <a:srgbClr val="098658"/>
                </a:solidFill>
                <a:latin typeface="Consolas"/>
              </a:rPr>
              <a:t>0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]);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}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catch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(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err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 {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console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error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'Error fetching user:'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, 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err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res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status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098658"/>
                </a:solidFill>
                <a:latin typeface="Consolas"/>
              </a:rPr>
              <a:t>500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json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({ 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error: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'Database error'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});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}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};</a:t>
            </a:r>
            <a:endParaRPr lang="en-US" b="0" dirty="0">
              <a:solidFill>
                <a:srgbClr val="3B3B3B"/>
              </a:solidFill>
              <a:effectLst/>
              <a:latin typeface="Consolas"/>
            </a:endParaRPr>
          </a:p>
        </p:txBody>
      </p:sp>
      <p:sp>
        <p:nvSpPr>
          <p:cNvPr id="5" name="สี่เหลี่ยมผืนผ้า 4"/>
          <p:cNvSpPr/>
          <p:nvPr/>
        </p:nvSpPr>
        <p:spPr>
          <a:xfrm>
            <a:off x="10145485" y="7257"/>
            <a:ext cx="2046515" cy="42091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getById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17690164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/>
          <p:cNvSpPr/>
          <p:nvPr/>
        </p:nvSpPr>
        <p:spPr>
          <a:xfrm>
            <a:off x="10145485" y="7257"/>
            <a:ext cx="2046515" cy="42091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Search</a:t>
            </a:r>
            <a:endParaRPr lang="th-TH" dirty="0"/>
          </a:p>
        </p:txBody>
      </p:sp>
      <p:sp>
        <p:nvSpPr>
          <p:cNvPr id="2" name="สี่เหลี่ยมผืนผ้า 1"/>
          <p:cNvSpPr/>
          <p:nvPr/>
        </p:nvSpPr>
        <p:spPr>
          <a:xfrm>
            <a:off x="696684" y="967831"/>
            <a:ext cx="10856687" cy="480131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searchUsers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Consolas"/>
              </a:rPr>
              <a:t>async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(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req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, 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res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 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=&gt;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{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{ </a:t>
            </a:r>
            <a:r>
              <a:rPr lang="en-US" dirty="0">
                <a:solidFill>
                  <a:srgbClr val="0070C1"/>
                </a:solidFill>
                <a:latin typeface="Consolas"/>
              </a:rPr>
              <a:t>keyword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}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req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query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if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(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!</a:t>
            </a:r>
            <a:r>
              <a:rPr lang="en-US" dirty="0">
                <a:solidFill>
                  <a:srgbClr val="0070C1"/>
                </a:solidFill>
                <a:latin typeface="Consolas"/>
              </a:rPr>
              <a:t>keyword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 {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return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res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status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098658"/>
                </a:solidFill>
                <a:latin typeface="Consolas"/>
              </a:rPr>
              <a:t>400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json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({ 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error: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'Please provide a search keyword'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});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}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try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{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</a:t>
            </a:r>
            <a:r>
              <a:rPr lang="en-US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70C1"/>
                </a:solidFill>
                <a:latin typeface="Consolas"/>
              </a:rPr>
              <a:t>searchTerm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`%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${</a:t>
            </a:r>
            <a:r>
              <a:rPr lang="en-US" dirty="0">
                <a:solidFill>
                  <a:srgbClr val="0070C1"/>
                </a:solidFill>
                <a:latin typeface="Consolas"/>
              </a:rPr>
              <a:t>keyword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}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%`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</a:t>
            </a:r>
            <a:r>
              <a:rPr lang="en-US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[</a:t>
            </a:r>
            <a:r>
              <a:rPr lang="en-US" dirty="0">
                <a:solidFill>
                  <a:srgbClr val="0070C1"/>
                </a:solidFill>
                <a:latin typeface="Consolas"/>
              </a:rPr>
              <a:t>rows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]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await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70C1"/>
                </a:solidFill>
                <a:latin typeface="Consolas"/>
              </a:rPr>
              <a:t>pool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query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    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'SELECT * FROM users WHERE name LIKE ? OR email LIKE ?'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,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    [</a:t>
            </a:r>
            <a:r>
              <a:rPr lang="en-US" dirty="0" err="1">
                <a:solidFill>
                  <a:srgbClr val="0070C1"/>
                </a:solidFill>
                <a:latin typeface="Consolas"/>
              </a:rPr>
              <a:t>searchTerm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, </a:t>
            </a:r>
            <a:r>
              <a:rPr lang="en-US" dirty="0" err="1">
                <a:solidFill>
                  <a:srgbClr val="0070C1"/>
                </a:solidFill>
                <a:latin typeface="Consolas"/>
              </a:rPr>
              <a:t>searchTerm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]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);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res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json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0070C1"/>
                </a:solidFill>
                <a:latin typeface="Consolas"/>
              </a:rPr>
              <a:t>rows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}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catch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(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err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 {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console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error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'Error searching users:'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, 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err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res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status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098658"/>
                </a:solidFill>
                <a:latin typeface="Consolas"/>
              </a:rPr>
              <a:t>500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json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({ 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error: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'Database error'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});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}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};</a:t>
            </a:r>
            <a:endParaRPr lang="en-US" b="0" dirty="0">
              <a:solidFill>
                <a:srgbClr val="3B3B3B"/>
              </a:solidFill>
              <a:effectLst/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4111972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/>
          <p:cNvSpPr/>
          <p:nvPr/>
        </p:nvSpPr>
        <p:spPr>
          <a:xfrm>
            <a:off x="10145485" y="7257"/>
            <a:ext cx="2046515" cy="42091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create</a:t>
            </a:r>
            <a:endParaRPr lang="th-TH" dirty="0"/>
          </a:p>
        </p:txBody>
      </p:sp>
      <p:sp>
        <p:nvSpPr>
          <p:cNvPr id="2" name="สี่เหลี่ยมผืนผ้า 1"/>
          <p:cNvSpPr/>
          <p:nvPr/>
        </p:nvSpPr>
        <p:spPr>
          <a:xfrm>
            <a:off x="1146628" y="1098459"/>
            <a:ext cx="10595429" cy="452431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createUser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Consolas"/>
              </a:rPr>
              <a:t>async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(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req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, 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res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 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=&gt;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{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{ </a:t>
            </a:r>
            <a:r>
              <a:rPr lang="en-US" dirty="0">
                <a:solidFill>
                  <a:srgbClr val="0070C1"/>
                </a:solidFill>
                <a:latin typeface="Consolas"/>
              </a:rPr>
              <a:t>name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, </a:t>
            </a:r>
            <a:r>
              <a:rPr lang="en-US" dirty="0">
                <a:solidFill>
                  <a:srgbClr val="0070C1"/>
                </a:solidFill>
                <a:latin typeface="Consolas"/>
              </a:rPr>
              <a:t>email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}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req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body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if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(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!</a:t>
            </a:r>
            <a:r>
              <a:rPr lang="en-US" dirty="0">
                <a:solidFill>
                  <a:srgbClr val="0070C1"/>
                </a:solidFill>
                <a:latin typeface="Consolas"/>
              </a:rPr>
              <a:t>name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||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!</a:t>
            </a:r>
            <a:r>
              <a:rPr lang="en-US" dirty="0">
                <a:solidFill>
                  <a:srgbClr val="0070C1"/>
                </a:solidFill>
                <a:latin typeface="Consolas"/>
              </a:rPr>
              <a:t>email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 {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return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res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status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098658"/>
                </a:solidFill>
                <a:latin typeface="Consolas"/>
              </a:rPr>
              <a:t>400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json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({ 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error: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'Name and email are required'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});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}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try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{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</a:t>
            </a:r>
            <a:r>
              <a:rPr lang="en-US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[</a:t>
            </a:r>
            <a:r>
              <a:rPr lang="en-US" dirty="0">
                <a:solidFill>
                  <a:srgbClr val="0070C1"/>
                </a:solidFill>
                <a:latin typeface="Consolas"/>
              </a:rPr>
              <a:t>result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]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await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70C1"/>
                </a:solidFill>
                <a:latin typeface="Consolas"/>
              </a:rPr>
              <a:t>pool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query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    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'INSERT INTO users (name, email) VALUES (?, ?)'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,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    [</a:t>
            </a:r>
            <a:r>
              <a:rPr lang="en-US" dirty="0">
                <a:solidFill>
                  <a:srgbClr val="0070C1"/>
                </a:solidFill>
                <a:latin typeface="Consolas"/>
              </a:rPr>
              <a:t>name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, </a:t>
            </a:r>
            <a:r>
              <a:rPr lang="en-US" dirty="0">
                <a:solidFill>
                  <a:srgbClr val="0070C1"/>
                </a:solidFill>
                <a:latin typeface="Consolas"/>
              </a:rPr>
              <a:t>email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]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);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res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status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098658"/>
                </a:solidFill>
                <a:latin typeface="Consolas"/>
              </a:rPr>
              <a:t>201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json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({ 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id: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70C1"/>
                </a:solidFill>
                <a:latin typeface="Consolas"/>
              </a:rPr>
              <a:t>result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insertId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, 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name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, 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email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});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}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catch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(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err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 {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console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error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'Error creating user:'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, 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err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res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status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098658"/>
                </a:solidFill>
                <a:latin typeface="Consolas"/>
              </a:rPr>
              <a:t>500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json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({ 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error: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'Database error'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});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}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};</a:t>
            </a:r>
            <a:endParaRPr lang="en-US" b="0" dirty="0">
              <a:solidFill>
                <a:srgbClr val="3B3B3B"/>
              </a:solidFill>
              <a:effectLst/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4073814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/>
          <p:cNvSpPr/>
          <p:nvPr/>
        </p:nvSpPr>
        <p:spPr>
          <a:xfrm>
            <a:off x="10145485" y="7257"/>
            <a:ext cx="2046515" cy="42091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update</a:t>
            </a:r>
            <a:endParaRPr lang="th-TH" dirty="0"/>
          </a:p>
        </p:txBody>
      </p:sp>
      <p:sp>
        <p:nvSpPr>
          <p:cNvPr id="2" name="สี่เหลี่ยมผืนผ้า 1"/>
          <p:cNvSpPr/>
          <p:nvPr/>
        </p:nvSpPr>
        <p:spPr>
          <a:xfrm>
            <a:off x="1161142" y="812363"/>
            <a:ext cx="10189029" cy="563231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updateUser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Consolas"/>
              </a:rPr>
              <a:t>async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(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req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, 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res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 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=&gt;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{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{ </a:t>
            </a:r>
            <a:r>
              <a:rPr lang="en-US" dirty="0">
                <a:solidFill>
                  <a:srgbClr val="0070C1"/>
                </a:solidFill>
                <a:latin typeface="Consolas"/>
              </a:rPr>
              <a:t>id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}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req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params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{ </a:t>
            </a:r>
            <a:r>
              <a:rPr lang="en-US" dirty="0">
                <a:solidFill>
                  <a:srgbClr val="0070C1"/>
                </a:solidFill>
                <a:latin typeface="Consolas"/>
              </a:rPr>
              <a:t>name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, </a:t>
            </a:r>
            <a:r>
              <a:rPr lang="en-US" dirty="0">
                <a:solidFill>
                  <a:srgbClr val="0070C1"/>
                </a:solidFill>
                <a:latin typeface="Consolas"/>
              </a:rPr>
              <a:t>email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}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req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body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if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(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!</a:t>
            </a:r>
            <a:r>
              <a:rPr lang="en-US" dirty="0">
                <a:solidFill>
                  <a:srgbClr val="0070C1"/>
                </a:solidFill>
                <a:latin typeface="Consolas"/>
              </a:rPr>
              <a:t>name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||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!</a:t>
            </a:r>
            <a:r>
              <a:rPr lang="en-US" dirty="0">
                <a:solidFill>
                  <a:srgbClr val="0070C1"/>
                </a:solidFill>
                <a:latin typeface="Consolas"/>
              </a:rPr>
              <a:t>email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 {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return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res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status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098658"/>
                </a:solidFill>
                <a:latin typeface="Consolas"/>
              </a:rPr>
              <a:t>400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json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({ 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error: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'Name and email are required'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});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}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try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{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</a:t>
            </a:r>
            <a:r>
              <a:rPr lang="en-US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[</a:t>
            </a:r>
            <a:r>
              <a:rPr lang="en-US" dirty="0">
                <a:solidFill>
                  <a:srgbClr val="0070C1"/>
                </a:solidFill>
                <a:latin typeface="Consolas"/>
              </a:rPr>
              <a:t>result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]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await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70C1"/>
                </a:solidFill>
                <a:latin typeface="Consolas"/>
              </a:rPr>
              <a:t>pool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query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    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'UPDATE users SET name = ?, email = ? WHERE id = ?'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,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    [</a:t>
            </a:r>
            <a:r>
              <a:rPr lang="en-US" dirty="0">
                <a:solidFill>
                  <a:srgbClr val="0070C1"/>
                </a:solidFill>
                <a:latin typeface="Consolas"/>
              </a:rPr>
              <a:t>name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, </a:t>
            </a:r>
            <a:r>
              <a:rPr lang="en-US" dirty="0">
                <a:solidFill>
                  <a:srgbClr val="0070C1"/>
                </a:solidFill>
                <a:latin typeface="Consolas"/>
              </a:rPr>
              <a:t>email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, </a:t>
            </a:r>
            <a:r>
              <a:rPr lang="en-US" dirty="0">
                <a:solidFill>
                  <a:srgbClr val="0070C1"/>
                </a:solidFill>
                <a:latin typeface="Consolas"/>
              </a:rPr>
              <a:t>id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]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);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if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(</a:t>
            </a:r>
            <a:r>
              <a:rPr lang="en-US" dirty="0" err="1">
                <a:solidFill>
                  <a:srgbClr val="0070C1"/>
                </a:solidFill>
                <a:latin typeface="Consolas"/>
              </a:rPr>
              <a:t>result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affectedRows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===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98658"/>
                </a:solidFill>
                <a:latin typeface="Consolas"/>
              </a:rPr>
              <a:t>0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 {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   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return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res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status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098658"/>
                </a:solidFill>
                <a:latin typeface="Consolas"/>
              </a:rPr>
              <a:t>404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json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({ 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error: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'User not found'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});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}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res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json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({ 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id: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267F99"/>
                </a:solidFill>
                <a:latin typeface="Consolas"/>
              </a:rPr>
              <a:t>Number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0070C1"/>
                </a:solidFill>
                <a:latin typeface="Consolas"/>
              </a:rPr>
              <a:t>id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), 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name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, 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email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});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}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catch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(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err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 {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console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error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'Error updating user:'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, 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err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res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status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098658"/>
                </a:solidFill>
                <a:latin typeface="Consolas"/>
              </a:rPr>
              <a:t>500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json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({ 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error: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'Database error'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});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}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};</a:t>
            </a:r>
            <a:endParaRPr lang="en-US" b="0" dirty="0">
              <a:solidFill>
                <a:srgbClr val="3B3B3B"/>
              </a:solidFill>
              <a:effectLst/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4583581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B3AF5D17-B26F-6BDE-D39C-36744DD4C4CA}"/>
              </a:ext>
            </a:extLst>
          </p:cNvPr>
          <p:cNvSpPr txBox="1"/>
          <p:nvPr/>
        </p:nvSpPr>
        <p:spPr>
          <a:xfrm>
            <a:off x="1596571" y="4703749"/>
            <a:ext cx="2380343" cy="217905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12500"/>
              </a:lnSpc>
              <a:buNone/>
            </a:pPr>
            <a:r>
              <a:rPr lang="th-TH" sz="1500" dirty="0">
                <a:solidFill>
                  <a:srgbClr val="000000"/>
                </a:solidFill>
                <a:latin typeface="Courier New" pitchFamily="49" charset="0"/>
              </a:rPr>
              <a:t>module.exports = {</a:t>
            </a:r>
          </a:p>
          <a:p>
            <a:pPr>
              <a:lnSpc>
                <a:spcPct val="112500"/>
              </a:lnSpc>
              <a:buNone/>
            </a:pPr>
            <a:r>
              <a:rPr lang="th-TH" sz="1500" dirty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th-TH" sz="1500" dirty="0" err="1">
                <a:solidFill>
                  <a:srgbClr val="000000"/>
                </a:solidFill>
                <a:latin typeface="Courier New" pitchFamily="49" charset="0"/>
              </a:rPr>
              <a:t>getUsers</a:t>
            </a:r>
            <a:r>
              <a:rPr lang="th-TH" sz="1500" dirty="0">
                <a:solidFill>
                  <a:srgbClr val="000000"/>
                </a:solidFill>
                <a:latin typeface="Courier New" pitchFamily="49" charset="0"/>
              </a:rPr>
              <a:t>,</a:t>
            </a:r>
          </a:p>
          <a:p>
            <a:pPr>
              <a:lnSpc>
                <a:spcPct val="112500"/>
              </a:lnSpc>
              <a:buNone/>
            </a:pPr>
            <a:r>
              <a:rPr lang="th-TH" sz="1500" dirty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th-TH" sz="1500" dirty="0" err="1">
                <a:solidFill>
                  <a:srgbClr val="000000"/>
                </a:solidFill>
                <a:latin typeface="Courier New" pitchFamily="49" charset="0"/>
              </a:rPr>
              <a:t>getUserById</a:t>
            </a:r>
            <a:r>
              <a:rPr lang="th-TH" sz="1500" dirty="0">
                <a:solidFill>
                  <a:srgbClr val="000000"/>
                </a:solidFill>
                <a:latin typeface="Courier New" pitchFamily="49" charset="0"/>
              </a:rPr>
              <a:t>,</a:t>
            </a:r>
          </a:p>
          <a:p>
            <a:pPr>
              <a:lnSpc>
                <a:spcPct val="112500"/>
              </a:lnSpc>
            </a:pPr>
            <a:r>
              <a:rPr lang="th-TH" sz="1500" dirty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th-TH" sz="1500" dirty="0" err="1">
                <a:solidFill>
                  <a:srgbClr val="000000"/>
                </a:solidFill>
                <a:latin typeface="Courier New" pitchFamily="49" charset="0"/>
              </a:rPr>
              <a:t>searchUsers</a:t>
            </a:r>
            <a:r>
              <a:rPr lang="en-US" sz="15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,</a:t>
            </a:r>
            <a:endParaRPr lang="th-TH" sz="1500" dirty="0">
              <a:solidFill>
                <a:srgbClr val="000000"/>
              </a:solidFill>
              <a:latin typeface="Courier New" pitchFamily="49" charset="0"/>
            </a:endParaRPr>
          </a:p>
          <a:p>
            <a:pPr>
              <a:lnSpc>
                <a:spcPct val="112500"/>
              </a:lnSpc>
              <a:buNone/>
            </a:pPr>
            <a:r>
              <a:rPr lang="th-TH" sz="1500" dirty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th-TH" sz="1500" dirty="0" err="1">
                <a:solidFill>
                  <a:srgbClr val="000000"/>
                </a:solidFill>
                <a:latin typeface="Courier New" pitchFamily="49" charset="0"/>
              </a:rPr>
              <a:t>createUser</a:t>
            </a:r>
            <a:r>
              <a:rPr lang="th-TH" sz="1500" dirty="0">
                <a:solidFill>
                  <a:srgbClr val="000000"/>
                </a:solidFill>
                <a:latin typeface="Courier New" pitchFamily="49" charset="0"/>
              </a:rPr>
              <a:t>,</a:t>
            </a:r>
          </a:p>
          <a:p>
            <a:pPr>
              <a:lnSpc>
                <a:spcPct val="112500"/>
              </a:lnSpc>
              <a:buNone/>
            </a:pPr>
            <a:r>
              <a:rPr lang="th-TH" sz="1500" dirty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th-TH" sz="1500" dirty="0" err="1">
                <a:solidFill>
                  <a:srgbClr val="000000"/>
                </a:solidFill>
                <a:latin typeface="Courier New" pitchFamily="49" charset="0"/>
              </a:rPr>
              <a:t>updateUser</a:t>
            </a:r>
            <a:r>
              <a:rPr lang="th-TH" sz="1500" dirty="0">
                <a:solidFill>
                  <a:srgbClr val="000000"/>
                </a:solidFill>
                <a:latin typeface="Courier New" pitchFamily="49" charset="0"/>
              </a:rPr>
              <a:t>,</a:t>
            </a:r>
          </a:p>
          <a:p>
            <a:pPr>
              <a:lnSpc>
                <a:spcPct val="112500"/>
              </a:lnSpc>
              <a:buNone/>
            </a:pPr>
            <a:r>
              <a:rPr lang="th-TH" sz="1500" dirty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th-TH" sz="1500" dirty="0" err="1">
                <a:solidFill>
                  <a:srgbClr val="000000"/>
                </a:solidFill>
                <a:latin typeface="Courier New" pitchFamily="49" charset="0"/>
              </a:rPr>
              <a:t>deleteUser</a:t>
            </a:r>
            <a:endParaRPr lang="th-TH" sz="1500" dirty="0">
              <a:solidFill>
                <a:srgbClr val="000000"/>
              </a:solidFill>
              <a:latin typeface="Courier New" pitchFamily="49" charset="0"/>
            </a:endParaRPr>
          </a:p>
          <a:p>
            <a:pPr>
              <a:lnSpc>
                <a:spcPct val="112500"/>
              </a:lnSpc>
              <a:buNone/>
            </a:pPr>
            <a:r>
              <a:rPr lang="th-TH" sz="1500" dirty="0">
                <a:solidFill>
                  <a:srgbClr val="000000"/>
                </a:solidFill>
                <a:latin typeface="Courier New" pitchFamily="49" charset="0"/>
              </a:rPr>
              <a:t>};</a:t>
            </a:r>
          </a:p>
        </p:txBody>
      </p:sp>
      <p:sp>
        <p:nvSpPr>
          <p:cNvPr id="5" name="สี่เหลี่ยมผืนผ้า 4"/>
          <p:cNvSpPr/>
          <p:nvPr/>
        </p:nvSpPr>
        <p:spPr>
          <a:xfrm>
            <a:off x="10145485" y="7257"/>
            <a:ext cx="2046515" cy="42091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delete</a:t>
            </a:r>
            <a:endParaRPr lang="th-TH" dirty="0"/>
          </a:p>
        </p:txBody>
      </p:sp>
      <p:sp>
        <p:nvSpPr>
          <p:cNvPr id="2" name="สี่เหลี่ยมผืนผ้า 1"/>
          <p:cNvSpPr/>
          <p:nvPr/>
        </p:nvSpPr>
        <p:spPr>
          <a:xfrm>
            <a:off x="1553029" y="733431"/>
            <a:ext cx="9971314" cy="397031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deleteUser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Consolas"/>
              </a:rPr>
              <a:t>async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(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req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, 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res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 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=&gt;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{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{ </a:t>
            </a:r>
            <a:r>
              <a:rPr lang="en-US" dirty="0">
                <a:solidFill>
                  <a:srgbClr val="0070C1"/>
                </a:solidFill>
                <a:latin typeface="Consolas"/>
              </a:rPr>
              <a:t>id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}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req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params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try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{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</a:t>
            </a:r>
            <a:r>
              <a:rPr lang="en-US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[</a:t>
            </a:r>
            <a:r>
              <a:rPr lang="en-US" dirty="0">
                <a:solidFill>
                  <a:srgbClr val="0070C1"/>
                </a:solidFill>
                <a:latin typeface="Consolas"/>
              </a:rPr>
              <a:t>result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]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await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70C1"/>
                </a:solidFill>
                <a:latin typeface="Consolas"/>
              </a:rPr>
              <a:t>pool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query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'DELETE FROM users WHERE id = ?'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, [</a:t>
            </a:r>
            <a:r>
              <a:rPr lang="en-US" dirty="0">
                <a:solidFill>
                  <a:srgbClr val="0070C1"/>
                </a:solidFill>
                <a:latin typeface="Consolas"/>
              </a:rPr>
              <a:t>id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]);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if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(</a:t>
            </a:r>
            <a:r>
              <a:rPr lang="en-US" dirty="0" err="1">
                <a:solidFill>
                  <a:srgbClr val="0070C1"/>
                </a:solidFill>
                <a:latin typeface="Consolas"/>
              </a:rPr>
              <a:t>result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affectedRows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===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98658"/>
                </a:solidFill>
                <a:latin typeface="Consolas"/>
              </a:rPr>
              <a:t>0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 {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   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return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res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status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098658"/>
                </a:solidFill>
                <a:latin typeface="Consolas"/>
              </a:rPr>
              <a:t>404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json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({ 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error: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'User not found'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});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}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res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json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({ 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message: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'User deleted successfully'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, 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id: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267F99"/>
                </a:solidFill>
                <a:latin typeface="Consolas"/>
              </a:rPr>
              <a:t>Number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0070C1"/>
                </a:solidFill>
                <a:latin typeface="Consolas"/>
              </a:rPr>
              <a:t>id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 });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}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catch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(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err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 {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console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error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'Error deleting user:'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, 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err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res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status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098658"/>
                </a:solidFill>
                <a:latin typeface="Consolas"/>
              </a:rPr>
              <a:t>500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json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({ 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error: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'Database error'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});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}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};</a:t>
            </a:r>
            <a:endParaRPr lang="en-US" b="0" dirty="0">
              <a:solidFill>
                <a:srgbClr val="3B3B3B"/>
              </a:solidFill>
              <a:effectLst/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7132952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46BBC99-2CCF-5C2A-0667-A68D7EB25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b="1" dirty="0"/>
              <a:t>backend/src/routes/userRoutes.js</a:t>
            </a:r>
            <a:endParaRPr lang="th-TH" dirty="0"/>
          </a:p>
        </p:txBody>
      </p:sp>
      <p:sp>
        <p:nvSpPr>
          <p:cNvPr id="5" name="สี่เหลี่ยมผืนผ้า 4"/>
          <p:cNvSpPr/>
          <p:nvPr/>
        </p:nvSpPr>
        <p:spPr>
          <a:xfrm>
            <a:off x="1432833" y="1727989"/>
            <a:ext cx="9927771" cy="424731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795E26"/>
                </a:solidFill>
                <a:latin typeface="Consolas"/>
              </a:rPr>
              <a:t>express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795E26"/>
                </a:solidFill>
                <a:latin typeface="Consolas"/>
              </a:rPr>
              <a:t>require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'express'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);</a:t>
            </a:r>
          </a:p>
          <a:p>
            <a:r>
              <a:rPr lang="en-US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70C1"/>
                </a:solidFill>
                <a:latin typeface="Consolas"/>
              </a:rPr>
              <a:t>router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express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Router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();</a:t>
            </a:r>
          </a:p>
          <a:p>
            <a:r>
              <a:rPr lang="en-US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70C1"/>
                </a:solidFill>
                <a:latin typeface="Consolas"/>
              </a:rPr>
              <a:t>userController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795E26"/>
                </a:solidFill>
                <a:latin typeface="Consolas"/>
              </a:rPr>
              <a:t>require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'../controllers/</a:t>
            </a:r>
            <a:r>
              <a:rPr lang="en-US" dirty="0" err="1">
                <a:solidFill>
                  <a:srgbClr val="A31515"/>
                </a:solidFill>
                <a:latin typeface="Consolas"/>
              </a:rPr>
              <a:t>userController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);</a:t>
            </a:r>
          </a:p>
          <a:p>
            <a:endParaRPr lang="en-US" dirty="0">
              <a:solidFill>
                <a:srgbClr val="008000"/>
              </a:solidFill>
              <a:latin typeface="Consolas"/>
            </a:endParaRPr>
          </a:p>
          <a:p>
            <a:r>
              <a:rPr lang="en-US" dirty="0">
                <a:solidFill>
                  <a:srgbClr val="008000"/>
                </a:solidFill>
                <a:latin typeface="Consolas"/>
              </a:rPr>
              <a:t>// Route search </a:t>
            </a:r>
            <a:r>
              <a:rPr lang="th-TH" dirty="0">
                <a:solidFill>
                  <a:srgbClr val="008000"/>
                </a:solidFill>
                <a:latin typeface="Consolas"/>
              </a:rPr>
              <a:t>(</a:t>
            </a:r>
            <a:r>
              <a:rPr lang="en-US" dirty="0">
                <a:solidFill>
                  <a:srgbClr val="008000"/>
                </a:solidFill>
                <a:latin typeface="Consolas"/>
              </a:rPr>
              <a:t>put before </a:t>
            </a:r>
            <a:r>
              <a:rPr lang="th-TH" dirty="0">
                <a:solidFill>
                  <a:srgbClr val="008000"/>
                </a:solidFill>
                <a:latin typeface="Consolas"/>
              </a:rPr>
              <a:t> /:</a:t>
            </a:r>
            <a:r>
              <a:rPr lang="en-US" dirty="0">
                <a:solidFill>
                  <a:srgbClr val="008000"/>
                </a:solidFill>
                <a:latin typeface="Consolas"/>
              </a:rPr>
              <a:t>id)</a:t>
            </a:r>
            <a:endParaRPr lang="en-US" dirty="0">
              <a:solidFill>
                <a:srgbClr val="3B3B3B"/>
              </a:solidFill>
              <a:latin typeface="Consolas"/>
            </a:endParaRPr>
          </a:p>
          <a:p>
            <a:r>
              <a:rPr lang="en-US" dirty="0" err="1">
                <a:solidFill>
                  <a:srgbClr val="0070C1"/>
                </a:solidFill>
                <a:latin typeface="Consolas"/>
              </a:rPr>
              <a:t>router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get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'/search'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, 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userController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searchUsers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);   </a:t>
            </a:r>
            <a:r>
              <a:rPr lang="en-US" dirty="0">
                <a:solidFill>
                  <a:srgbClr val="008000"/>
                </a:solidFill>
                <a:latin typeface="Consolas"/>
              </a:rPr>
              <a:t>// search 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   </a:t>
            </a:r>
            <a:br>
              <a:rPr lang="en-US" dirty="0">
                <a:solidFill>
                  <a:srgbClr val="3B3B3B"/>
                </a:solidFill>
                <a:latin typeface="Consolas"/>
              </a:rPr>
            </a:br>
            <a:endParaRPr lang="en-US" dirty="0">
              <a:solidFill>
                <a:srgbClr val="3B3B3B"/>
              </a:solidFill>
              <a:latin typeface="Consolas"/>
            </a:endParaRPr>
          </a:p>
          <a:p>
            <a:r>
              <a:rPr lang="en-US" dirty="0">
                <a:solidFill>
                  <a:srgbClr val="008000"/>
                </a:solidFill>
                <a:latin typeface="Consolas"/>
              </a:rPr>
              <a:t>// Routes CRUD</a:t>
            </a:r>
            <a:endParaRPr lang="en-US" dirty="0">
              <a:solidFill>
                <a:srgbClr val="3B3B3B"/>
              </a:solidFill>
              <a:latin typeface="Consolas"/>
            </a:endParaRPr>
          </a:p>
          <a:p>
            <a:r>
              <a:rPr lang="en-US" dirty="0" err="1">
                <a:solidFill>
                  <a:srgbClr val="0070C1"/>
                </a:solidFill>
                <a:latin typeface="Consolas"/>
              </a:rPr>
              <a:t>router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get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'/'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, 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userController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getUsers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);           </a:t>
            </a:r>
            <a:r>
              <a:rPr lang="en-US" dirty="0">
                <a:solidFill>
                  <a:srgbClr val="008000"/>
                </a:solidFill>
                <a:latin typeface="Consolas"/>
              </a:rPr>
              <a:t>// </a:t>
            </a:r>
            <a:r>
              <a:rPr lang="en-US" dirty="0" err="1">
                <a:solidFill>
                  <a:srgbClr val="008000"/>
                </a:solidFill>
                <a:latin typeface="Consolas"/>
              </a:rPr>
              <a:t>getAll</a:t>
            </a:r>
            <a:endParaRPr lang="en-US" dirty="0">
              <a:solidFill>
                <a:srgbClr val="3B3B3B"/>
              </a:solidFill>
              <a:latin typeface="Consolas"/>
            </a:endParaRPr>
          </a:p>
          <a:p>
            <a:r>
              <a:rPr lang="en-US" dirty="0" err="1">
                <a:solidFill>
                  <a:srgbClr val="0070C1"/>
                </a:solidFill>
                <a:latin typeface="Consolas"/>
              </a:rPr>
              <a:t>router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get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'/:id'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, 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userController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getUserById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);     </a:t>
            </a:r>
            <a:r>
              <a:rPr lang="en-US" dirty="0">
                <a:solidFill>
                  <a:srgbClr val="008000"/>
                </a:solidFill>
                <a:latin typeface="Consolas"/>
              </a:rPr>
              <a:t>// </a:t>
            </a:r>
            <a:r>
              <a:rPr lang="en-US" dirty="0" err="1">
                <a:solidFill>
                  <a:srgbClr val="008000"/>
                </a:solidFill>
                <a:latin typeface="Consolas"/>
              </a:rPr>
              <a:t>getById</a:t>
            </a:r>
            <a:endParaRPr lang="en-US" dirty="0">
              <a:solidFill>
                <a:srgbClr val="3B3B3B"/>
              </a:solidFill>
              <a:latin typeface="Consolas"/>
            </a:endParaRPr>
          </a:p>
          <a:p>
            <a:r>
              <a:rPr lang="en-US" dirty="0" err="1">
                <a:solidFill>
                  <a:srgbClr val="0070C1"/>
                </a:solidFill>
                <a:latin typeface="Consolas"/>
              </a:rPr>
              <a:t>router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post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'/'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, 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userController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createUser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);         </a:t>
            </a:r>
            <a:r>
              <a:rPr lang="en-US" dirty="0">
                <a:solidFill>
                  <a:srgbClr val="008000"/>
                </a:solidFill>
                <a:latin typeface="Consolas"/>
              </a:rPr>
              <a:t>// Create</a:t>
            </a:r>
            <a:endParaRPr lang="en-US" dirty="0">
              <a:solidFill>
                <a:srgbClr val="3B3B3B"/>
              </a:solidFill>
              <a:latin typeface="Consolas"/>
            </a:endParaRPr>
          </a:p>
          <a:p>
            <a:r>
              <a:rPr lang="en-US" dirty="0" err="1">
                <a:solidFill>
                  <a:srgbClr val="0070C1"/>
                </a:solidFill>
                <a:latin typeface="Consolas"/>
              </a:rPr>
              <a:t>router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put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'/:id'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, 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userController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updateUser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);       </a:t>
            </a:r>
            <a:r>
              <a:rPr lang="en-US" dirty="0">
                <a:solidFill>
                  <a:srgbClr val="008000"/>
                </a:solidFill>
                <a:latin typeface="Consolas"/>
              </a:rPr>
              <a:t>// Update</a:t>
            </a:r>
            <a:endParaRPr lang="en-US" dirty="0">
              <a:solidFill>
                <a:srgbClr val="3B3B3B"/>
              </a:solidFill>
              <a:latin typeface="Consolas"/>
            </a:endParaRPr>
          </a:p>
          <a:p>
            <a:r>
              <a:rPr lang="en-US" dirty="0" err="1">
                <a:solidFill>
                  <a:srgbClr val="0070C1"/>
                </a:solidFill>
                <a:latin typeface="Consolas"/>
              </a:rPr>
              <a:t>router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delete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'/:id'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, 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userController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deleteUser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);   </a:t>
            </a:r>
            <a:r>
              <a:rPr lang="en-US" dirty="0">
                <a:solidFill>
                  <a:srgbClr val="008000"/>
                </a:solidFill>
                <a:latin typeface="Consolas"/>
              </a:rPr>
              <a:t>// Delete</a:t>
            </a:r>
            <a:endParaRPr lang="en-US" dirty="0">
              <a:solidFill>
                <a:srgbClr val="3B3B3B"/>
              </a:solidFill>
              <a:latin typeface="Consolas"/>
            </a:endParaRP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/>
            </a:r>
            <a:br>
              <a:rPr lang="en-US" dirty="0">
                <a:solidFill>
                  <a:srgbClr val="3B3B3B"/>
                </a:solidFill>
                <a:latin typeface="Consolas"/>
              </a:rPr>
            </a:br>
            <a:r>
              <a:rPr lang="en-US" dirty="0" err="1">
                <a:solidFill>
                  <a:srgbClr val="0070C1"/>
                </a:solidFill>
                <a:latin typeface="Consolas"/>
              </a:rPr>
              <a:t>module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0070C1"/>
                </a:solidFill>
                <a:latin typeface="Consolas"/>
              </a:rPr>
              <a:t>exports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70C1"/>
                </a:solidFill>
                <a:latin typeface="Consolas"/>
              </a:rPr>
              <a:t>router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2793953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B419E4-CF57-6760-CA6D-800397543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b="1" dirty="0"/>
              <a:t>backend/src/app.js</a:t>
            </a:r>
            <a:endParaRPr lang="th-TH" dirty="0"/>
          </a:p>
        </p:txBody>
      </p:sp>
      <p:sp>
        <p:nvSpPr>
          <p:cNvPr id="3" name="สี่เหลี่ยมผืนผ้า 2"/>
          <p:cNvSpPr/>
          <p:nvPr/>
        </p:nvSpPr>
        <p:spPr>
          <a:xfrm>
            <a:off x="2467429" y="2053947"/>
            <a:ext cx="6923314" cy="424731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795E26"/>
                </a:solidFill>
                <a:latin typeface="Consolas"/>
              </a:rPr>
              <a:t>express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795E26"/>
                </a:solidFill>
                <a:latin typeface="Consolas"/>
              </a:rPr>
              <a:t>require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'express'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);</a:t>
            </a:r>
          </a:p>
          <a:p>
            <a:r>
              <a:rPr lang="en-US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cors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795E26"/>
                </a:solidFill>
                <a:latin typeface="Consolas"/>
              </a:rPr>
              <a:t>require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dirty="0" err="1">
                <a:solidFill>
                  <a:srgbClr val="A31515"/>
                </a:solidFill>
                <a:latin typeface="Consolas"/>
              </a:rPr>
              <a:t>cors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);</a:t>
            </a:r>
          </a:p>
          <a:p>
            <a:r>
              <a:rPr lang="en-US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70C1"/>
                </a:solidFill>
                <a:latin typeface="Consolas"/>
              </a:rPr>
              <a:t>userRoutes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795E26"/>
                </a:solidFill>
                <a:latin typeface="Consolas"/>
              </a:rPr>
              <a:t>require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'../routes/</a:t>
            </a:r>
            <a:r>
              <a:rPr lang="en-US" dirty="0" err="1">
                <a:solidFill>
                  <a:srgbClr val="A31515"/>
                </a:solidFill>
                <a:latin typeface="Consolas"/>
              </a:rPr>
              <a:t>userRoutes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);</a:t>
            </a:r>
          </a:p>
          <a:p>
            <a:r>
              <a:rPr lang="en-US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70C1"/>
                </a:solidFill>
                <a:latin typeface="Consolas"/>
              </a:rPr>
              <a:t>app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795E26"/>
                </a:solidFill>
                <a:latin typeface="Consolas"/>
              </a:rPr>
              <a:t>express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();</a:t>
            </a:r>
            <a:br>
              <a:rPr lang="en-US" dirty="0">
                <a:solidFill>
                  <a:srgbClr val="3B3B3B"/>
                </a:solidFill>
                <a:latin typeface="Consolas"/>
              </a:rPr>
            </a:br>
            <a:r>
              <a:rPr lang="en-US" dirty="0">
                <a:solidFill>
                  <a:srgbClr val="008000"/>
                </a:solidFill>
                <a:latin typeface="Consolas"/>
              </a:rPr>
              <a:t>// Middleware</a:t>
            </a:r>
            <a:endParaRPr lang="en-US" dirty="0">
              <a:solidFill>
                <a:srgbClr val="3B3B3B"/>
              </a:solidFill>
              <a:latin typeface="Consolas"/>
            </a:endParaRPr>
          </a:p>
          <a:p>
            <a:r>
              <a:rPr lang="en-US" dirty="0" err="1">
                <a:solidFill>
                  <a:srgbClr val="0070C1"/>
                </a:solidFill>
                <a:latin typeface="Consolas"/>
              </a:rPr>
              <a:t>app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use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cors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());</a:t>
            </a:r>
          </a:p>
          <a:p>
            <a:r>
              <a:rPr lang="en-US" dirty="0" err="1">
                <a:solidFill>
                  <a:srgbClr val="0070C1"/>
                </a:solidFill>
                <a:latin typeface="Consolas"/>
              </a:rPr>
              <a:t>app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use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express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json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());</a:t>
            </a:r>
          </a:p>
          <a:p>
            <a:r>
              <a:rPr lang="en-US" dirty="0" err="1">
                <a:solidFill>
                  <a:srgbClr val="0070C1"/>
                </a:solidFill>
                <a:latin typeface="Consolas"/>
              </a:rPr>
              <a:t>app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use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express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urlencoded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({ 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extended: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true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}));</a:t>
            </a:r>
            <a:br>
              <a:rPr lang="en-US" dirty="0">
                <a:solidFill>
                  <a:srgbClr val="3B3B3B"/>
                </a:solidFill>
                <a:latin typeface="Consolas"/>
              </a:rPr>
            </a:br>
            <a:r>
              <a:rPr lang="en-US" dirty="0">
                <a:solidFill>
                  <a:srgbClr val="008000"/>
                </a:solidFill>
                <a:latin typeface="Consolas"/>
              </a:rPr>
              <a:t>// Routes Mounting</a:t>
            </a:r>
            <a:endParaRPr lang="en-US" dirty="0">
              <a:solidFill>
                <a:srgbClr val="3B3B3B"/>
              </a:solidFill>
              <a:latin typeface="Consolas"/>
            </a:endParaRPr>
          </a:p>
          <a:p>
            <a:r>
              <a:rPr lang="en-US" dirty="0" err="1">
                <a:solidFill>
                  <a:srgbClr val="0070C1"/>
                </a:solidFill>
                <a:latin typeface="Consolas"/>
              </a:rPr>
              <a:t>app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use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'/</a:t>
            </a:r>
            <a:r>
              <a:rPr lang="en-US" dirty="0" err="1">
                <a:solidFill>
                  <a:srgbClr val="A31515"/>
                </a:solidFill>
                <a:latin typeface="Consolas"/>
              </a:rPr>
              <a:t>api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/users'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, </a:t>
            </a:r>
            <a:r>
              <a:rPr lang="en-US" dirty="0" err="1">
                <a:solidFill>
                  <a:srgbClr val="0070C1"/>
                </a:solidFill>
                <a:latin typeface="Consolas"/>
              </a:rPr>
              <a:t>userRoutes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);</a:t>
            </a:r>
          </a:p>
          <a:p>
            <a:r>
              <a:rPr lang="en-US" dirty="0">
                <a:solidFill>
                  <a:srgbClr val="008000"/>
                </a:solidFill>
                <a:latin typeface="Consolas"/>
              </a:rPr>
              <a:t>// Root endpoint</a:t>
            </a:r>
            <a:endParaRPr lang="en-US" dirty="0">
              <a:solidFill>
                <a:srgbClr val="3B3B3B"/>
              </a:solidFill>
              <a:latin typeface="Consolas"/>
            </a:endParaRPr>
          </a:p>
          <a:p>
            <a:r>
              <a:rPr lang="en-US" dirty="0" err="1">
                <a:solidFill>
                  <a:srgbClr val="0070C1"/>
                </a:solidFill>
                <a:latin typeface="Consolas"/>
              </a:rPr>
              <a:t>app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get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'/'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, (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req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, 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res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 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=&gt;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{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res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send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'API is running...'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});</a:t>
            </a:r>
            <a:br>
              <a:rPr lang="en-US" dirty="0">
                <a:solidFill>
                  <a:srgbClr val="3B3B3B"/>
                </a:solidFill>
                <a:latin typeface="Consolas"/>
              </a:rPr>
            </a:br>
            <a:r>
              <a:rPr lang="en-US" dirty="0" err="1">
                <a:solidFill>
                  <a:srgbClr val="0070C1"/>
                </a:solidFill>
                <a:latin typeface="Consolas"/>
              </a:rPr>
              <a:t>module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0070C1"/>
                </a:solidFill>
                <a:latin typeface="Consolas"/>
              </a:rPr>
              <a:t>exports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70C1"/>
                </a:solidFill>
                <a:latin typeface="Consolas"/>
              </a:rPr>
              <a:t>app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5945375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F7F742D-C1E2-E8C3-C799-FEFA48C56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b="1" dirty="0"/>
              <a:t>backend/src/server.js</a:t>
            </a:r>
            <a:endParaRPr lang="th-TH" dirty="0"/>
          </a:p>
        </p:txBody>
      </p:sp>
      <p:sp>
        <p:nvSpPr>
          <p:cNvPr id="3" name="สี่เหลี่ยมผืนผ้า 2"/>
          <p:cNvSpPr/>
          <p:nvPr/>
        </p:nvSpPr>
        <p:spPr>
          <a:xfrm>
            <a:off x="2061028" y="1702421"/>
            <a:ext cx="9144000" cy="23083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70C1"/>
                </a:solidFill>
                <a:latin typeface="Consolas"/>
              </a:rPr>
              <a:t>app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795E26"/>
                </a:solidFill>
                <a:latin typeface="Consolas"/>
              </a:rPr>
              <a:t>require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'./app'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);</a:t>
            </a:r>
          </a:p>
          <a:p>
            <a:r>
              <a:rPr lang="en-US" dirty="0">
                <a:solidFill>
                  <a:srgbClr val="795E26"/>
                </a:solidFill>
                <a:latin typeface="Consolas"/>
              </a:rPr>
              <a:t>require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dirty="0" err="1">
                <a:solidFill>
                  <a:srgbClr val="A31515"/>
                </a:solidFill>
                <a:latin typeface="Consolas"/>
              </a:rPr>
              <a:t>dotenv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config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();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/>
            </a:r>
            <a:br>
              <a:rPr lang="en-US" dirty="0">
                <a:solidFill>
                  <a:srgbClr val="3B3B3B"/>
                </a:solidFill>
                <a:latin typeface="Consolas"/>
              </a:rPr>
            </a:br>
            <a:r>
              <a:rPr lang="en-US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70C1"/>
                </a:solidFill>
                <a:latin typeface="Consolas"/>
              </a:rPr>
              <a:t>PORT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process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env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0070C1"/>
                </a:solidFill>
                <a:latin typeface="Consolas"/>
              </a:rPr>
              <a:t>PORT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||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98658"/>
                </a:solidFill>
                <a:latin typeface="Consolas"/>
              </a:rPr>
              <a:t>5000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/>
            </a:r>
            <a:br>
              <a:rPr lang="en-US" dirty="0">
                <a:solidFill>
                  <a:srgbClr val="3B3B3B"/>
                </a:solidFill>
                <a:latin typeface="Consolas"/>
              </a:rPr>
            </a:br>
            <a:r>
              <a:rPr lang="en-US" dirty="0" err="1">
                <a:solidFill>
                  <a:srgbClr val="001080"/>
                </a:solidFill>
                <a:latin typeface="Consolas"/>
              </a:rPr>
              <a:t>app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listen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0070C1"/>
                </a:solidFill>
                <a:latin typeface="Consolas"/>
              </a:rPr>
              <a:t>PORT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, () 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=&gt;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{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console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>
                <a:solidFill>
                  <a:srgbClr val="795E26"/>
                </a:solidFill>
                <a:latin typeface="Consolas"/>
              </a:rPr>
              <a:t>log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`Server is running on port 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${</a:t>
            </a:r>
            <a:r>
              <a:rPr lang="en-US" dirty="0">
                <a:solidFill>
                  <a:srgbClr val="0070C1"/>
                </a:solidFill>
                <a:latin typeface="Consolas"/>
              </a:rPr>
              <a:t>PORT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}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`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});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xmlns="" id="{436B479D-1704-F0E4-DC2F-3A557A4675AD}"/>
              </a:ext>
            </a:extLst>
          </p:cNvPr>
          <p:cNvSpPr txBox="1">
            <a:spLocks/>
          </p:cNvSpPr>
          <p:nvPr/>
        </p:nvSpPr>
        <p:spPr>
          <a:xfrm>
            <a:off x="657223" y="4010745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h-TH" b="1" dirty="0" err="1"/>
              <a:t>backend</a:t>
            </a:r>
            <a:r>
              <a:rPr lang="th-TH" b="1" dirty="0"/>
              <a:t>/</a:t>
            </a:r>
            <a:r>
              <a:rPr lang="th-TH" b="1" dirty="0" err="1"/>
              <a:t>package.json</a:t>
            </a:r>
            <a:endParaRPr lang="th-TH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7E552FD4-3306-C846-CD5E-0D4752CA62C2}"/>
              </a:ext>
            </a:extLst>
          </p:cNvPr>
          <p:cNvSpPr txBox="1"/>
          <p:nvPr/>
        </p:nvSpPr>
        <p:spPr>
          <a:xfrm>
            <a:off x="8051797" y="5747353"/>
            <a:ext cx="2019977" cy="52322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800" dirty="0" err="1"/>
              <a:t>npm</a:t>
            </a:r>
            <a:r>
              <a:rPr lang="en-US" sz="2800" dirty="0"/>
              <a:t> run dev</a:t>
            </a:r>
            <a:endParaRPr lang="th-TH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A67C01DB-EB42-77BF-6DEA-F321D7CEFECF}"/>
              </a:ext>
            </a:extLst>
          </p:cNvPr>
          <p:cNvSpPr txBox="1"/>
          <p:nvPr/>
        </p:nvSpPr>
        <p:spPr>
          <a:xfrm>
            <a:off x="2394856" y="5441115"/>
            <a:ext cx="4209144" cy="113569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12500"/>
              </a:lnSpc>
              <a:buNone/>
            </a:pPr>
            <a:r>
              <a:rPr lang="th-TH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th-TH" sz="15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"scripts"</a:t>
            </a:r>
            <a:r>
              <a:rPr lang="th-TH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{</a:t>
            </a:r>
          </a:p>
          <a:p>
            <a:pPr>
              <a:lnSpc>
                <a:spcPct val="112500"/>
              </a:lnSpc>
              <a:buNone/>
            </a:pPr>
            <a:r>
              <a:rPr lang="th-TH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th-TH" sz="15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"start"</a:t>
            </a:r>
            <a:r>
              <a:rPr lang="th-TH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th-TH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"node src/server.js"</a:t>
            </a:r>
            <a:r>
              <a:rPr lang="th-TH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2500"/>
              </a:lnSpc>
              <a:buNone/>
            </a:pPr>
            <a:r>
              <a:rPr lang="th-TH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th-TH" sz="15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"dev"</a:t>
            </a:r>
            <a:r>
              <a:rPr lang="th-TH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th-TH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"nodemon src/server.js"</a:t>
            </a:r>
            <a:endParaRPr lang="th-TH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500"/>
              </a:lnSpc>
              <a:buNone/>
            </a:pPr>
            <a:r>
              <a:rPr lang="th-TH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},</a:t>
            </a:r>
          </a:p>
        </p:txBody>
      </p:sp>
    </p:spTree>
    <p:extLst>
      <p:ext uri="{BB962C8B-B14F-4D97-AF65-F5344CB8AC3E}">
        <p14:creationId xmlns:p14="http://schemas.microsoft.com/office/powerpoint/2010/main" val="5932707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API Check</a:t>
            </a:r>
            <a:endParaRPr lang="th-TH" dirty="0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xmlns="" id="{CE2344DD-E49F-E8EE-36FE-889A9F10490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75574193"/>
              </p:ext>
            </p:extLst>
          </p:nvPr>
        </p:nvGraphicFramePr>
        <p:xfrm>
          <a:off x="446977" y="1922785"/>
          <a:ext cx="8310524" cy="4245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BB4F1C3C-74A9-953D-C70A-5FC5D5695D1A}"/>
              </a:ext>
            </a:extLst>
          </p:cNvPr>
          <p:cNvSpPr txBox="1"/>
          <p:nvPr/>
        </p:nvSpPr>
        <p:spPr>
          <a:xfrm>
            <a:off x="7799833" y="3539886"/>
            <a:ext cx="3945190" cy="189282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indent="0" algn="l"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1600" b="1" dirty="0"/>
              <a:t>Update</a:t>
            </a:r>
            <a:endParaRPr lang="th-TH" sz="1600" b="1" i="0" dirty="0">
              <a:effectLst/>
              <a:latin typeface="+mn-lt"/>
            </a:endParaRPr>
          </a:p>
          <a:p>
            <a:pPr marL="342900" marR="0" lvl="0" indent="-342900" algn="l" latinLnBrk="0">
              <a:buFont typeface="Arial" panose="020B0604020202020204" pitchFamily="34" charset="0"/>
              <a:buChar char="•"/>
            </a:pPr>
            <a:r>
              <a:rPr lang="th-TH" sz="1600" b="1" i="0" dirty="0">
                <a:effectLst/>
                <a:latin typeface="+mn-lt"/>
              </a:rPr>
              <a:t>URL:</a:t>
            </a:r>
            <a:r>
              <a:rPr lang="th-TH" sz="1600" b="0" i="0" dirty="0">
                <a:effectLst/>
                <a:latin typeface="+mn-lt"/>
              </a:rPr>
              <a:t> http://localhost:5000/api/users/1 </a:t>
            </a:r>
          </a:p>
          <a:p>
            <a:pPr marL="342900" marR="0" lvl="0" indent="-342900" algn="l" latinLnBrk="0">
              <a:buFont typeface="Arial" panose="020B0604020202020204" pitchFamily="34" charset="0"/>
              <a:buChar char="•"/>
            </a:pPr>
            <a:r>
              <a:rPr lang="th-TH" sz="1600" b="1" i="0" dirty="0">
                <a:effectLst/>
                <a:latin typeface="+mn-lt"/>
              </a:rPr>
              <a:t>Method:</a:t>
            </a:r>
            <a:r>
              <a:rPr lang="th-TH" sz="1600" b="0" i="0" dirty="0">
                <a:effectLst/>
                <a:latin typeface="+mn-lt"/>
              </a:rPr>
              <a:t> PUT</a:t>
            </a:r>
          </a:p>
          <a:p>
            <a:pPr marL="342900" marR="0" lvl="0" indent="-342900" algn="l" latinLnBrk="0">
              <a:buFont typeface="Arial" panose="020B0604020202020204" pitchFamily="34" charset="0"/>
              <a:buChar char="•"/>
            </a:pPr>
            <a:r>
              <a:rPr lang="th-TH" sz="1600" b="1" i="0" dirty="0">
                <a:effectLst/>
                <a:latin typeface="+mn-lt"/>
              </a:rPr>
              <a:t>Headers:</a:t>
            </a:r>
            <a:r>
              <a:rPr lang="th-TH" sz="1600" b="0" i="0" dirty="0">
                <a:effectLst/>
                <a:latin typeface="+mn-lt"/>
              </a:rPr>
              <a:t> Content-Type: application/json</a:t>
            </a:r>
          </a:p>
          <a:p>
            <a:pPr marL="342900" marR="0" lvl="0" indent="-342900" algn="l" latinLnBrk="0">
              <a:buFont typeface="Arial" panose="020B0604020202020204" pitchFamily="34" charset="0"/>
              <a:buChar char="•"/>
            </a:pPr>
            <a:r>
              <a:rPr lang="th-TH" sz="1600" b="1" i="0" dirty="0">
                <a:effectLst/>
                <a:latin typeface="+mn-lt"/>
              </a:rPr>
              <a:t>Body (Raw JSON): </a:t>
            </a:r>
            <a:r>
              <a:rPr lang="th-TH" sz="1600" b="0" i="0" dirty="0">
                <a:effectLst/>
                <a:latin typeface="+mn-lt"/>
              </a:rPr>
              <a:t>json</a:t>
            </a:r>
          </a:p>
          <a:p>
            <a:pPr lvl="1" indent="-342900">
              <a:buFont typeface="Arial" panose="020B0604020202020204" pitchFamily="34" charset="0"/>
              <a:buChar char="•"/>
            </a:pPr>
            <a:r>
              <a:rPr lang="th-TH" sz="1600" b="0" i="0" dirty="0">
                <a:solidFill>
                  <a:schemeClr val="tx1"/>
                </a:solidFill>
                <a:effectLst/>
                <a:latin typeface="+mn-lt"/>
              </a:rPr>
              <a:t>{    "name": "John Updated",    "email": "john.updated@example.com"}</a:t>
            </a:r>
            <a:endParaRPr lang="th-TH" sz="1600" b="0" i="0" dirty="0">
              <a:effectLst/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38E1BF75-27C8-E840-2802-F450A168BE3B}"/>
              </a:ext>
            </a:extLst>
          </p:cNvPr>
          <p:cNvSpPr txBox="1"/>
          <p:nvPr/>
        </p:nvSpPr>
        <p:spPr>
          <a:xfrm>
            <a:off x="7799833" y="1425288"/>
            <a:ext cx="3945190" cy="181588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0"/>
            <a:r>
              <a:rPr lang="en-US" sz="1600" b="1" dirty="0"/>
              <a:t>Insert</a:t>
            </a:r>
            <a:endParaRPr lang="th-TH" sz="1600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th-TH" sz="1600" b="1" dirty="0"/>
              <a:t>URL:</a:t>
            </a:r>
            <a:r>
              <a:rPr lang="th-TH" sz="1600" dirty="0"/>
              <a:t> http://localhost:5000/api/users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th-TH" sz="1600" b="1" dirty="0"/>
              <a:t>Method:</a:t>
            </a:r>
            <a:r>
              <a:rPr lang="th-TH" sz="1600" dirty="0"/>
              <a:t> POST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th-TH" sz="1600" b="1" dirty="0"/>
              <a:t>Headers:</a:t>
            </a:r>
            <a:r>
              <a:rPr lang="th-TH" sz="1600" dirty="0"/>
              <a:t> Content-Type: application/json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th-TH" sz="1600" b="1" dirty="0"/>
              <a:t>Body (Raw JSON): </a:t>
            </a:r>
            <a:r>
              <a:rPr lang="th-TH" sz="1600" dirty="0"/>
              <a:t>json</a:t>
            </a:r>
          </a:p>
          <a:p>
            <a:pPr lvl="1" indent="-342900">
              <a:buFont typeface="Arial" panose="020B0604020202020204" pitchFamily="34" charset="0"/>
              <a:buChar char="•"/>
            </a:pPr>
            <a:r>
              <a:rPr lang="th-TH" sz="1600" dirty="0"/>
              <a:t>{    "name": "John Doe",    "email": "john@example.com"}</a:t>
            </a:r>
          </a:p>
        </p:txBody>
      </p:sp>
    </p:spTree>
    <p:extLst>
      <p:ext uri="{BB962C8B-B14F-4D97-AF65-F5344CB8AC3E}">
        <p14:creationId xmlns:p14="http://schemas.microsoft.com/office/powerpoint/2010/main" val="198781141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13B80D20-C33A-7C38-9166-71A90ACAFD57}"/>
              </a:ext>
            </a:extLst>
          </p:cNvPr>
          <p:cNvSpPr txBox="1"/>
          <p:nvPr/>
        </p:nvSpPr>
        <p:spPr>
          <a:xfrm>
            <a:off x="812799" y="429344"/>
            <a:ext cx="2453236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Test result with Postman</a:t>
            </a:r>
            <a:endParaRPr lang="th-TH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89C19A60-74CC-ECF8-D6C1-278BD51E9623}"/>
              </a:ext>
            </a:extLst>
          </p:cNvPr>
          <p:cNvSpPr txBox="1"/>
          <p:nvPr/>
        </p:nvSpPr>
        <p:spPr>
          <a:xfrm>
            <a:off x="3141870" y="1779962"/>
            <a:ext cx="6508751" cy="86177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app = express();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app.use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express.json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app.use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express.urlencoded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 extended: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}));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E881BADC-74D7-5DCD-90B1-1FE8DDF5DF0E}"/>
              </a:ext>
            </a:extLst>
          </p:cNvPr>
          <p:cNvSpPr txBox="1"/>
          <p:nvPr/>
        </p:nvSpPr>
        <p:spPr>
          <a:xfrm>
            <a:off x="812799" y="1049665"/>
            <a:ext cx="113792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express.json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dirty="0"/>
              <a:t>is middleware parses incoming requests with the JSON string into a </a:t>
            </a:r>
            <a:r>
              <a:rPr lang="en-US" dirty="0">
                <a:solidFill>
                  <a:srgbClr val="FF0000"/>
                </a:solidFill>
              </a:rPr>
              <a:t>JavaScript object</a:t>
            </a:r>
          </a:p>
          <a:p>
            <a:r>
              <a:rPr lang="en-US" b="1" dirty="0" err="1">
                <a:solidFill>
                  <a:srgbClr val="FF0000"/>
                </a:solidFill>
              </a:rPr>
              <a:t>Express.urlencoded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dirty="0"/>
              <a:t>parses incoming requests with URL-encoded payloads, typically from HTML form submissions</a:t>
            </a:r>
            <a:endParaRPr lang="th-TH" dirty="0">
              <a:solidFill>
                <a:srgbClr val="FF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071D9450-C4A2-A366-0BB9-28F25A53B5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416"/>
          <a:stretch>
            <a:fillRect/>
          </a:stretch>
        </p:blipFill>
        <p:spPr>
          <a:xfrm>
            <a:off x="5429109" y="3609029"/>
            <a:ext cx="5099005" cy="3225800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xmlns="" id="{4271FFCD-292F-A50C-8157-8AD791F186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403" y="1736692"/>
            <a:ext cx="2114976" cy="1101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833802FD-F5C6-66C2-EC62-719AF5590DD1}"/>
              </a:ext>
            </a:extLst>
          </p:cNvPr>
          <p:cNvSpPr txBox="1"/>
          <p:nvPr/>
        </p:nvSpPr>
        <p:spPr>
          <a:xfrm>
            <a:off x="9650621" y="3199006"/>
            <a:ext cx="2450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dirty="0">
                <a:solidFill>
                  <a:schemeClr val="bg1">
                    <a:lumMod val="75000"/>
                  </a:schemeClr>
                </a:solidFill>
              </a:rPr>
              <a:t>npm install body-parser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80233FD6-F03A-DDDD-A268-5471D2C9D850}"/>
              </a:ext>
            </a:extLst>
          </p:cNvPr>
          <p:cNvSpPr txBox="1"/>
          <p:nvPr/>
        </p:nvSpPr>
        <p:spPr>
          <a:xfrm>
            <a:off x="6684146" y="3199006"/>
            <a:ext cx="1816100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urlencoded</a:t>
            </a:r>
            <a:endParaRPr lang="th-TH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177B05DB-C898-CCC8-36AF-FF1E08DF9A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3170" y="3723329"/>
            <a:ext cx="3412358" cy="31115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C5C5C3FD-0A35-5EF1-AFA4-D5C9B6896AE9}"/>
              </a:ext>
            </a:extLst>
          </p:cNvPr>
          <p:cNvSpPr txBox="1"/>
          <p:nvPr/>
        </p:nvSpPr>
        <p:spPr>
          <a:xfrm>
            <a:off x="1775563" y="3203261"/>
            <a:ext cx="1816100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aw JSON</a:t>
            </a:r>
            <a:endParaRPr lang="th-TH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xmlns="" id="{A976866F-754A-A701-353D-542115571293}"/>
              </a:ext>
            </a:extLst>
          </p:cNvPr>
          <p:cNvSpPr/>
          <p:nvPr/>
        </p:nvSpPr>
        <p:spPr>
          <a:xfrm>
            <a:off x="5078612" y="4312295"/>
            <a:ext cx="2540001" cy="861774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xmlns="" id="{DFA9CC97-003F-C288-D97A-4C9478E1EE61}"/>
              </a:ext>
            </a:extLst>
          </p:cNvPr>
          <p:cNvSpPr/>
          <p:nvPr/>
        </p:nvSpPr>
        <p:spPr>
          <a:xfrm>
            <a:off x="1054471" y="4417305"/>
            <a:ext cx="1442183" cy="861774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10423685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D1D9E8AA-7164-E4C7-3FFC-AFAE1C9D39DF}"/>
              </a:ext>
            </a:extLst>
          </p:cNvPr>
          <p:cNvSpPr txBox="1"/>
          <p:nvPr/>
        </p:nvSpPr>
        <p:spPr>
          <a:xfrm>
            <a:off x="812799" y="429344"/>
            <a:ext cx="2047548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Test result with </a:t>
            </a:r>
            <a:r>
              <a:rPr lang="en-US" dirty="0" err="1"/>
              <a:t>cmd</a:t>
            </a:r>
            <a:endParaRPr lang="th-TH" dirty="0"/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xmlns="" id="{531399DE-399B-623A-2ABF-51E325CC5D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41614551"/>
              </p:ext>
            </p:extLst>
          </p:nvPr>
        </p:nvGraphicFramePr>
        <p:xfrm>
          <a:off x="968184" y="1179577"/>
          <a:ext cx="10397807" cy="49704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EE954C04-1D9B-2253-FDDB-80190C2C503B}"/>
              </a:ext>
            </a:extLst>
          </p:cNvPr>
          <p:cNvSpPr txBox="1"/>
          <p:nvPr/>
        </p:nvSpPr>
        <p:spPr>
          <a:xfrm>
            <a:off x="3806190" y="1432719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dirty="0"/>
              <a:t>curl http://localhost:5000/api/users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CBA08D69-F7B1-F754-AE41-1E2D0E33DBC0}"/>
              </a:ext>
            </a:extLst>
          </p:cNvPr>
          <p:cNvSpPr txBox="1"/>
          <p:nvPr/>
        </p:nvSpPr>
        <p:spPr>
          <a:xfrm>
            <a:off x="3806190" y="2177167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dirty="0"/>
              <a:t>curl http://localhost:5000/api/users/1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B2576A72-81DC-7B41-EC83-FF2A11FA5B24}"/>
              </a:ext>
            </a:extLst>
          </p:cNvPr>
          <p:cNvSpPr txBox="1"/>
          <p:nvPr/>
        </p:nvSpPr>
        <p:spPr>
          <a:xfrm>
            <a:off x="3806190" y="2921615"/>
            <a:ext cx="77609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dirty="0"/>
              <a:t>curl -X POST http://localhost:5000/api/users -H "Content-Type: application/json" -d "{\"name\":\"Somchai Jaidee\",\"email\":\"somchai@example.com\"}"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DE494CFC-1C11-377D-8411-B6878D2134E3}"/>
              </a:ext>
            </a:extLst>
          </p:cNvPr>
          <p:cNvSpPr txBox="1"/>
          <p:nvPr/>
        </p:nvSpPr>
        <p:spPr>
          <a:xfrm>
            <a:off x="3806190" y="472642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dirty="0"/>
              <a:t>curl -X DELETE http://localhost:5000/api/users/1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FEECE691-BCD7-8ADF-2BBD-BDB9A52F0D56}"/>
              </a:ext>
            </a:extLst>
          </p:cNvPr>
          <p:cNvSpPr txBox="1"/>
          <p:nvPr/>
        </p:nvSpPr>
        <p:spPr>
          <a:xfrm>
            <a:off x="3806190" y="3764490"/>
            <a:ext cx="80718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curl -X PUT http://localhost:5000/api/users/1 -H "Content-Type: application/</a:t>
            </a:r>
            <a:r>
              <a:rPr lang="en-US" dirty="0" err="1"/>
              <a:t>json</a:t>
            </a:r>
            <a:r>
              <a:rPr lang="en-US" dirty="0"/>
              <a:t>" -d "{\"name\":\"Somchai Updated\",\"email\":\"new@example.com\"}"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B3F16E78-2C71-0D6A-980B-4E67379E9BEE}"/>
              </a:ext>
            </a:extLst>
          </p:cNvPr>
          <p:cNvSpPr txBox="1"/>
          <p:nvPr/>
        </p:nvSpPr>
        <p:spPr>
          <a:xfrm>
            <a:off x="3806190" y="5585198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dirty="0"/>
              <a:t>curl http://localhost:5000/api/users/search?keyword=Somchai</a:t>
            </a:r>
          </a:p>
        </p:txBody>
      </p:sp>
    </p:spTree>
    <p:extLst>
      <p:ext uri="{BB962C8B-B14F-4D97-AF65-F5344CB8AC3E}">
        <p14:creationId xmlns:p14="http://schemas.microsoft.com/office/powerpoint/2010/main" val="428336190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CD333CBE-B699-4E3B-9F45-C045F773434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h-TH"/>
          </a:p>
        </p:txBody>
      </p:sp>
      <p:pic>
        <p:nvPicPr>
          <p:cNvPr id="5" name="Picture 4" descr="A sphere crystal glass with prism colors">
            <a:extLst>
              <a:ext uri="{FF2B5EF4-FFF2-40B4-BE49-F238E27FC236}">
                <a16:creationId xmlns:a16="http://schemas.microsoft.com/office/drawing/2014/main" xmlns="" id="{E6EB2A2B-F423-FC4C-B605-982E867121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1" t="23147" b="24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F78FA41B-9A77-4FFE-A10F-9443EFDE609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657369" y="2265037"/>
            <a:ext cx="7534631" cy="2628694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2E9DCD8-E8F4-89E4-CD98-1BCB62DB7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0873" y="2477347"/>
            <a:ext cx="6766928" cy="164592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 spc="-12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PRISMA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8CE003D-9A08-D3C9-B1B9-D3FF5A54D8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24882" y="4206876"/>
            <a:ext cx="6702920" cy="530821"/>
          </a:xfrm>
        </p:spPr>
        <p:txBody>
          <a:bodyPr vert="horz" lIns="91440" tIns="45720" rIns="91440" bIns="45720" rtlCol="0">
            <a:normAutofit/>
          </a:bodyPr>
          <a:lstStyle/>
          <a:p>
            <a:endParaRPr lang="en-US" sz="2000">
              <a:solidFill>
                <a:srgbClr val="EB320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87386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PRISMA</a:t>
            </a:r>
            <a:endParaRPr lang="th-TH" dirty="0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Prisma is an open-source </a:t>
            </a:r>
            <a:r>
              <a:rPr lang="en-US" dirty="0">
                <a:highlight>
                  <a:srgbClr val="FFFF00"/>
                </a:highlight>
              </a:rPr>
              <a:t>ORM</a:t>
            </a:r>
            <a:r>
              <a:rPr lang="en-US" dirty="0"/>
              <a:t> for Node.js and TypeScript. </a:t>
            </a:r>
          </a:p>
          <a:p>
            <a:r>
              <a:rPr lang="en-US" dirty="0"/>
              <a:t>It is used as an alternative to writing plain SQL, or using another database access tool</a:t>
            </a:r>
          </a:p>
          <a:p>
            <a:r>
              <a:rPr lang="en-US" dirty="0"/>
              <a:t>ORMs provide interface through </a:t>
            </a:r>
            <a:r>
              <a:rPr lang="en-US" dirty="0">
                <a:solidFill>
                  <a:srgbClr val="FF0000"/>
                </a:solidFill>
              </a:rPr>
              <a:t>objects</a:t>
            </a:r>
            <a:r>
              <a:rPr lang="en-US" dirty="0"/>
              <a:t> to </a:t>
            </a:r>
            <a:r>
              <a:rPr lang="en-US" u="sng" dirty="0"/>
              <a:t>create, read, delete, and manipulate data </a:t>
            </a:r>
            <a:r>
              <a:rPr lang="en-US" dirty="0"/>
              <a:t>while hiding some of the complexity of the database</a:t>
            </a:r>
            <a:endParaRPr lang="th-TH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E2A9DB54-0AFD-982B-99B5-27C3A93DEAEC}"/>
              </a:ext>
            </a:extLst>
          </p:cNvPr>
          <p:cNvSpPr txBox="1"/>
          <p:nvPr/>
        </p:nvSpPr>
        <p:spPr>
          <a:xfrm>
            <a:off x="2205418" y="6487636"/>
            <a:ext cx="248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https://www.prisma.io/</a:t>
            </a:r>
            <a:endParaRPr lang="th-TH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88F010C7-4A79-EA42-F9F8-03C118C56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90130"/>
            <a:ext cx="7410427" cy="2698538"/>
          </a:xfrm>
          <a:prstGeom prst="rect">
            <a:avLst/>
          </a:prstGeom>
        </p:spPr>
      </p:pic>
      <p:pic>
        <p:nvPicPr>
          <p:cNvPr id="4100" name="Picture 4" descr="1-n relation between User and Post">
            <a:extLst>
              <a:ext uri="{FF2B5EF4-FFF2-40B4-BE49-F238E27FC236}">
                <a16:creationId xmlns:a16="http://schemas.microsoft.com/office/drawing/2014/main" xmlns="" id="{43E9BB0F-EBA0-1F77-DD99-F78DDAC912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560" y="3807632"/>
            <a:ext cx="4333477" cy="2864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40486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042A056-D0F0-06B3-55D2-C1D1E6531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Installation</a:t>
            </a:r>
            <a:endParaRPr lang="th-T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2AF9D3E-EF56-7C88-D444-B22B672F9A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&gt;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npm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install express cores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dotenv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nodemon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mysql2</a:t>
            </a:r>
          </a:p>
          <a:p>
            <a:r>
              <a:rPr lang="en-US" dirty="0"/>
              <a:t>&gt;</a:t>
            </a:r>
            <a:r>
              <a:rPr lang="th-TH" dirty="0"/>
              <a:t>npm install prisma</a:t>
            </a:r>
            <a:r>
              <a:rPr lang="en-US" dirty="0"/>
              <a:t> </a:t>
            </a:r>
          </a:p>
          <a:p>
            <a:r>
              <a:rPr lang="en-US" dirty="0"/>
              <a:t>&gt;</a:t>
            </a:r>
            <a:r>
              <a:rPr lang="th-TH" dirty="0"/>
              <a:t>npm install </a:t>
            </a:r>
            <a:r>
              <a:rPr lang="en-US" dirty="0"/>
              <a:t>@prisma/client</a:t>
            </a:r>
          </a:p>
          <a:p>
            <a:r>
              <a:rPr lang="en-US" dirty="0"/>
              <a:t>&gt;</a:t>
            </a:r>
            <a:r>
              <a:rPr lang="en-US" dirty="0" err="1"/>
              <a:t>npm</a:t>
            </a:r>
            <a:r>
              <a:rPr lang="en-US" dirty="0"/>
              <a:t> install @prisma/adapter-mariadb</a:t>
            </a:r>
            <a:endParaRPr lang="th-TH" dirty="0"/>
          </a:p>
          <a:p>
            <a:r>
              <a:rPr lang="en-US" dirty="0"/>
              <a:t>&gt;</a:t>
            </a:r>
            <a:r>
              <a:rPr lang="en-US" dirty="0" err="1"/>
              <a:t>npx</a:t>
            </a:r>
            <a:r>
              <a:rPr lang="en-US" dirty="0"/>
              <a:t> </a:t>
            </a:r>
            <a:r>
              <a:rPr lang="en-US" dirty="0" err="1"/>
              <a:t>prisma</a:t>
            </a:r>
            <a:r>
              <a:rPr lang="en-US" dirty="0"/>
              <a:t> </a:t>
            </a:r>
            <a:r>
              <a:rPr lang="en-US" dirty="0" err="1"/>
              <a:t>init</a:t>
            </a:r>
            <a:endParaRPr lang="en-US" dirty="0"/>
          </a:p>
          <a:p>
            <a:endParaRPr lang="th-TH" dirty="0"/>
          </a:p>
          <a:p>
            <a:endParaRPr lang="en-US" dirty="0"/>
          </a:p>
          <a:p>
            <a:endParaRPr lang="th-T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DAF3F894-D365-25ED-79A6-E0F404347B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3436" y="4098143"/>
            <a:ext cx="4823202" cy="1679722"/>
          </a:xfrm>
          <a:prstGeom prst="rect">
            <a:avLst/>
          </a:prstGeom>
        </p:spPr>
      </p:pic>
      <p:sp>
        <p:nvSpPr>
          <p:cNvPr id="4" name="ลูกศรโค้ง 3"/>
          <p:cNvSpPr/>
          <p:nvPr/>
        </p:nvSpPr>
        <p:spPr>
          <a:xfrm flipV="1">
            <a:off x="2360930" y="4459224"/>
            <a:ext cx="2012950" cy="889000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4B48EEAF-C082-2E55-39E9-D694C1C55E2C}"/>
              </a:ext>
            </a:extLst>
          </p:cNvPr>
          <p:cNvSpPr txBox="1"/>
          <p:nvPr/>
        </p:nvSpPr>
        <p:spPr>
          <a:xfrm>
            <a:off x="1789261" y="6406191"/>
            <a:ext cx="8242300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th-TH" dirty="0"/>
              <a:t>https://www.prisma.io/docs/orm</a:t>
            </a:r>
          </a:p>
        </p:txBody>
      </p:sp>
    </p:spTree>
    <p:extLst>
      <p:ext uri="{BB962C8B-B14F-4D97-AF65-F5344CB8AC3E}">
        <p14:creationId xmlns:p14="http://schemas.microsoft.com/office/powerpoint/2010/main" val="67455181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Setting</a:t>
            </a:r>
            <a:endParaRPr lang="th-T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81E61BF-751E-4C3C-041C-8998BD7FB9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Set provider – </a:t>
            </a:r>
            <a:r>
              <a:rPr lang="en-US" dirty="0" err="1"/>
              <a:t>mysql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Database Connection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EB5DAEBF-C2D4-010D-0A76-164293B9FBF4}"/>
              </a:ext>
            </a:extLst>
          </p:cNvPr>
          <p:cNvSpPr txBox="1"/>
          <p:nvPr/>
        </p:nvSpPr>
        <p:spPr>
          <a:xfrm>
            <a:off x="1275589" y="2639851"/>
            <a:ext cx="2489200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/</a:t>
            </a:r>
            <a:r>
              <a:rPr lang="en-US" dirty="0" err="1"/>
              <a:t>prisma</a:t>
            </a:r>
            <a:r>
              <a:rPr lang="en-US" dirty="0"/>
              <a:t>/</a:t>
            </a:r>
            <a:r>
              <a:rPr lang="en-US" dirty="0" err="1"/>
              <a:t>schema.prisma</a:t>
            </a:r>
            <a:endParaRPr lang="th-TH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77AE8A47-5384-6300-5735-C290DE569525}"/>
              </a:ext>
            </a:extLst>
          </p:cNvPr>
          <p:cNvSpPr txBox="1"/>
          <p:nvPr/>
        </p:nvSpPr>
        <p:spPr>
          <a:xfrm>
            <a:off x="1275589" y="5777865"/>
            <a:ext cx="7255256" cy="34881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DATABASE_URL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mysql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://</a:t>
            </a:r>
            <a:r>
              <a:rPr lang="en-US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USER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PASSWORD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HOST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PORT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DATABASE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301804B9-14C1-D9AA-0E24-D204D2C2F38D}"/>
              </a:ext>
            </a:extLst>
          </p:cNvPr>
          <p:cNvSpPr txBox="1"/>
          <p:nvPr/>
        </p:nvSpPr>
        <p:spPr>
          <a:xfrm>
            <a:off x="1275589" y="5408533"/>
            <a:ext cx="727456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.env</a:t>
            </a:r>
            <a:endParaRPr lang="th-TH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3BAFB530-BA30-2896-34CA-52D89DCA2CFB}"/>
              </a:ext>
            </a:extLst>
          </p:cNvPr>
          <p:cNvSpPr txBox="1"/>
          <p:nvPr/>
        </p:nvSpPr>
        <p:spPr>
          <a:xfrm>
            <a:off x="1277675" y="2990055"/>
            <a:ext cx="7255255" cy="163121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generator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client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provider =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1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prisma</a:t>
            </a:r>
            <a:r>
              <a:rPr lang="en-US" b="1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-client-</a:t>
            </a:r>
            <a:r>
              <a:rPr lang="en-US" b="1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js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datasource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provider =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1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mysql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16B37983-0D2F-3B59-76FC-D1B613CDE803}"/>
              </a:ext>
            </a:extLst>
          </p:cNvPr>
          <p:cNvSpPr txBox="1"/>
          <p:nvPr/>
        </p:nvSpPr>
        <p:spPr>
          <a:xfrm>
            <a:off x="5878286" y="3286291"/>
            <a:ext cx="4025974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Remove  output   = "../generated/</a:t>
            </a:r>
            <a:r>
              <a:rPr lang="en-US" dirty="0" err="1"/>
              <a:t>prisma</a:t>
            </a:r>
            <a:r>
              <a:rPr lang="en-US" dirty="0"/>
              <a:t>"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B3E3E9FF-BB4E-6BE3-A87F-02FB42F9987B}"/>
              </a:ext>
            </a:extLst>
          </p:cNvPr>
          <p:cNvSpPr txBox="1"/>
          <p:nvPr/>
        </p:nvSpPr>
        <p:spPr>
          <a:xfrm>
            <a:off x="8157051" y="4074068"/>
            <a:ext cx="3494418" cy="369332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Connect to </a:t>
            </a:r>
            <a:r>
              <a:rPr lang="en-US" dirty="0" err="1"/>
              <a:t>mysql</a:t>
            </a:r>
            <a:r>
              <a:rPr lang="en-US" dirty="0"/>
              <a:t> external database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124921769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Pull database</a:t>
            </a:r>
            <a:endParaRPr lang="th-TH" dirty="0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Map database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Generate </a:t>
            </a:r>
            <a:r>
              <a:rPr lang="en-US" dirty="0" err="1"/>
              <a:t>Prisma</a:t>
            </a:r>
            <a:r>
              <a:rPr lang="en-US" dirty="0"/>
              <a:t> Client to interact with database</a:t>
            </a:r>
          </a:p>
          <a:p>
            <a:endParaRPr lang="th-TH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DD5182C7-A97B-C6F3-5003-174187D9C145}"/>
              </a:ext>
            </a:extLst>
          </p:cNvPr>
          <p:cNvSpPr txBox="1"/>
          <p:nvPr/>
        </p:nvSpPr>
        <p:spPr>
          <a:xfrm>
            <a:off x="1117979" y="2783674"/>
            <a:ext cx="3282951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0" i="0" dirty="0" err="1">
                <a:solidFill>
                  <a:srgbClr val="001D35"/>
                </a:solidFill>
                <a:effectLst/>
                <a:latin typeface="Courier New" panose="02070309020205020404" pitchFamily="49" charset="0"/>
              </a:rPr>
              <a:t>npx</a:t>
            </a:r>
            <a:r>
              <a:rPr lang="en-US" b="0" i="0" dirty="0">
                <a:solidFill>
                  <a:srgbClr val="001D35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i="0" dirty="0" err="1">
                <a:solidFill>
                  <a:srgbClr val="001D35"/>
                </a:solidFill>
                <a:effectLst/>
                <a:latin typeface="Courier New" panose="02070309020205020404" pitchFamily="49" charset="0"/>
              </a:rPr>
              <a:t>prisma</a:t>
            </a:r>
            <a:r>
              <a:rPr lang="en-US" b="0" i="0" dirty="0">
                <a:solidFill>
                  <a:srgbClr val="001D35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i="0" dirty="0" err="1">
                <a:solidFill>
                  <a:srgbClr val="001D35"/>
                </a:solidFill>
                <a:effectLst/>
                <a:latin typeface="Courier New" panose="02070309020205020404" pitchFamily="49" charset="0"/>
              </a:rPr>
              <a:t>db</a:t>
            </a:r>
            <a:r>
              <a:rPr lang="en-US" b="0" i="0" dirty="0">
                <a:solidFill>
                  <a:srgbClr val="001D35"/>
                </a:solidFill>
                <a:effectLst/>
                <a:latin typeface="Courier New" panose="02070309020205020404" pitchFamily="49" charset="0"/>
              </a:rPr>
              <a:t> pull</a:t>
            </a:r>
            <a:endParaRPr lang="th-TH" dirty="0"/>
          </a:p>
        </p:txBody>
      </p:sp>
      <p:pic>
        <p:nvPicPr>
          <p:cNvPr id="5" name="Picture 13">
            <a:extLst>
              <a:ext uri="{FF2B5EF4-FFF2-40B4-BE49-F238E27FC236}">
                <a16:creationId xmlns:a16="http://schemas.microsoft.com/office/drawing/2014/main" xmlns="" id="{CA634714-9664-B031-A7C8-16755AEC75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3892" y="1532750"/>
            <a:ext cx="3173820" cy="21124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4AFFF5F7-CAF2-00FD-2397-DFA82EF5F4B7}"/>
              </a:ext>
            </a:extLst>
          </p:cNvPr>
          <p:cNvSpPr txBox="1"/>
          <p:nvPr/>
        </p:nvSpPr>
        <p:spPr>
          <a:xfrm>
            <a:off x="9048512" y="1163418"/>
            <a:ext cx="2489200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/</a:t>
            </a:r>
            <a:r>
              <a:rPr lang="en-US" dirty="0" err="1"/>
              <a:t>prisma</a:t>
            </a:r>
            <a:r>
              <a:rPr lang="en-US" dirty="0"/>
              <a:t>/</a:t>
            </a:r>
            <a:r>
              <a:rPr lang="en-US" dirty="0" err="1"/>
              <a:t>schema.prisma</a:t>
            </a:r>
            <a:endParaRPr lang="th-TH" dirty="0"/>
          </a:p>
        </p:txBody>
      </p:sp>
      <p:sp>
        <p:nvSpPr>
          <p:cNvPr id="7" name="Arrow: Right 15">
            <a:extLst>
              <a:ext uri="{FF2B5EF4-FFF2-40B4-BE49-F238E27FC236}">
                <a16:creationId xmlns:a16="http://schemas.microsoft.com/office/drawing/2014/main" xmlns="" id="{0B4A6B64-4445-5EE8-A940-5E9198243048}"/>
              </a:ext>
            </a:extLst>
          </p:cNvPr>
          <p:cNvSpPr/>
          <p:nvPr/>
        </p:nvSpPr>
        <p:spPr>
          <a:xfrm>
            <a:off x="4774902" y="2778751"/>
            <a:ext cx="3494418" cy="34881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A0778708-7472-C9EB-90DA-0A0A3277C9A4}"/>
              </a:ext>
            </a:extLst>
          </p:cNvPr>
          <p:cNvSpPr txBox="1"/>
          <p:nvPr/>
        </p:nvSpPr>
        <p:spPr>
          <a:xfrm>
            <a:off x="1142618" y="4886381"/>
            <a:ext cx="3258312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0" i="0" dirty="0" err="1">
                <a:solidFill>
                  <a:srgbClr val="001D35"/>
                </a:solidFill>
                <a:effectLst/>
                <a:latin typeface="Courier New" panose="02070309020205020404" pitchFamily="49" charset="0"/>
              </a:rPr>
              <a:t>npx</a:t>
            </a:r>
            <a:r>
              <a:rPr lang="en-US" b="0" i="0" dirty="0">
                <a:solidFill>
                  <a:srgbClr val="001D35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i="0" dirty="0" err="1">
                <a:solidFill>
                  <a:srgbClr val="001D35"/>
                </a:solidFill>
                <a:effectLst/>
                <a:latin typeface="Courier New" panose="02070309020205020404" pitchFamily="49" charset="0"/>
              </a:rPr>
              <a:t>prisma</a:t>
            </a:r>
            <a:r>
              <a:rPr lang="en-US" b="0" i="0" dirty="0">
                <a:solidFill>
                  <a:srgbClr val="001D35"/>
                </a:solidFill>
                <a:effectLst/>
                <a:latin typeface="Courier New" panose="02070309020205020404" pitchFamily="49" charset="0"/>
              </a:rPr>
              <a:t> generate</a:t>
            </a:r>
            <a:endParaRPr lang="th-TH" dirty="0"/>
          </a:p>
        </p:txBody>
      </p:sp>
      <p:sp>
        <p:nvSpPr>
          <p:cNvPr id="9" name="Arrow: Right 19">
            <a:extLst>
              <a:ext uri="{FF2B5EF4-FFF2-40B4-BE49-F238E27FC236}">
                <a16:creationId xmlns:a16="http://schemas.microsoft.com/office/drawing/2014/main" xmlns="" id="{1D8558BA-E79B-B311-34AD-33D90BB760B3}"/>
              </a:ext>
            </a:extLst>
          </p:cNvPr>
          <p:cNvSpPr/>
          <p:nvPr/>
        </p:nvSpPr>
        <p:spPr>
          <a:xfrm>
            <a:off x="4905756" y="4876338"/>
            <a:ext cx="1901443" cy="34881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pic>
        <p:nvPicPr>
          <p:cNvPr id="10" name="Picture 3">
            <a:extLst>
              <a:ext uri="{FF2B5EF4-FFF2-40B4-BE49-F238E27FC236}">
                <a16:creationId xmlns:a16="http://schemas.microsoft.com/office/drawing/2014/main" xmlns="" id="{8AC58EC1-04F6-24CB-E135-C6CDBA47AD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3418" y="3954474"/>
            <a:ext cx="1637589" cy="2541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33726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64D3EE45-C097-6BFC-348A-579EE9F42516}"/>
              </a:ext>
            </a:extLst>
          </p:cNvPr>
          <p:cNvSpPr txBox="1"/>
          <p:nvPr/>
        </p:nvSpPr>
        <p:spPr>
          <a:xfrm>
            <a:off x="609926" y="1633325"/>
            <a:ext cx="1340432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 err="1"/>
              <a:t>db</a:t>
            </a:r>
            <a:r>
              <a:rPr lang="en-US" dirty="0"/>
              <a:t>/prisma.js</a:t>
            </a:r>
            <a:endParaRPr lang="th-TH" dirty="0"/>
          </a:p>
        </p:txBody>
      </p:sp>
      <p:sp>
        <p:nvSpPr>
          <p:cNvPr id="7" name="สี่เหลี่ยมผืนผ้า 6"/>
          <p:cNvSpPr/>
          <p:nvPr/>
        </p:nvSpPr>
        <p:spPr>
          <a:xfrm>
            <a:off x="1950358" y="1633325"/>
            <a:ext cx="91440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{ </a:t>
            </a:r>
            <a:r>
              <a:rPr lang="en-US" dirty="0" err="1">
                <a:solidFill>
                  <a:srgbClr val="267F99"/>
                </a:solidFill>
                <a:latin typeface="Consolas"/>
              </a:rPr>
              <a:t>PrismaClient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}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795E26"/>
                </a:solidFill>
                <a:latin typeface="Consolas"/>
              </a:rPr>
              <a:t>require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'@</a:t>
            </a:r>
            <a:r>
              <a:rPr lang="en-US" dirty="0" err="1">
                <a:solidFill>
                  <a:srgbClr val="A31515"/>
                </a:solidFill>
                <a:latin typeface="Consolas"/>
              </a:rPr>
              <a:t>prisma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/client'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);</a:t>
            </a:r>
          </a:p>
          <a:p>
            <a:r>
              <a:rPr lang="en-US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{ </a:t>
            </a:r>
            <a:r>
              <a:rPr lang="en-US" dirty="0" err="1">
                <a:solidFill>
                  <a:srgbClr val="267F99"/>
                </a:solidFill>
                <a:latin typeface="Consolas"/>
              </a:rPr>
              <a:t>PrismaMariaDb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}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795E26"/>
                </a:solidFill>
                <a:latin typeface="Consolas"/>
              </a:rPr>
              <a:t>require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'@</a:t>
            </a:r>
            <a:r>
              <a:rPr lang="en-US" dirty="0" err="1">
                <a:solidFill>
                  <a:srgbClr val="A31515"/>
                </a:solidFill>
                <a:latin typeface="Consolas"/>
              </a:rPr>
              <a:t>prisma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/adapter-</a:t>
            </a:r>
            <a:r>
              <a:rPr lang="en-US" dirty="0" err="1">
                <a:solidFill>
                  <a:srgbClr val="A31515"/>
                </a:solidFill>
                <a:latin typeface="Consolas"/>
              </a:rPr>
              <a:t>mariadb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);</a:t>
            </a:r>
          </a:p>
          <a:p>
            <a:r>
              <a:rPr lang="en-US" dirty="0">
                <a:solidFill>
                  <a:srgbClr val="795E26"/>
                </a:solidFill>
                <a:latin typeface="Consolas"/>
              </a:rPr>
              <a:t>require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dirty="0" err="1">
                <a:solidFill>
                  <a:srgbClr val="A31515"/>
                </a:solidFill>
                <a:latin typeface="Consolas"/>
              </a:rPr>
              <a:t>dotenv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config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();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/>
            </a:r>
            <a:br>
              <a:rPr lang="en-US" dirty="0">
                <a:solidFill>
                  <a:srgbClr val="3B3B3B"/>
                </a:solidFill>
                <a:latin typeface="Consolas"/>
              </a:rPr>
            </a:br>
            <a:r>
              <a:rPr lang="en-US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70C1"/>
                </a:solidFill>
                <a:latin typeface="Consolas"/>
              </a:rPr>
              <a:t>mariadb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795E26"/>
                </a:solidFill>
                <a:latin typeface="Consolas"/>
              </a:rPr>
              <a:t>require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dirty="0" err="1">
                <a:solidFill>
                  <a:srgbClr val="A31515"/>
                </a:solidFill>
                <a:latin typeface="Consolas"/>
              </a:rPr>
              <a:t>mariadb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/>
            </a:r>
            <a:br>
              <a:rPr lang="en-US" dirty="0">
                <a:solidFill>
                  <a:srgbClr val="3B3B3B"/>
                </a:solidFill>
                <a:latin typeface="Consolas"/>
              </a:rPr>
            </a:br>
            <a:r>
              <a:rPr lang="en-US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70C1"/>
                </a:solidFill>
                <a:latin typeface="Consolas"/>
              </a:rPr>
              <a:t>pool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mariadb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createPool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({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host: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process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env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0070C1"/>
                </a:solidFill>
                <a:latin typeface="Consolas"/>
              </a:rPr>
              <a:t>DB_HOST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,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port: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process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env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0070C1"/>
                </a:solidFill>
                <a:latin typeface="Consolas"/>
              </a:rPr>
              <a:t>DB_PORT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,   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user: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process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env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0070C1"/>
                </a:solidFill>
                <a:latin typeface="Consolas"/>
              </a:rPr>
              <a:t>DB_USER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,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password: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process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env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0070C1"/>
                </a:solidFill>
                <a:latin typeface="Consolas"/>
              </a:rPr>
              <a:t>DB_PASSWORD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,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database: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process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env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0070C1"/>
                </a:solidFill>
                <a:latin typeface="Consolas"/>
              </a:rPr>
              <a:t>DB_NAME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,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connectionLimit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: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98658"/>
                </a:solidFill>
                <a:latin typeface="Consolas"/>
              </a:rPr>
              <a:t>5</a:t>
            </a:r>
            <a:endParaRPr lang="en-US" dirty="0">
              <a:solidFill>
                <a:srgbClr val="3B3B3B"/>
              </a:solidFill>
              <a:latin typeface="Consolas"/>
            </a:endParaRP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});</a:t>
            </a:r>
          </a:p>
          <a:p>
            <a:r>
              <a:rPr lang="en-US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70C1"/>
                </a:solidFill>
                <a:latin typeface="Consolas"/>
              </a:rPr>
              <a:t>adapter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new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267F99"/>
                </a:solidFill>
                <a:latin typeface="Consolas"/>
              </a:rPr>
              <a:t>PrismaMariaDb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0070C1"/>
                </a:solidFill>
                <a:latin typeface="Consolas"/>
              </a:rPr>
              <a:t>pool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);</a:t>
            </a:r>
          </a:p>
          <a:p>
            <a:r>
              <a:rPr lang="en-US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70C1"/>
                </a:solidFill>
                <a:latin typeface="Consolas"/>
              </a:rPr>
              <a:t>prisma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new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267F99"/>
                </a:solidFill>
                <a:latin typeface="Consolas"/>
              </a:rPr>
              <a:t>PrismaClient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({ 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adapter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});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/>
            </a:r>
            <a:br>
              <a:rPr lang="en-US" dirty="0">
                <a:solidFill>
                  <a:srgbClr val="3B3B3B"/>
                </a:solidFill>
                <a:latin typeface="Consolas"/>
              </a:rPr>
            </a:br>
            <a:r>
              <a:rPr lang="en-US" dirty="0" err="1">
                <a:solidFill>
                  <a:srgbClr val="0070C1"/>
                </a:solidFill>
                <a:latin typeface="Consolas"/>
              </a:rPr>
              <a:t>module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0070C1"/>
                </a:solidFill>
                <a:latin typeface="Consolas"/>
              </a:rPr>
              <a:t>exports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70C1"/>
                </a:solidFill>
                <a:latin typeface="Consolas"/>
              </a:rPr>
              <a:t>prisma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;</a:t>
            </a:r>
            <a:endParaRPr lang="en-US" b="0" dirty="0">
              <a:solidFill>
                <a:srgbClr val="3B3B3B"/>
              </a:solidFill>
              <a:effectLst/>
              <a:latin typeface="Consolas"/>
            </a:endParaRPr>
          </a:p>
        </p:txBody>
      </p:sp>
      <p:sp>
        <p:nvSpPr>
          <p:cNvPr id="8" name="ชื่อเรื่อง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</a:t>
            </a:r>
            <a:r>
              <a:rPr lang="en-US" dirty="0" err="1"/>
              <a:t>prisma</a:t>
            </a:r>
            <a:r>
              <a:rPr lang="en-US" dirty="0"/>
              <a:t> module (</a:t>
            </a:r>
            <a:r>
              <a:rPr lang="en-US" dirty="0" err="1"/>
              <a:t>dbpool</a:t>
            </a:r>
            <a:r>
              <a:rPr lang="en-US" dirty="0"/>
              <a:t>)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81052659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server</a:t>
            </a:r>
            <a:endParaRPr lang="th-TH" dirty="0"/>
          </a:p>
        </p:txBody>
      </p:sp>
      <p:sp>
        <p:nvSpPr>
          <p:cNvPr id="3" name="สี่เหลี่ยมผืนผ้า 2"/>
          <p:cNvSpPr/>
          <p:nvPr/>
        </p:nvSpPr>
        <p:spPr>
          <a:xfrm>
            <a:off x="1553028" y="1789729"/>
            <a:ext cx="8606971" cy="452431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795E26"/>
                </a:solidFill>
                <a:latin typeface="Consolas"/>
              </a:rPr>
              <a:t>express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795E26"/>
                </a:solidFill>
                <a:latin typeface="Consolas"/>
              </a:rPr>
              <a:t>require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'express'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);</a:t>
            </a:r>
          </a:p>
          <a:p>
            <a:r>
              <a:rPr lang="en-US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70C1"/>
                </a:solidFill>
                <a:latin typeface="Consolas"/>
              </a:rPr>
              <a:t>prisma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795E26"/>
                </a:solidFill>
                <a:latin typeface="Consolas"/>
              </a:rPr>
              <a:t>require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'./</a:t>
            </a:r>
            <a:r>
              <a:rPr lang="en-US" dirty="0" err="1">
                <a:solidFill>
                  <a:srgbClr val="A31515"/>
                </a:solidFill>
                <a:latin typeface="Consolas"/>
              </a:rPr>
              <a:t>db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/</a:t>
            </a:r>
            <a:r>
              <a:rPr lang="en-US" dirty="0" err="1">
                <a:solidFill>
                  <a:srgbClr val="A31515"/>
                </a:solidFill>
                <a:latin typeface="Consolas"/>
              </a:rPr>
              <a:t>prisma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);</a:t>
            </a:r>
          </a:p>
          <a:p>
            <a:r>
              <a:rPr lang="en-US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70C1"/>
                </a:solidFill>
                <a:latin typeface="Consolas"/>
              </a:rPr>
              <a:t>app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795E26"/>
                </a:solidFill>
                <a:latin typeface="Consolas"/>
              </a:rPr>
              <a:t>express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();</a:t>
            </a:r>
          </a:p>
          <a:p>
            <a:r>
              <a:rPr lang="en-US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70C1"/>
                </a:solidFill>
                <a:latin typeface="Consolas"/>
              </a:rPr>
              <a:t>port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98658"/>
                </a:solidFill>
                <a:latin typeface="Consolas"/>
              </a:rPr>
              <a:t>3000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/>
            </a:r>
            <a:br>
              <a:rPr lang="en-US" dirty="0">
                <a:solidFill>
                  <a:srgbClr val="3B3B3B"/>
                </a:solidFill>
                <a:latin typeface="Consolas"/>
              </a:rPr>
            </a:br>
            <a:r>
              <a:rPr lang="en-US" dirty="0">
                <a:solidFill>
                  <a:srgbClr val="008000"/>
                </a:solidFill>
                <a:latin typeface="Consolas"/>
              </a:rPr>
              <a:t>//middleware</a:t>
            </a:r>
            <a:endParaRPr lang="en-US" dirty="0">
              <a:solidFill>
                <a:srgbClr val="3B3B3B"/>
              </a:solidFill>
              <a:latin typeface="Consolas"/>
            </a:endParaRPr>
          </a:p>
          <a:p>
            <a:r>
              <a:rPr lang="en-US" dirty="0" err="1">
                <a:solidFill>
                  <a:srgbClr val="0070C1"/>
                </a:solidFill>
                <a:latin typeface="Consolas"/>
              </a:rPr>
              <a:t>app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use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express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json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());</a:t>
            </a:r>
          </a:p>
          <a:p>
            <a:r>
              <a:rPr lang="en-US" dirty="0" err="1">
                <a:solidFill>
                  <a:srgbClr val="0070C1"/>
                </a:solidFill>
                <a:latin typeface="Consolas"/>
              </a:rPr>
              <a:t>app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use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express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urlencoded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({ 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extended: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true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}));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/>
            </a:r>
            <a:br>
              <a:rPr lang="en-US" dirty="0">
                <a:solidFill>
                  <a:srgbClr val="3B3B3B"/>
                </a:solidFill>
                <a:latin typeface="Consolas"/>
              </a:rPr>
            </a:br>
            <a:r>
              <a:rPr lang="en-US" dirty="0" err="1">
                <a:solidFill>
                  <a:srgbClr val="0070C1"/>
                </a:solidFill>
                <a:latin typeface="Consolas"/>
              </a:rPr>
              <a:t>app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get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'/customers'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, </a:t>
            </a:r>
            <a:r>
              <a:rPr lang="en-US" dirty="0" err="1">
                <a:solidFill>
                  <a:srgbClr val="0000FF"/>
                </a:solidFill>
                <a:latin typeface="Consolas"/>
              </a:rPr>
              <a:t>async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(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req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, 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res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 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=&gt;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{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70C1"/>
                </a:solidFill>
                <a:latin typeface="Consolas"/>
              </a:rPr>
              <a:t>customers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await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70C1"/>
                </a:solidFill>
                <a:latin typeface="Consolas"/>
              </a:rPr>
              <a:t>prisma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customers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findMany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();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res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send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0070C1"/>
                </a:solidFill>
                <a:latin typeface="Consolas"/>
              </a:rPr>
              <a:t>customers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});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/>
            </a:r>
            <a:br>
              <a:rPr lang="en-US" dirty="0">
                <a:solidFill>
                  <a:srgbClr val="3B3B3B"/>
                </a:solidFill>
                <a:latin typeface="Consolas"/>
              </a:rPr>
            </a:br>
            <a:r>
              <a:rPr lang="en-US" dirty="0" err="1">
                <a:solidFill>
                  <a:srgbClr val="0070C1"/>
                </a:solidFill>
                <a:latin typeface="Consolas"/>
              </a:rPr>
              <a:t>app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listen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0070C1"/>
                </a:solidFill>
                <a:latin typeface="Consolas"/>
              </a:rPr>
              <a:t>port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, () 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=&gt;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{ 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console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>
                <a:solidFill>
                  <a:srgbClr val="795E26"/>
                </a:solidFill>
                <a:latin typeface="Consolas"/>
              </a:rPr>
              <a:t>log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"server start at port "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, </a:t>
            </a:r>
            <a:r>
              <a:rPr lang="en-US" dirty="0">
                <a:solidFill>
                  <a:srgbClr val="0070C1"/>
                </a:solidFill>
                <a:latin typeface="Consolas"/>
              </a:rPr>
              <a:t>port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 })</a:t>
            </a:r>
            <a:endParaRPr lang="en-US" b="0" dirty="0">
              <a:solidFill>
                <a:srgbClr val="3B3B3B"/>
              </a:solidFill>
              <a:effectLst/>
              <a:latin typeface="Consolas"/>
            </a:endParaRPr>
          </a:p>
        </p:txBody>
      </p:sp>
      <p:pic>
        <p:nvPicPr>
          <p:cNvPr id="4" name="Picture 9">
            <a:extLst>
              <a:ext uri="{FF2B5EF4-FFF2-40B4-BE49-F238E27FC236}">
                <a16:creationId xmlns:a16="http://schemas.microsoft.com/office/drawing/2014/main" xmlns="" id="{11D08F4E-44F6-1D6B-EF60-51C1A58CED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4986" y="1163805"/>
            <a:ext cx="2944258" cy="29266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19AD8ADA-C280-7B21-A569-FCB5666B9684}"/>
              </a:ext>
            </a:extLst>
          </p:cNvPr>
          <p:cNvSpPr txBox="1"/>
          <p:nvPr/>
        </p:nvSpPr>
        <p:spPr>
          <a:xfrm>
            <a:off x="101600" y="1789729"/>
            <a:ext cx="1451428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prismaTest.js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20929082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22920B73-801E-50A0-0267-A64AD82700DD}"/>
              </a:ext>
            </a:extLst>
          </p:cNvPr>
          <p:cNvSpPr txBox="1"/>
          <p:nvPr/>
        </p:nvSpPr>
        <p:spPr>
          <a:xfrm>
            <a:off x="1727200" y="1849255"/>
            <a:ext cx="8242300" cy="317009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app.get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'/customers'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(req, res)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chemeClr val="bg1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const customers = await </a:t>
            </a:r>
            <a:r>
              <a:rPr lang="en-US" b="0" dirty="0" err="1">
                <a:solidFill>
                  <a:schemeClr val="bg1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prisma.customers.findMany</a:t>
            </a:r>
            <a:r>
              <a:rPr lang="en-US" b="0" dirty="0">
                <a:solidFill>
                  <a:schemeClr val="bg1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chemeClr val="bg1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chemeClr val="bg1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res.send</a:t>
            </a:r>
            <a:r>
              <a:rPr lang="en-US" b="0" dirty="0">
                <a:solidFill>
                  <a:schemeClr val="bg1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(customers);</a:t>
            </a:r>
          </a:p>
          <a:p>
            <a:pPr>
              <a:lnSpc>
                <a:spcPts val="2025"/>
              </a:lnSpc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(err) {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console.log(err)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res.send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"error"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).status(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FEDF2DFC-7CB6-E950-8C63-DCED592344F3}"/>
              </a:ext>
            </a:extLst>
          </p:cNvPr>
          <p:cNvSpPr txBox="1"/>
          <p:nvPr/>
        </p:nvSpPr>
        <p:spPr>
          <a:xfrm>
            <a:off x="1727200" y="1479923"/>
            <a:ext cx="8242300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Send error with try/ catch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190611224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สี่เหลี่ยมผืนผ้า 2"/>
          <p:cNvSpPr/>
          <p:nvPr/>
        </p:nvSpPr>
        <p:spPr>
          <a:xfrm>
            <a:off x="2061028" y="2561441"/>
            <a:ext cx="8911772" cy="313932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70C1"/>
                </a:solidFill>
                <a:latin typeface="Consolas"/>
              </a:rPr>
              <a:t>prisma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795E26"/>
                </a:solidFill>
                <a:latin typeface="Consolas"/>
              </a:rPr>
              <a:t>require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'../</a:t>
            </a:r>
            <a:r>
              <a:rPr lang="en-US" dirty="0" err="1">
                <a:solidFill>
                  <a:srgbClr val="A31515"/>
                </a:solidFill>
                <a:latin typeface="Consolas"/>
              </a:rPr>
              <a:t>db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/</a:t>
            </a:r>
            <a:r>
              <a:rPr lang="en-US" dirty="0" err="1">
                <a:solidFill>
                  <a:srgbClr val="A31515"/>
                </a:solidFill>
                <a:latin typeface="Consolas"/>
              </a:rPr>
              <a:t>prisma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/>
            </a:r>
            <a:br>
              <a:rPr lang="en-US" dirty="0">
                <a:solidFill>
                  <a:srgbClr val="3B3B3B"/>
                </a:solidFill>
                <a:latin typeface="Consolas"/>
              </a:rPr>
            </a:br>
            <a:r>
              <a:rPr lang="en-US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getCustomers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Consolas"/>
              </a:rPr>
              <a:t>async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(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req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, 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res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 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=&gt;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{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try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{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let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customers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await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70C1"/>
                </a:solidFill>
                <a:latin typeface="Consolas"/>
              </a:rPr>
              <a:t>prisma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customers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findMany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();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res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json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customers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}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catch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(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err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 {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console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error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'Error fetching customers:'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, 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err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res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status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098658"/>
                </a:solidFill>
                <a:latin typeface="Consolas"/>
              </a:rPr>
              <a:t>500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json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({ 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error: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'Database error'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});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}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};</a:t>
            </a:r>
            <a:endParaRPr lang="en-US" b="0" dirty="0">
              <a:solidFill>
                <a:srgbClr val="3B3B3B"/>
              </a:solidFill>
              <a:effectLst/>
              <a:latin typeface="Consola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64D3EE45-C097-6BFC-348A-579EE9F42516}"/>
              </a:ext>
            </a:extLst>
          </p:cNvPr>
          <p:cNvSpPr txBox="1"/>
          <p:nvPr/>
        </p:nvSpPr>
        <p:spPr>
          <a:xfrm>
            <a:off x="1181100" y="2039046"/>
            <a:ext cx="3229795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controllers/customerController.js</a:t>
            </a:r>
            <a:endParaRPr lang="th-TH" dirty="0"/>
          </a:p>
        </p:txBody>
      </p:sp>
      <p:sp>
        <p:nvSpPr>
          <p:cNvPr id="5" name="สี่เหลี่ยมผืนผ้า 4"/>
          <p:cNvSpPr/>
          <p:nvPr/>
        </p:nvSpPr>
        <p:spPr>
          <a:xfrm>
            <a:off x="10145485" y="7257"/>
            <a:ext cx="2046515" cy="42091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getAll</a:t>
            </a:r>
            <a:endParaRPr lang="th-TH" dirty="0"/>
          </a:p>
        </p:txBody>
      </p:sp>
      <p:sp>
        <p:nvSpPr>
          <p:cNvPr id="6" name="ชื่อเรื่อง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Controller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83698411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สี่เหลี่ยมผืนผ้า 1"/>
          <p:cNvSpPr/>
          <p:nvPr/>
        </p:nvSpPr>
        <p:spPr>
          <a:xfrm>
            <a:off x="1494971" y="1317402"/>
            <a:ext cx="9673772" cy="424731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getCustomerById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Consolas"/>
              </a:rPr>
              <a:t>async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(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req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, 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res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 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=&gt;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{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{ </a:t>
            </a:r>
            <a:r>
              <a:rPr lang="en-US" dirty="0">
                <a:solidFill>
                  <a:srgbClr val="0070C1"/>
                </a:solidFill>
                <a:latin typeface="Consolas"/>
              </a:rPr>
              <a:t>id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}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req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params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try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{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</a:t>
            </a:r>
            <a:r>
              <a:rPr lang="en-US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70C1"/>
                </a:solidFill>
                <a:latin typeface="Consolas"/>
              </a:rPr>
              <a:t>customer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await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70C1"/>
                </a:solidFill>
                <a:latin typeface="Consolas"/>
              </a:rPr>
              <a:t>prisma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customers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findUnique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({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    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where: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{ 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id: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267F99"/>
                </a:solidFill>
                <a:latin typeface="Consolas"/>
              </a:rPr>
              <a:t>Number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0070C1"/>
                </a:solidFill>
                <a:latin typeface="Consolas"/>
              </a:rPr>
              <a:t>id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 }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});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if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(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!</a:t>
            </a:r>
            <a:r>
              <a:rPr lang="en-US" dirty="0">
                <a:solidFill>
                  <a:srgbClr val="0070C1"/>
                </a:solidFill>
                <a:latin typeface="Consolas"/>
              </a:rPr>
              <a:t>customer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 {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   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return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res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status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098658"/>
                </a:solidFill>
                <a:latin typeface="Consolas"/>
              </a:rPr>
              <a:t>404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json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({ 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error: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'Customer not found'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});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}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res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json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0070C1"/>
                </a:solidFill>
                <a:latin typeface="Consolas"/>
              </a:rPr>
              <a:t>customer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}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catch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(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err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 {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console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error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'Error fetching customer:'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, 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err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res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status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098658"/>
                </a:solidFill>
                <a:latin typeface="Consolas"/>
              </a:rPr>
              <a:t>500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json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({ 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error: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'Database error'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});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}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};</a:t>
            </a:r>
            <a:endParaRPr lang="en-US" b="0" dirty="0">
              <a:solidFill>
                <a:srgbClr val="3B3B3B"/>
              </a:solidFill>
              <a:effectLst/>
              <a:latin typeface="Consolas"/>
            </a:endParaRPr>
          </a:p>
        </p:txBody>
      </p:sp>
      <p:sp>
        <p:nvSpPr>
          <p:cNvPr id="3" name="สี่เหลี่ยมผืนผ้า 2"/>
          <p:cNvSpPr/>
          <p:nvPr/>
        </p:nvSpPr>
        <p:spPr>
          <a:xfrm>
            <a:off x="10145485" y="7257"/>
            <a:ext cx="2046515" cy="42091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getById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90133219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สี่เหลี่ยมผืนผ้า 1"/>
          <p:cNvSpPr/>
          <p:nvPr/>
        </p:nvSpPr>
        <p:spPr>
          <a:xfrm>
            <a:off x="1175657" y="888177"/>
            <a:ext cx="10566400" cy="535531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createCustomer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Consolas"/>
              </a:rPr>
              <a:t>async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(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req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, 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res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 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=&gt;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{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let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{ 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fName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, 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lName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, 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province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}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req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body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if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(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!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fName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||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!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lName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||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!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province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 {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return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res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status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098658"/>
                </a:solidFill>
                <a:latin typeface="Consolas"/>
              </a:rPr>
              <a:t>400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json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({ 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error: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'Name and province are required'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});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}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try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{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</a:t>
            </a:r>
            <a:r>
              <a:rPr lang="en-US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70C1"/>
                </a:solidFill>
                <a:latin typeface="Consolas"/>
              </a:rPr>
              <a:t>newCustomer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await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70C1"/>
                </a:solidFill>
                <a:latin typeface="Consolas"/>
              </a:rPr>
              <a:t>prisma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customers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create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({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    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data: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{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        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fName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: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fName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,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        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lName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: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lName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,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        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province: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267F99"/>
                </a:solidFill>
                <a:latin typeface="Consolas"/>
              </a:rPr>
              <a:t>Number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province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    }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});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res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status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098658"/>
                </a:solidFill>
                <a:latin typeface="Consolas"/>
              </a:rPr>
              <a:t>201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json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 err="1">
                <a:solidFill>
                  <a:srgbClr val="0070C1"/>
                </a:solidFill>
                <a:latin typeface="Consolas"/>
              </a:rPr>
              <a:t>newCustomer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}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catch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(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err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 {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console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error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'Error creating customer:'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, 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err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res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status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098658"/>
                </a:solidFill>
                <a:latin typeface="Consolas"/>
              </a:rPr>
              <a:t>500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json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({ 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error: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'Database error'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});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}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};</a:t>
            </a:r>
            <a:endParaRPr lang="en-US" b="0" dirty="0">
              <a:solidFill>
                <a:srgbClr val="3B3B3B"/>
              </a:solidFill>
              <a:effectLst/>
              <a:latin typeface="Consolas"/>
            </a:endParaRPr>
          </a:p>
        </p:txBody>
      </p:sp>
      <p:sp>
        <p:nvSpPr>
          <p:cNvPr id="3" name="สี่เหลี่ยมผืนผ้า 2"/>
          <p:cNvSpPr/>
          <p:nvPr/>
        </p:nvSpPr>
        <p:spPr>
          <a:xfrm>
            <a:off x="10145485" y="7257"/>
            <a:ext cx="2046515" cy="42091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Create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58136867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สี่เหลี่ยมผืนผ้า 1"/>
          <p:cNvSpPr/>
          <p:nvPr/>
        </p:nvSpPr>
        <p:spPr>
          <a:xfrm>
            <a:off x="1117599" y="953316"/>
            <a:ext cx="10305144" cy="507831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updateCustomer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Consolas"/>
              </a:rPr>
              <a:t>async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(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req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, 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res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 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=&gt;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{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{ </a:t>
            </a:r>
            <a:r>
              <a:rPr lang="en-US" dirty="0">
                <a:solidFill>
                  <a:srgbClr val="0070C1"/>
                </a:solidFill>
                <a:latin typeface="Consolas"/>
              </a:rPr>
              <a:t>id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}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req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params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{ </a:t>
            </a:r>
            <a:r>
              <a:rPr lang="en-US" dirty="0" err="1">
                <a:solidFill>
                  <a:srgbClr val="0070C1"/>
                </a:solidFill>
                <a:latin typeface="Consolas"/>
              </a:rPr>
              <a:t>fName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, </a:t>
            </a:r>
            <a:r>
              <a:rPr lang="en-US" dirty="0" err="1">
                <a:solidFill>
                  <a:srgbClr val="0070C1"/>
                </a:solidFill>
                <a:latin typeface="Consolas"/>
              </a:rPr>
              <a:t>lName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,</a:t>
            </a:r>
            <a:r>
              <a:rPr lang="en-US" dirty="0" err="1">
                <a:solidFill>
                  <a:srgbClr val="0070C1"/>
                </a:solidFill>
                <a:latin typeface="Consolas"/>
              </a:rPr>
              <a:t>province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}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req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body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try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{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</a:t>
            </a:r>
            <a:r>
              <a:rPr lang="en-US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70C1"/>
                </a:solidFill>
                <a:latin typeface="Consolas"/>
              </a:rPr>
              <a:t>updatedCustomer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await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70C1"/>
                </a:solidFill>
                <a:latin typeface="Consolas"/>
              </a:rPr>
              <a:t>prisma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customers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update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({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    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where: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{ 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id: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267F99"/>
                </a:solidFill>
                <a:latin typeface="Consolas"/>
              </a:rPr>
              <a:t>Number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0070C1"/>
                </a:solidFill>
                <a:latin typeface="Consolas"/>
              </a:rPr>
              <a:t>id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 },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    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data: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{ 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        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fName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 :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70C1"/>
                </a:solidFill>
                <a:latin typeface="Consolas"/>
              </a:rPr>
              <a:t>fName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, 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        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lName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 :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70C1"/>
                </a:solidFill>
                <a:latin typeface="Consolas"/>
              </a:rPr>
              <a:t>lName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, 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        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province :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267F99"/>
                </a:solidFill>
                <a:latin typeface="Consolas"/>
              </a:rPr>
              <a:t>Number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0070C1"/>
                </a:solidFill>
                <a:latin typeface="Consolas"/>
              </a:rPr>
              <a:t>province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    }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});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res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json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 err="1">
                <a:solidFill>
                  <a:srgbClr val="0070C1"/>
                </a:solidFill>
                <a:latin typeface="Consolas"/>
              </a:rPr>
              <a:t>updatedCustomer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}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catch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(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err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 {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console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error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'Error updating customer:'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, 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err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res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status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098658"/>
                </a:solidFill>
                <a:latin typeface="Consolas"/>
              </a:rPr>
              <a:t>404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json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({ 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error: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'Customer not found or database error'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});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}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};</a:t>
            </a:r>
            <a:endParaRPr lang="en-US" b="0" dirty="0">
              <a:solidFill>
                <a:srgbClr val="3B3B3B"/>
              </a:solidFill>
              <a:effectLst/>
              <a:latin typeface="Consolas"/>
            </a:endParaRPr>
          </a:p>
        </p:txBody>
      </p:sp>
      <p:sp>
        <p:nvSpPr>
          <p:cNvPr id="3" name="สี่เหลี่ยมผืนผ้า 2"/>
          <p:cNvSpPr/>
          <p:nvPr/>
        </p:nvSpPr>
        <p:spPr>
          <a:xfrm>
            <a:off x="10145485" y="7257"/>
            <a:ext cx="2046515" cy="42091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Update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50264205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สี่เหลี่ยมผืนผ้า 1"/>
          <p:cNvSpPr/>
          <p:nvPr/>
        </p:nvSpPr>
        <p:spPr>
          <a:xfrm>
            <a:off x="1001485" y="593199"/>
            <a:ext cx="10726057" cy="34163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deleteCustomer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Consolas"/>
              </a:rPr>
              <a:t>async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(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req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, 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res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 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=&gt;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{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{ </a:t>
            </a:r>
            <a:r>
              <a:rPr lang="en-US" dirty="0">
                <a:solidFill>
                  <a:srgbClr val="0070C1"/>
                </a:solidFill>
                <a:latin typeface="Consolas"/>
              </a:rPr>
              <a:t>id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}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req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params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try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{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await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70C1"/>
                </a:solidFill>
                <a:latin typeface="Consolas"/>
              </a:rPr>
              <a:t>prisma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customers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delete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({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    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where: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{ 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id: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267F99"/>
                </a:solidFill>
                <a:latin typeface="Consolas"/>
              </a:rPr>
              <a:t>Number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0070C1"/>
                </a:solidFill>
                <a:latin typeface="Consolas"/>
              </a:rPr>
              <a:t>id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 }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});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res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json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({ 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message: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'Customer deleted successfully'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, 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id: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267F99"/>
                </a:solidFill>
                <a:latin typeface="Consolas"/>
              </a:rPr>
              <a:t>Number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0070C1"/>
                </a:solidFill>
                <a:latin typeface="Consolas"/>
              </a:rPr>
              <a:t>id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 });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}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catch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(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err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 {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console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error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'Error deleting customer:'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, 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err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res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status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098658"/>
                </a:solidFill>
                <a:latin typeface="Consolas"/>
              </a:rPr>
              <a:t>404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json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({ 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error: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'Customer not found'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});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}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};</a:t>
            </a:r>
            <a:endParaRPr lang="en-US" b="0" dirty="0">
              <a:solidFill>
                <a:srgbClr val="3B3B3B"/>
              </a:solidFill>
              <a:effectLst/>
              <a:latin typeface="Consolas"/>
            </a:endParaRPr>
          </a:p>
        </p:txBody>
      </p:sp>
      <p:sp>
        <p:nvSpPr>
          <p:cNvPr id="3" name="สี่เหลี่ยมผืนผ้า 2"/>
          <p:cNvSpPr/>
          <p:nvPr/>
        </p:nvSpPr>
        <p:spPr>
          <a:xfrm>
            <a:off x="1001485" y="4233476"/>
            <a:ext cx="3352801" cy="203132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267F99"/>
                </a:solidFill>
                <a:latin typeface="Consolas"/>
              </a:rPr>
              <a:t>module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267F99"/>
                </a:solidFill>
                <a:latin typeface="Consolas"/>
              </a:rPr>
              <a:t>exports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{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getCustomers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,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getCustomerById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,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createCustomer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,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updateCustomer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,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deleteCustomer</a:t>
            </a:r>
            <a:endParaRPr lang="en-US" dirty="0">
              <a:solidFill>
                <a:srgbClr val="3B3B3B"/>
              </a:solidFill>
              <a:latin typeface="Consolas"/>
            </a:endParaRP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};</a:t>
            </a:r>
            <a:endParaRPr lang="en-US" b="0" dirty="0">
              <a:solidFill>
                <a:srgbClr val="3B3B3B"/>
              </a:solidFill>
              <a:effectLst/>
              <a:latin typeface="Consolas"/>
            </a:endParaRPr>
          </a:p>
        </p:txBody>
      </p:sp>
      <p:sp>
        <p:nvSpPr>
          <p:cNvPr id="4" name="สี่เหลี่ยมผืนผ้า 3"/>
          <p:cNvSpPr/>
          <p:nvPr/>
        </p:nvSpPr>
        <p:spPr>
          <a:xfrm>
            <a:off x="10145485" y="7257"/>
            <a:ext cx="2046515" cy="42091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Delete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86775532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/>
          <p:cNvSpPr/>
          <p:nvPr/>
        </p:nvSpPr>
        <p:spPr>
          <a:xfrm>
            <a:off x="10145485" y="7257"/>
            <a:ext cx="2046515" cy="42091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Search </a:t>
            </a:r>
            <a:endParaRPr lang="th-TH" dirty="0"/>
          </a:p>
        </p:txBody>
      </p:sp>
      <p:sp>
        <p:nvSpPr>
          <p:cNvPr id="5" name="สี่เหลี่ยมผืนผ้า 4"/>
          <p:cNvSpPr/>
          <p:nvPr/>
        </p:nvSpPr>
        <p:spPr>
          <a:xfrm>
            <a:off x="1393373" y="428171"/>
            <a:ext cx="8926286" cy="618630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b="1" dirty="0" err="1">
                <a:solidFill>
                  <a:srgbClr val="795E26"/>
                </a:solidFill>
                <a:latin typeface="Consolas"/>
              </a:rPr>
              <a:t>getCustomers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Consolas"/>
              </a:rPr>
              <a:t>async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(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req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, 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res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 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=&gt;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{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b="1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b="1" dirty="0">
                <a:solidFill>
                  <a:srgbClr val="3B3B3B"/>
                </a:solidFill>
                <a:latin typeface="Consolas"/>
              </a:rPr>
              <a:t> { </a:t>
            </a:r>
            <a:r>
              <a:rPr lang="en-US" b="1" dirty="0">
                <a:solidFill>
                  <a:srgbClr val="0070C1"/>
                </a:solidFill>
                <a:latin typeface="Consolas"/>
              </a:rPr>
              <a:t>keyword</a:t>
            </a:r>
            <a:r>
              <a:rPr lang="en-US" b="1" dirty="0">
                <a:solidFill>
                  <a:srgbClr val="3B3B3B"/>
                </a:solidFill>
                <a:latin typeface="Consolas"/>
              </a:rPr>
              <a:t> } 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b="1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b="1" dirty="0" err="1">
                <a:solidFill>
                  <a:srgbClr val="001080"/>
                </a:solidFill>
                <a:latin typeface="Consolas"/>
              </a:rPr>
              <a:t>req</a:t>
            </a:r>
            <a:r>
              <a:rPr lang="en-US" b="1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b="1" dirty="0" err="1">
                <a:solidFill>
                  <a:srgbClr val="001080"/>
                </a:solidFill>
                <a:latin typeface="Consolas"/>
              </a:rPr>
              <a:t>query</a:t>
            </a:r>
            <a:r>
              <a:rPr lang="en-US" b="1" dirty="0">
                <a:solidFill>
                  <a:srgbClr val="3B3B3B"/>
                </a:solidFill>
                <a:latin typeface="Consolas"/>
              </a:rPr>
              <a:t>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try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{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let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customers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</a:t>
            </a:r>
            <a:r>
              <a:rPr lang="en-US" b="1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b="1" dirty="0">
                <a:solidFill>
                  <a:srgbClr val="AF00DB"/>
                </a:solidFill>
                <a:latin typeface="Consolas"/>
              </a:rPr>
              <a:t>if</a:t>
            </a:r>
            <a:r>
              <a:rPr lang="en-US" b="1" dirty="0">
                <a:solidFill>
                  <a:srgbClr val="3B3B3B"/>
                </a:solidFill>
                <a:latin typeface="Consolas"/>
              </a:rPr>
              <a:t> (</a:t>
            </a:r>
            <a:r>
              <a:rPr lang="en-US" b="1" dirty="0">
                <a:solidFill>
                  <a:srgbClr val="0070C1"/>
                </a:solidFill>
                <a:latin typeface="Consolas"/>
              </a:rPr>
              <a:t>keyword</a:t>
            </a:r>
            <a:r>
              <a:rPr lang="en-US" b="1" dirty="0">
                <a:solidFill>
                  <a:srgbClr val="3B3B3B"/>
                </a:solidFill>
                <a:latin typeface="Consolas"/>
              </a:rPr>
              <a:t>) {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    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customers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await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70C1"/>
                </a:solidFill>
                <a:latin typeface="Consolas"/>
              </a:rPr>
              <a:t>prisma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customers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findMany</a:t>
            </a:r>
            <a:r>
              <a:rPr lang="en-US" b="1" dirty="0">
                <a:solidFill>
                  <a:srgbClr val="3B3B3B"/>
                </a:solidFill>
                <a:latin typeface="Consolas"/>
              </a:rPr>
              <a:t>({</a:t>
            </a:r>
          </a:p>
          <a:p>
            <a:r>
              <a:rPr lang="en-US" b="1" dirty="0">
                <a:solidFill>
                  <a:srgbClr val="3B3B3B"/>
                </a:solidFill>
                <a:latin typeface="Consolas"/>
              </a:rPr>
              <a:t>                </a:t>
            </a:r>
            <a:r>
              <a:rPr lang="en-US" b="1" dirty="0">
                <a:solidFill>
                  <a:srgbClr val="001080"/>
                </a:solidFill>
                <a:latin typeface="Consolas"/>
              </a:rPr>
              <a:t>where:</a:t>
            </a:r>
            <a:r>
              <a:rPr lang="en-US" b="1" dirty="0">
                <a:solidFill>
                  <a:srgbClr val="3B3B3B"/>
                </a:solidFill>
                <a:latin typeface="Consolas"/>
              </a:rPr>
              <a:t> {</a:t>
            </a:r>
          </a:p>
          <a:p>
            <a:r>
              <a:rPr lang="en-US" b="1" dirty="0">
                <a:solidFill>
                  <a:srgbClr val="3B3B3B"/>
                </a:solidFill>
                <a:latin typeface="Consolas"/>
              </a:rPr>
              <a:t>                    </a:t>
            </a:r>
            <a:r>
              <a:rPr lang="en-US" b="1" dirty="0">
                <a:solidFill>
                  <a:srgbClr val="001080"/>
                </a:solidFill>
                <a:latin typeface="Consolas"/>
              </a:rPr>
              <a:t>OR:</a:t>
            </a:r>
            <a:r>
              <a:rPr lang="en-US" b="1" dirty="0">
                <a:solidFill>
                  <a:srgbClr val="3B3B3B"/>
                </a:solidFill>
                <a:latin typeface="Consolas"/>
              </a:rPr>
              <a:t> [</a:t>
            </a:r>
          </a:p>
          <a:p>
            <a:r>
              <a:rPr lang="en-US" b="1" dirty="0">
                <a:solidFill>
                  <a:srgbClr val="3B3B3B"/>
                </a:solidFill>
                <a:latin typeface="Consolas"/>
              </a:rPr>
              <a:t>                        { </a:t>
            </a:r>
            <a:r>
              <a:rPr lang="en-US" b="1" dirty="0" err="1">
                <a:solidFill>
                  <a:srgbClr val="001080"/>
                </a:solidFill>
                <a:latin typeface="Consolas"/>
              </a:rPr>
              <a:t>fName</a:t>
            </a:r>
            <a:r>
              <a:rPr lang="en-US" b="1" dirty="0">
                <a:solidFill>
                  <a:srgbClr val="001080"/>
                </a:solidFill>
                <a:latin typeface="Consolas"/>
              </a:rPr>
              <a:t>:</a:t>
            </a:r>
            <a:r>
              <a:rPr lang="en-US" b="1" dirty="0">
                <a:solidFill>
                  <a:srgbClr val="3B3B3B"/>
                </a:solidFill>
                <a:latin typeface="Consolas"/>
              </a:rPr>
              <a:t> { </a:t>
            </a:r>
            <a:r>
              <a:rPr lang="en-US" b="1" dirty="0">
                <a:solidFill>
                  <a:srgbClr val="001080"/>
                </a:solidFill>
                <a:latin typeface="Consolas"/>
              </a:rPr>
              <a:t>contains:</a:t>
            </a:r>
            <a:r>
              <a:rPr lang="en-US" b="1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b="1" dirty="0">
                <a:solidFill>
                  <a:srgbClr val="0070C1"/>
                </a:solidFill>
                <a:latin typeface="Consolas"/>
              </a:rPr>
              <a:t>keyword</a:t>
            </a:r>
            <a:r>
              <a:rPr lang="en-US" b="1" dirty="0">
                <a:solidFill>
                  <a:srgbClr val="3B3B3B"/>
                </a:solidFill>
                <a:latin typeface="Consolas"/>
              </a:rPr>
              <a:t> } },</a:t>
            </a:r>
          </a:p>
          <a:p>
            <a:r>
              <a:rPr lang="en-US" b="1" dirty="0">
                <a:solidFill>
                  <a:srgbClr val="3B3B3B"/>
                </a:solidFill>
                <a:latin typeface="Consolas"/>
              </a:rPr>
              <a:t>                        { </a:t>
            </a:r>
            <a:r>
              <a:rPr lang="en-US" b="1" dirty="0" err="1">
                <a:solidFill>
                  <a:srgbClr val="001080"/>
                </a:solidFill>
                <a:latin typeface="Consolas"/>
              </a:rPr>
              <a:t>lName</a:t>
            </a:r>
            <a:r>
              <a:rPr lang="en-US" b="1" dirty="0">
                <a:solidFill>
                  <a:srgbClr val="001080"/>
                </a:solidFill>
                <a:latin typeface="Consolas"/>
              </a:rPr>
              <a:t>:</a:t>
            </a:r>
            <a:r>
              <a:rPr lang="en-US" b="1" dirty="0">
                <a:solidFill>
                  <a:srgbClr val="3B3B3B"/>
                </a:solidFill>
                <a:latin typeface="Consolas"/>
              </a:rPr>
              <a:t> { </a:t>
            </a:r>
            <a:r>
              <a:rPr lang="en-US" b="1" dirty="0">
                <a:solidFill>
                  <a:srgbClr val="001080"/>
                </a:solidFill>
                <a:latin typeface="Consolas"/>
              </a:rPr>
              <a:t>contains:</a:t>
            </a:r>
            <a:r>
              <a:rPr lang="en-US" b="1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b="1" dirty="0">
                <a:solidFill>
                  <a:srgbClr val="0070C1"/>
                </a:solidFill>
                <a:latin typeface="Consolas"/>
              </a:rPr>
              <a:t>keyword</a:t>
            </a:r>
            <a:r>
              <a:rPr lang="en-US" b="1" dirty="0">
                <a:solidFill>
                  <a:srgbClr val="3B3B3B"/>
                </a:solidFill>
                <a:latin typeface="Consolas"/>
              </a:rPr>
              <a:t> } }</a:t>
            </a:r>
          </a:p>
          <a:p>
            <a:r>
              <a:rPr lang="en-US" b="1" dirty="0">
                <a:solidFill>
                  <a:srgbClr val="3B3B3B"/>
                </a:solidFill>
                <a:latin typeface="Consolas"/>
              </a:rPr>
              <a:t>                    ]</a:t>
            </a:r>
          </a:p>
          <a:p>
            <a:r>
              <a:rPr lang="en-US" b="1" dirty="0">
                <a:solidFill>
                  <a:srgbClr val="3B3B3B"/>
                </a:solidFill>
                <a:latin typeface="Consolas"/>
              </a:rPr>
              <a:t>                }</a:t>
            </a:r>
          </a:p>
          <a:p>
            <a:r>
              <a:rPr lang="en-US" b="1" dirty="0">
                <a:solidFill>
                  <a:srgbClr val="3B3B3B"/>
                </a:solidFill>
                <a:latin typeface="Consolas"/>
              </a:rPr>
              <a:t>            })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}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else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{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    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customers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await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70C1"/>
                </a:solidFill>
                <a:latin typeface="Consolas"/>
              </a:rPr>
              <a:t>prisma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customers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findMany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();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}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res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json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customers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}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catch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(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err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 {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console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error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'Error fetching customers:'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, 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err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  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res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status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098658"/>
                </a:solidFill>
                <a:latin typeface="Consolas"/>
              </a:rPr>
              <a:t>500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json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({ 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error: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'Database error'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});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}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};</a:t>
            </a:r>
            <a:endParaRPr lang="en-US" b="0" dirty="0">
              <a:solidFill>
                <a:srgbClr val="3B3B3B"/>
              </a:solidFill>
              <a:effectLst/>
              <a:latin typeface="Consolas"/>
            </a:endParaRPr>
          </a:p>
        </p:txBody>
      </p:sp>
      <p:sp>
        <p:nvSpPr>
          <p:cNvPr id="6" name="สี่เหลี่ยมผืนผ้า 5"/>
          <p:cNvSpPr/>
          <p:nvPr/>
        </p:nvSpPr>
        <p:spPr>
          <a:xfrm>
            <a:off x="8940801" y="2844797"/>
            <a:ext cx="3135086" cy="4789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/</a:t>
            </a:r>
            <a:r>
              <a:rPr lang="en-US" dirty="0" err="1"/>
              <a:t>api</a:t>
            </a:r>
            <a:r>
              <a:rPr lang="en-US" dirty="0"/>
              <a:t>/customers/?keyword=</a:t>
            </a:r>
            <a:r>
              <a:rPr lang="en-US" dirty="0" err="1"/>
              <a:t>aaa</a:t>
            </a:r>
            <a:endParaRPr lang="th-TH" dirty="0"/>
          </a:p>
        </p:txBody>
      </p:sp>
      <p:sp>
        <p:nvSpPr>
          <p:cNvPr id="7" name="สี่เหลี่ยมผืนผ้า 6"/>
          <p:cNvSpPr/>
          <p:nvPr/>
        </p:nvSpPr>
        <p:spPr>
          <a:xfrm>
            <a:off x="8940801" y="4165600"/>
            <a:ext cx="1828800" cy="4789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/</a:t>
            </a:r>
            <a:r>
              <a:rPr lang="en-US" dirty="0" err="1"/>
              <a:t>api</a:t>
            </a:r>
            <a:r>
              <a:rPr lang="en-US" dirty="0"/>
              <a:t>/customers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29021757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Routes</a:t>
            </a:r>
            <a:endParaRPr lang="th-TH" dirty="0"/>
          </a:p>
        </p:txBody>
      </p:sp>
      <p:sp>
        <p:nvSpPr>
          <p:cNvPr id="3" name="สี่เหลี่ยมผืนผ้า 2"/>
          <p:cNvSpPr/>
          <p:nvPr/>
        </p:nvSpPr>
        <p:spPr>
          <a:xfrm>
            <a:off x="1625601" y="2038151"/>
            <a:ext cx="9144000" cy="34163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795E26"/>
                </a:solidFill>
                <a:latin typeface="Consolas"/>
              </a:rPr>
              <a:t>express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795E26"/>
                </a:solidFill>
                <a:latin typeface="Consolas"/>
              </a:rPr>
              <a:t>require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'express'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);</a:t>
            </a:r>
          </a:p>
          <a:p>
            <a:r>
              <a:rPr lang="en-US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70C1"/>
                </a:solidFill>
                <a:latin typeface="Consolas"/>
              </a:rPr>
              <a:t>router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express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Router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();</a:t>
            </a:r>
          </a:p>
          <a:p>
            <a:r>
              <a:rPr lang="en-US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70C1"/>
                </a:solidFill>
                <a:latin typeface="Consolas"/>
              </a:rPr>
              <a:t>customerController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795E26"/>
                </a:solidFill>
                <a:latin typeface="Consolas"/>
              </a:rPr>
              <a:t>require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'../controllers/</a:t>
            </a:r>
            <a:r>
              <a:rPr lang="en-US" dirty="0" err="1">
                <a:solidFill>
                  <a:srgbClr val="A31515"/>
                </a:solidFill>
                <a:latin typeface="Consolas"/>
              </a:rPr>
              <a:t>customerController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/>
            </a:r>
            <a:br>
              <a:rPr lang="en-US" dirty="0">
                <a:solidFill>
                  <a:srgbClr val="3B3B3B"/>
                </a:solidFill>
                <a:latin typeface="Consolas"/>
              </a:rPr>
            </a:br>
            <a:r>
              <a:rPr lang="en-US" dirty="0" err="1">
                <a:solidFill>
                  <a:srgbClr val="0070C1"/>
                </a:solidFill>
                <a:latin typeface="Consolas"/>
              </a:rPr>
              <a:t>router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get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'/'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, 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customerController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getCustomers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); </a:t>
            </a:r>
          </a:p>
          <a:p>
            <a:r>
              <a:rPr lang="en-US" dirty="0" err="1">
                <a:solidFill>
                  <a:srgbClr val="0070C1"/>
                </a:solidFill>
                <a:latin typeface="Consolas"/>
              </a:rPr>
              <a:t>router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get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'/:id'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, 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customerController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getCustomerById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);     </a:t>
            </a:r>
          </a:p>
          <a:p>
            <a:r>
              <a:rPr lang="en-US" dirty="0" err="1">
                <a:solidFill>
                  <a:srgbClr val="0070C1"/>
                </a:solidFill>
                <a:latin typeface="Consolas"/>
              </a:rPr>
              <a:t>router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post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'/'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, 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customerController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createCustomer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);         </a:t>
            </a:r>
          </a:p>
          <a:p>
            <a:r>
              <a:rPr lang="en-US" dirty="0" err="1">
                <a:solidFill>
                  <a:srgbClr val="0070C1"/>
                </a:solidFill>
                <a:latin typeface="Consolas"/>
              </a:rPr>
              <a:t>router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put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'/:id'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, 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customerController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updateCustomer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);       </a:t>
            </a:r>
          </a:p>
          <a:p>
            <a:r>
              <a:rPr lang="en-US" dirty="0" err="1">
                <a:solidFill>
                  <a:srgbClr val="0070C1"/>
                </a:solidFill>
                <a:latin typeface="Consolas"/>
              </a:rPr>
              <a:t>router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delete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'/:id'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, </a:t>
            </a:r>
            <a:r>
              <a:rPr lang="en-US" dirty="0" err="1">
                <a:solidFill>
                  <a:srgbClr val="001080"/>
                </a:solidFill>
                <a:latin typeface="Consolas"/>
              </a:rPr>
              <a:t>customerController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deleteCustomer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);  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/>
            </a:r>
            <a:br>
              <a:rPr lang="en-US" dirty="0">
                <a:solidFill>
                  <a:srgbClr val="3B3B3B"/>
                </a:solidFill>
                <a:latin typeface="Consolas"/>
              </a:rPr>
            </a:br>
            <a:r>
              <a:rPr lang="en-US" dirty="0" err="1">
                <a:solidFill>
                  <a:srgbClr val="0070C1"/>
                </a:solidFill>
                <a:latin typeface="Consolas"/>
              </a:rPr>
              <a:t>module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0070C1"/>
                </a:solidFill>
                <a:latin typeface="Consolas"/>
              </a:rPr>
              <a:t>exports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70C1"/>
                </a:solidFill>
                <a:latin typeface="Consolas"/>
              </a:rPr>
              <a:t>router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;</a:t>
            </a:r>
            <a:endParaRPr lang="en-US" b="0" dirty="0">
              <a:solidFill>
                <a:srgbClr val="3B3B3B"/>
              </a:solidFill>
              <a:effectLst/>
              <a:latin typeface="Consola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64D3EE45-C097-6BFC-348A-579EE9F42516}"/>
              </a:ext>
            </a:extLst>
          </p:cNvPr>
          <p:cNvSpPr txBox="1"/>
          <p:nvPr/>
        </p:nvSpPr>
        <p:spPr>
          <a:xfrm>
            <a:off x="1625601" y="1670667"/>
            <a:ext cx="2566665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routes/customerRoutes.js</a:t>
            </a:r>
            <a:endParaRPr lang="th-TH" dirty="0"/>
          </a:p>
        </p:txBody>
      </p:sp>
      <p:sp>
        <p:nvSpPr>
          <p:cNvPr id="5" name="สี่เหลี่ยมผืนผ้า 4"/>
          <p:cNvSpPr/>
          <p:nvPr/>
        </p:nvSpPr>
        <p:spPr>
          <a:xfrm>
            <a:off x="1625601" y="6225011"/>
            <a:ext cx="55034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rgbClr val="0070C1"/>
                </a:solidFill>
                <a:latin typeface="Consolas"/>
              </a:rPr>
              <a:t>app</a:t>
            </a:r>
            <a:r>
              <a:rPr lang="en-US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/>
              </a:rPr>
              <a:t>use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'/</a:t>
            </a:r>
            <a:r>
              <a:rPr lang="en-US" dirty="0" err="1">
                <a:solidFill>
                  <a:srgbClr val="A31515"/>
                </a:solidFill>
                <a:latin typeface="Consolas"/>
              </a:rPr>
              <a:t>api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/customers'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, </a:t>
            </a:r>
            <a:r>
              <a:rPr lang="en-US" dirty="0" err="1">
                <a:solidFill>
                  <a:srgbClr val="0070C1"/>
                </a:solidFill>
                <a:latin typeface="Consolas"/>
              </a:rPr>
              <a:t>customerRoutes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);</a:t>
            </a:r>
            <a:endParaRPr lang="en-US" b="0" dirty="0">
              <a:solidFill>
                <a:srgbClr val="3B3B3B"/>
              </a:solidFill>
              <a:effectLst/>
              <a:latin typeface="Consolas"/>
            </a:endParaRPr>
          </a:p>
        </p:txBody>
      </p:sp>
      <p:sp>
        <p:nvSpPr>
          <p:cNvPr id="6" name="สี่เหลี่ยมผืนผ้า 5"/>
          <p:cNvSpPr/>
          <p:nvPr/>
        </p:nvSpPr>
        <p:spPr>
          <a:xfrm>
            <a:off x="1625601" y="5838318"/>
            <a:ext cx="80409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70C1"/>
                </a:solidFill>
                <a:latin typeface="Consolas"/>
              </a:rPr>
              <a:t>customerRoutes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795E26"/>
                </a:solidFill>
                <a:latin typeface="Consolas"/>
              </a:rPr>
              <a:t>require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'./routes/</a:t>
            </a:r>
            <a:r>
              <a:rPr lang="en-US" dirty="0" err="1">
                <a:solidFill>
                  <a:srgbClr val="A31515"/>
                </a:solidFill>
                <a:latin typeface="Consolas"/>
              </a:rPr>
              <a:t>customerRoutes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);</a:t>
            </a:r>
            <a:endParaRPr lang="en-US" b="0" dirty="0">
              <a:solidFill>
                <a:srgbClr val="3B3B3B"/>
              </a:solidFill>
              <a:effectLst/>
              <a:latin typeface="Consola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64D3EE45-C097-6BFC-348A-579EE9F42516}"/>
              </a:ext>
            </a:extLst>
          </p:cNvPr>
          <p:cNvSpPr txBox="1"/>
          <p:nvPr/>
        </p:nvSpPr>
        <p:spPr>
          <a:xfrm>
            <a:off x="1625601" y="5468986"/>
            <a:ext cx="732893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app.js</a:t>
            </a:r>
            <a:endParaRPr lang="th-TH" dirty="0"/>
          </a:p>
        </p:txBody>
      </p:sp>
      <p:sp>
        <p:nvSpPr>
          <p:cNvPr id="8" name="สี่เหลี่ยมผืนผ้า 7"/>
          <p:cNvSpPr/>
          <p:nvPr/>
        </p:nvSpPr>
        <p:spPr>
          <a:xfrm>
            <a:off x="1625601" y="5838318"/>
            <a:ext cx="9144000" cy="867282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2339116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F6D6EF58-3CC0-C493-A25D-216A58F3ABBF}"/>
              </a:ext>
            </a:extLst>
          </p:cNvPr>
          <p:cNvSpPr txBox="1"/>
          <p:nvPr/>
        </p:nvSpPr>
        <p:spPr>
          <a:xfrm>
            <a:off x="692606" y="716925"/>
            <a:ext cx="6944106" cy="137473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customers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prisma.customers.findMany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include:{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       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provinces:</a:t>
            </a:r>
            <a:r>
              <a:rPr lang="en-US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true</a:t>
            </a:r>
            <a:endParaRPr lang="en-US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    }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});</a:t>
            </a:r>
          </a:p>
        </p:txBody>
      </p:sp>
      <p:pic>
        <p:nvPicPr>
          <p:cNvPr id="4" name="Picture 13">
            <a:extLst>
              <a:ext uri="{FF2B5EF4-FFF2-40B4-BE49-F238E27FC236}">
                <a16:creationId xmlns:a16="http://schemas.microsoft.com/office/drawing/2014/main" xmlns="" id="{D88AB541-2109-55BD-9AB3-4DC8EF2320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2972" y="2222289"/>
            <a:ext cx="2291442" cy="2219081"/>
          </a:xfrm>
          <a:prstGeom prst="rect">
            <a:avLst/>
          </a:prstGeom>
        </p:spPr>
      </p:pic>
      <p:sp>
        <p:nvSpPr>
          <p:cNvPr id="6" name="ลูกศรโค้ง 5"/>
          <p:cNvSpPr/>
          <p:nvPr/>
        </p:nvSpPr>
        <p:spPr>
          <a:xfrm flipV="1">
            <a:off x="3247156" y="1685258"/>
            <a:ext cx="1148445" cy="2021145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409371" y="5631543"/>
            <a:ext cx="4937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Check relationship field name from </a:t>
            </a:r>
            <a:r>
              <a:rPr lang="en-US" dirty="0" err="1" smtClean="0"/>
              <a:t>schema.prisma</a:t>
            </a:r>
            <a:r>
              <a:rPr lang="en-US" dirty="0" smtClean="0"/>
              <a:t> </a:t>
            </a:r>
            <a:endParaRPr lang="th-TH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6712" y="4265839"/>
            <a:ext cx="4371975" cy="2381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วงรี 7"/>
          <p:cNvSpPr/>
          <p:nvPr/>
        </p:nvSpPr>
        <p:spPr>
          <a:xfrm>
            <a:off x="7717639" y="5478361"/>
            <a:ext cx="1579859" cy="52251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99603944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CD333CBE-B699-4E3B-9F45-C045F773434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h-TH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1E437638-E86C-41B1-BC86-6F186CB35AA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-10287" y="0"/>
            <a:ext cx="12202287" cy="6858000"/>
          </a:xfrm>
          <a:prstGeom prst="rect">
            <a:avLst/>
          </a:prstGeom>
          <a:solidFill>
            <a:srgbClr val="0350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F54E3672-35D0-5557-7969-C33CB9561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7738" y="770467"/>
            <a:ext cx="6298065" cy="33528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 spc="-120" baseline="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Todo</a:t>
            </a:r>
            <a:endParaRPr lang="en-US" kern="1200" spc="-120" baseline="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9F97567-81BB-DADF-5AEF-A658A999E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68264" y="4206876"/>
            <a:ext cx="5437067" cy="1645920"/>
          </a:xfrm>
        </p:spPr>
        <p:txBody>
          <a:bodyPr vert="horz" lIns="91440" tIns="45720" rIns="91440" bIns="45720" rtlCol="0"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A28AD120-AA22-A6DF-0708-45FEEC3C51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750" r="13515"/>
          <a:stretch>
            <a:fillRect/>
          </a:stretch>
        </p:blipFill>
        <p:spPr>
          <a:xfrm>
            <a:off x="-10288" y="10"/>
            <a:ext cx="4628007" cy="6864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85532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C887CD3B-71E0-C6D7-F4FB-0D5C2429AB46}"/>
              </a:ext>
            </a:extLst>
          </p:cNvPr>
          <p:cNvSpPr txBox="1"/>
          <p:nvPr/>
        </p:nvSpPr>
        <p:spPr>
          <a:xfrm>
            <a:off x="1129901" y="775375"/>
            <a:ext cx="3632200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1. </a:t>
            </a:r>
            <a:r>
              <a:rPr lang="th-TH" dirty="0" smtClean="0"/>
              <a:t>สร้าง </a:t>
            </a:r>
            <a:r>
              <a:rPr lang="en-US" dirty="0" smtClean="0"/>
              <a:t>API </a:t>
            </a:r>
            <a:r>
              <a:rPr lang="th-TH" dirty="0" smtClean="0"/>
              <a:t>สำหรับ </a:t>
            </a:r>
            <a:r>
              <a:rPr lang="en-US" dirty="0" smtClean="0"/>
              <a:t>menu </a:t>
            </a:r>
            <a:r>
              <a:rPr lang="th-TH" dirty="0" smtClean="0"/>
              <a:t>และชนิด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709333EF-C4FD-8EC0-B586-313A3366A807}"/>
              </a:ext>
            </a:extLst>
          </p:cNvPr>
          <p:cNvSpPr txBox="1"/>
          <p:nvPr/>
        </p:nvSpPr>
        <p:spPr>
          <a:xfrm>
            <a:off x="5750627" y="1860133"/>
            <a:ext cx="1590415" cy="2031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menu</a:t>
            </a:r>
          </a:p>
          <a:p>
            <a:r>
              <a:rPr lang="en-US" dirty="0"/>
              <a:t>--------</a:t>
            </a:r>
          </a:p>
          <a:p>
            <a:r>
              <a:rPr lang="en-US" u="sng" dirty="0" err="1"/>
              <a:t>menuId</a:t>
            </a:r>
            <a:endParaRPr lang="en-US" u="sng" dirty="0"/>
          </a:p>
          <a:p>
            <a:r>
              <a:rPr lang="en-US" dirty="0"/>
              <a:t>name</a:t>
            </a:r>
          </a:p>
          <a:p>
            <a:r>
              <a:rPr lang="en-US" dirty="0"/>
              <a:t>price</a:t>
            </a:r>
          </a:p>
          <a:p>
            <a:r>
              <a:rPr lang="en-US" dirty="0" err="1"/>
              <a:t>isBestSeller</a:t>
            </a:r>
            <a:endParaRPr lang="en-US" dirty="0"/>
          </a:p>
          <a:p>
            <a:r>
              <a:rPr lang="en-US" dirty="0" err="1"/>
              <a:t>typeId</a:t>
            </a:r>
            <a:endParaRPr lang="th-TH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D52D9991-7C01-2D86-EFC7-1860F49DE788}"/>
              </a:ext>
            </a:extLst>
          </p:cNvPr>
          <p:cNvSpPr txBox="1"/>
          <p:nvPr/>
        </p:nvSpPr>
        <p:spPr>
          <a:xfrm>
            <a:off x="8306244" y="1860133"/>
            <a:ext cx="1590415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type</a:t>
            </a:r>
          </a:p>
          <a:p>
            <a:r>
              <a:rPr lang="en-US" dirty="0"/>
              <a:t>--------</a:t>
            </a:r>
          </a:p>
          <a:p>
            <a:r>
              <a:rPr lang="en-US" u="sng" dirty="0" err="1"/>
              <a:t>typeId</a:t>
            </a:r>
            <a:endParaRPr lang="en-US" u="sng" dirty="0"/>
          </a:p>
          <a:p>
            <a:r>
              <a:rPr lang="en-US" dirty="0"/>
              <a:t>name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xmlns="" id="{3D81026D-EF87-3E7F-7F50-970A76DF170F}"/>
              </a:ext>
            </a:extLst>
          </p:cNvPr>
          <p:cNvCxnSpPr>
            <a:cxnSpLocks/>
          </p:cNvCxnSpPr>
          <p:nvPr/>
        </p:nvCxnSpPr>
        <p:spPr>
          <a:xfrm flipV="1">
            <a:off x="6812534" y="2621227"/>
            <a:ext cx="1595308" cy="108693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2201182" y="1998632"/>
            <a:ext cx="14078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/</a:t>
            </a:r>
            <a:r>
              <a:rPr lang="en-US" dirty="0" err="1" smtClean="0"/>
              <a:t>api</a:t>
            </a:r>
            <a:r>
              <a:rPr lang="en-US" dirty="0" smtClean="0"/>
              <a:t>/menu</a:t>
            </a:r>
          </a:p>
          <a:p>
            <a:endParaRPr lang="en-US" dirty="0"/>
          </a:p>
          <a:p>
            <a:r>
              <a:rPr lang="en-US" dirty="0" smtClean="0"/>
              <a:t>/</a:t>
            </a:r>
            <a:r>
              <a:rPr lang="en-US" dirty="0" err="1" smtClean="0"/>
              <a:t>api</a:t>
            </a:r>
            <a:r>
              <a:rPr lang="en-US" dirty="0" smtClean="0"/>
              <a:t>/type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7201565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Metropolitan" id="{4C5440D6-04D2-4954-96CF-F251137069B2}" vid="{79CFCA13-9412-4290-BB4B-85112F88857B}"/>
    </a:ext>
  </a:extLst>
</a:theme>
</file>

<file path=ppt/theme/theme2.xml><?xml version="1.0" encoding="utf-8"?>
<a:theme xmlns:a="http://schemas.openxmlformats.org/drawingml/2006/main" name="ชุดรูปแบบของ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Metropolitan</Template>
  <TotalTime>11799</TotalTime>
  <Words>1647</Words>
  <Application>Microsoft Office PowerPoint</Application>
  <PresentationFormat>กำหนดเอง</PresentationFormat>
  <Paragraphs>831</Paragraphs>
  <Slides>59</Slides>
  <Notes>0</Notes>
  <HiddenSlides>0</HiddenSlides>
  <MMClips>0</MMClips>
  <ScaleCrop>false</ScaleCrop>
  <HeadingPairs>
    <vt:vector size="4" baseType="variant">
      <vt:variant>
        <vt:lpstr>ชุดรูปแบบ</vt:lpstr>
      </vt:variant>
      <vt:variant>
        <vt:i4>1</vt:i4>
      </vt:variant>
      <vt:variant>
        <vt:lpstr>ชื่อเรื่องภาพนิ่ง</vt:lpstr>
      </vt:variant>
      <vt:variant>
        <vt:i4>59</vt:i4>
      </vt:variant>
    </vt:vector>
  </HeadingPairs>
  <TitlesOfParts>
    <vt:vector size="60" baseType="lpstr">
      <vt:lpstr>Metropolitan</vt:lpstr>
      <vt:lpstr>React Hook</vt:lpstr>
      <vt:lpstr>React Hooks</vt:lpstr>
      <vt:lpstr>useState</vt:lpstr>
      <vt:lpstr>useEffect</vt:lpstr>
      <vt:lpstr>งานนำเสนอ PowerPoint</vt:lpstr>
      <vt:lpstr>งานนำเสนอ PowerPoint</vt:lpstr>
      <vt:lpstr>useContext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useContext - When to Use </vt:lpstr>
      <vt:lpstr>useRef</vt:lpstr>
      <vt:lpstr>Database Integration</vt:lpstr>
      <vt:lpstr>installation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installation</vt:lpstr>
      <vt:lpstr>งานนำเสนอ PowerPoint</vt:lpstr>
      <vt:lpstr>Full Stack</vt:lpstr>
      <vt:lpstr>Architecture</vt:lpstr>
      <vt:lpstr>Create project</vt:lpstr>
      <vt:lpstr>Backend</vt:lpstr>
      <vt:lpstr>งานนำเสนอ PowerPoint</vt:lpstr>
      <vt:lpstr>backend/.env</vt:lpstr>
      <vt:lpstr>backend/db/pool.js</vt:lpstr>
      <vt:lpstr>API</vt:lpstr>
      <vt:lpstr>backend/src/controllers/userController.js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backend/src/routes/userRoutes.js</vt:lpstr>
      <vt:lpstr>backend/src/app.js</vt:lpstr>
      <vt:lpstr>backend/src/server.js</vt:lpstr>
      <vt:lpstr>API Check</vt:lpstr>
      <vt:lpstr>งานนำเสนอ PowerPoint</vt:lpstr>
      <vt:lpstr>งานนำเสนอ PowerPoint</vt:lpstr>
      <vt:lpstr>PRISMA</vt:lpstr>
      <vt:lpstr>PRISMA</vt:lpstr>
      <vt:lpstr>Installation</vt:lpstr>
      <vt:lpstr>Database Setting</vt:lpstr>
      <vt:lpstr>Pull database</vt:lpstr>
      <vt:lpstr>Create prisma module (dbpool)</vt:lpstr>
      <vt:lpstr>Simple server</vt:lpstr>
      <vt:lpstr>งานนำเสนอ PowerPoint</vt:lpstr>
      <vt:lpstr>Controller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Routes</vt:lpstr>
      <vt:lpstr>งานนำเสนอ PowerPoint</vt:lpstr>
      <vt:lpstr>Todo</vt:lpstr>
      <vt:lpstr>งานนำเสนอ PowerPoint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งานนำเสนอ PowerPoint</dc:title>
  <dc:creator>Duangpen JETPIPATTANAPONG</dc:creator>
  <cp:lastModifiedBy>Asus</cp:lastModifiedBy>
  <cp:revision>385</cp:revision>
  <cp:lastPrinted>2026-09-29T12:41:30Z</cp:lastPrinted>
  <dcterms:created xsi:type="dcterms:W3CDTF">2025-09-11T07:54:10Z</dcterms:created>
  <dcterms:modified xsi:type="dcterms:W3CDTF">2026-09-29T18:59:02Z</dcterms:modified>
</cp:coreProperties>
</file>